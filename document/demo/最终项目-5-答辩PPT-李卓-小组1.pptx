
<file path=[Content_Types].xml><?xml version="1.0" encoding="utf-8"?>
<Types xmlns="http://schemas.openxmlformats.org/package/2006/content-types">
  <Default Extension="bmp" ContentType="image/bmp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9"/>
  </p:notesMasterIdLst>
  <p:sldIdLst>
    <p:sldId id="441" r:id="rId2"/>
    <p:sldId id="410" r:id="rId3"/>
    <p:sldId id="442" r:id="rId4"/>
    <p:sldId id="443" r:id="rId5"/>
    <p:sldId id="444" r:id="rId6"/>
    <p:sldId id="445" r:id="rId7"/>
    <p:sldId id="446" r:id="rId8"/>
    <p:sldId id="448" r:id="rId9"/>
    <p:sldId id="449" r:id="rId10"/>
    <p:sldId id="450" r:id="rId11"/>
    <p:sldId id="411" r:id="rId12"/>
    <p:sldId id="452" r:id="rId13"/>
    <p:sldId id="258" r:id="rId14"/>
    <p:sldId id="365" r:id="rId15"/>
    <p:sldId id="366" r:id="rId16"/>
    <p:sldId id="367" r:id="rId17"/>
    <p:sldId id="369" r:id="rId18"/>
    <p:sldId id="370" r:id="rId19"/>
    <p:sldId id="371" r:id="rId20"/>
    <p:sldId id="372" r:id="rId21"/>
    <p:sldId id="373" r:id="rId22"/>
    <p:sldId id="374" r:id="rId23"/>
    <p:sldId id="375" r:id="rId24"/>
    <p:sldId id="377" r:id="rId25"/>
    <p:sldId id="376" r:id="rId26"/>
    <p:sldId id="362" r:id="rId27"/>
    <p:sldId id="436" r:id="rId28"/>
    <p:sldId id="352" r:id="rId29"/>
    <p:sldId id="451" r:id="rId30"/>
    <p:sldId id="353" r:id="rId31"/>
    <p:sldId id="392" r:id="rId32"/>
    <p:sldId id="439" r:id="rId33"/>
    <p:sldId id="356" r:id="rId34"/>
    <p:sldId id="438" r:id="rId35"/>
    <p:sldId id="361" r:id="rId36"/>
    <p:sldId id="453" r:id="rId37"/>
    <p:sldId id="333" r:id="rId38"/>
  </p:sldIdLst>
  <p:sldSz cx="9144000" cy="6858000" type="screen4x3"/>
  <p:notesSz cx="6858000" cy="9144000"/>
  <p:embeddedFontLst>
    <p:embeddedFont>
      <p:font typeface="方正正黑简体" panose="02010600030101010101" charset="-122"/>
      <p:regular r:id="rId40"/>
    </p:embeddedFont>
    <p:embeddedFont>
      <p:font typeface="Arial Black" panose="020B0A04020102020204" pitchFamily="34" charset="0"/>
      <p:bold r:id="rId41"/>
    </p:embeddedFont>
    <p:embeddedFont>
      <p:font typeface="Calibri" panose="020F0502020204030204" pitchFamily="34" charset="0"/>
      <p:regular r:id="rId42"/>
      <p:bold r:id="rId43"/>
      <p:italic r:id="rId44"/>
      <p:boldItalic r:id="rId45"/>
    </p:embeddedFont>
    <p:embeddedFont>
      <p:font typeface="Calibri Light" panose="020F0302020204030204" pitchFamily="34" charset="0"/>
      <p:regular r:id="rId46"/>
      <p:italic r:id="rId47"/>
    </p:embeddedFont>
    <p:embeddedFont>
      <p:font typeface="Cooper Black" panose="0208090404030B020404" pitchFamily="18" charset="0"/>
      <p:regular r:id="rId48"/>
    </p:embeddedFont>
    <p:embeddedFont>
      <p:font typeface="Lato Black" panose="020F0502020204030203" pitchFamily="34" charset="0"/>
      <p:bold r:id="rId49"/>
      <p:boldItalic r:id="rId50"/>
    </p:embeddedFont>
    <p:embeddedFont>
      <p:font typeface="Raleway Light" pitchFamily="2" charset="0"/>
      <p:regular r:id="rId51"/>
      <p:italic r:id="rId52"/>
    </p:embeddedFont>
    <p:embeddedFont>
      <p:font typeface="Roboto Condensed" panose="02000000000000000000" pitchFamily="2" charset="0"/>
      <p:regular r:id="rId53"/>
      <p:bold r:id="rId54"/>
      <p:italic r:id="rId55"/>
      <p:boldItalic r:id="rId56"/>
    </p:embeddedFont>
    <p:embeddedFont>
      <p:font typeface="方正粗黑宋简体" panose="02000000000000000000" pitchFamily="2" charset="-122"/>
      <p:regular r:id="rId57"/>
    </p:embeddedFont>
    <p:embeddedFont>
      <p:font typeface="方正姚体" panose="02010601030101010101" pitchFamily="2" charset="-122"/>
      <p:regular r:id="rId58"/>
    </p:embeddedFont>
    <p:embeddedFont>
      <p:font typeface="仿宋" panose="02010609060101010101" pitchFamily="49" charset="-122"/>
      <p:regular r:id="rId59"/>
    </p:embeddedFont>
    <p:embeddedFont>
      <p:font typeface="黑体" panose="02010609060101010101" pitchFamily="49" charset="-122"/>
      <p:regular r:id="rId60"/>
    </p:embeddedFont>
    <p:embeddedFont>
      <p:font typeface="华文仿宋" panose="02010600040101010101" pitchFamily="2" charset="-122"/>
      <p:regular r:id="rId61"/>
    </p:embeddedFont>
    <p:embeddedFont>
      <p:font typeface="华文楷体" panose="02010600040101010101" pitchFamily="2" charset="-122"/>
      <p:regular r:id="rId62"/>
    </p:embeddedFont>
    <p:embeddedFont>
      <p:font typeface="华文新魏" panose="02010800040101010101" pitchFamily="2" charset="-122"/>
      <p:regular r:id="rId63"/>
    </p:embeddedFont>
    <p:embeddedFont>
      <p:font typeface="微软雅黑" panose="020B0503020204020204" pitchFamily="34" charset="-122"/>
      <p:regular r:id="rId64"/>
      <p:bold r:id="rId65"/>
    </p:embeddedFont>
  </p:embeddedFont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57" userDrawn="1">
          <p15:clr>
            <a:srgbClr val="A4A3A4"/>
          </p15:clr>
        </p15:guide>
        <p15:guide id="2" pos="34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617A"/>
    <a:srgbClr val="089DA3"/>
    <a:srgbClr val="FF714F"/>
    <a:srgbClr val="FF4519"/>
    <a:srgbClr val="FF3300"/>
    <a:srgbClr val="FFFF66"/>
    <a:srgbClr val="40C6F2"/>
    <a:srgbClr val="7CFF3B"/>
    <a:srgbClr val="003300"/>
    <a:srgbClr val="FF8A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 autoAdjust="0"/>
    <p:restoredTop sz="86410"/>
  </p:normalViewPr>
  <p:slideViewPr>
    <p:cSldViewPr snapToGrid="0">
      <p:cViewPr varScale="1">
        <p:scale>
          <a:sx n="118" d="100"/>
          <a:sy n="118" d="100"/>
        </p:scale>
        <p:origin x="1392" y="67"/>
      </p:cViewPr>
      <p:guideLst>
        <p:guide orient="horz" pos="3657"/>
        <p:guide pos="34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font" Target="fonts/font16.fntdata"/><Relationship Id="rId63" Type="http://schemas.openxmlformats.org/officeDocument/2006/relationships/font" Target="fonts/font24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font" Target="fonts/font19.fntdata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Relationship Id="rId57" Type="http://schemas.openxmlformats.org/officeDocument/2006/relationships/font" Target="fonts/font18.fntdata"/><Relationship Id="rId61" Type="http://schemas.openxmlformats.org/officeDocument/2006/relationships/font" Target="fonts/font2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font" Target="fonts/font13.fntdata"/><Relationship Id="rId60" Type="http://schemas.openxmlformats.org/officeDocument/2006/relationships/font" Target="fonts/font21.fntdata"/><Relationship Id="rId65" Type="http://schemas.openxmlformats.org/officeDocument/2006/relationships/font" Target="fonts/font2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font" Target="fonts/font17.fntdata"/><Relationship Id="rId64" Type="http://schemas.openxmlformats.org/officeDocument/2006/relationships/font" Target="fonts/font25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59" Type="http://schemas.openxmlformats.org/officeDocument/2006/relationships/font" Target="fonts/font20.fntdata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62" Type="http://schemas.openxmlformats.org/officeDocument/2006/relationships/font" Target="fonts/font2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B01D85B0-EA85-4A6C-A541-831EF2E71C18}" type="datetimeFigureOut">
              <a:rPr lang="zh-CN" altLang="en-US"/>
              <a:pPr>
                <a:defRPr/>
              </a:pPr>
              <a:t>2022/10/12</a:t>
            </a:fld>
            <a:endParaRPr lang="zh-CN" altLang="en-US"/>
          </a:p>
        </p:txBody>
      </p:sp>
      <p:sp>
        <p:nvSpPr>
          <p:cNvPr id="35844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371600" y="1143000"/>
            <a:ext cx="41148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itchFamily="34" charset="0"/>
              <a:buNone/>
              <a:defRPr sz="1200" smtClean="0"/>
            </a:lvl1pPr>
          </a:lstStyle>
          <a:p>
            <a:pPr>
              <a:defRPr/>
            </a:pPr>
            <a:fld id="{BFE5500A-A9E2-4213-9FB6-4A860B929C3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4963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FE5500A-A9E2-4213-9FB6-4A860B929C3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1811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FE5500A-A9E2-4213-9FB6-4A860B929C3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25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156394-DB5D-4C49-B9AA-A618DC58D38F}" type="datetimeFigureOut">
              <a:rPr lang="zh-CN" altLang="en-US"/>
              <a:pPr>
                <a:defRPr/>
              </a:pPr>
              <a:t>2022/10/12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03E5F8-B640-40A6-B70C-2B60E1757E6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256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CD629-D985-4CC9-86E0-F014C9C51D35}" type="datetimeFigureOut">
              <a:rPr lang="zh-CN" altLang="en-US"/>
              <a:pPr>
                <a:defRPr/>
              </a:pPr>
              <a:t>2022/10/12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153EC-19A6-4B22-B246-48674FCB7C6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237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36CEF4-559A-4B91-BD4B-6E7EB501DED0}" type="datetimeFigureOut">
              <a:rPr lang="zh-CN" altLang="en-US"/>
              <a:pPr>
                <a:defRPr/>
              </a:pPr>
              <a:t>2022/10/12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BBFA5-55BC-4588-82C3-36D57830C07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2948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F6174B-F31C-4DDA-BEFD-534B312BE7D7}" type="datetimeFigureOut">
              <a:rPr lang="zh-CN" altLang="en-US"/>
              <a:pPr>
                <a:defRPr/>
              </a:pPr>
              <a:t>2022/10/12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FD9872-E61A-470B-957A-7E0BA183EF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783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BD0D21-D531-42E9-B728-64645BA7C630}" type="datetimeFigureOut">
              <a:rPr lang="zh-CN" altLang="en-US"/>
              <a:pPr>
                <a:defRPr/>
              </a:pPr>
              <a:t>2022/10/12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52BC99-34C3-475F-8A43-FC1F9ACF9A4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808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66D78A-73D0-48EC-B3E2-17330352C38A}" type="datetimeFigureOut">
              <a:rPr lang="zh-CN" altLang="en-US"/>
              <a:pPr>
                <a:defRPr/>
              </a:pPr>
              <a:t>2022/10/12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F22E6E-41FF-45EA-93E6-089D880472A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566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05497F-45D3-4835-8110-466F37B06E26}" type="datetimeFigureOut">
              <a:rPr lang="zh-CN" altLang="en-US"/>
              <a:pPr>
                <a:defRPr/>
              </a:pPr>
              <a:t>2022/10/12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56F49-30D7-4D70-B3F5-FE727D44CBB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00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F74C4C-9307-4424-BAC5-159B904093CA}" type="datetimeFigureOut">
              <a:rPr lang="zh-CN" altLang="en-US"/>
              <a:pPr>
                <a:defRPr/>
              </a:pPr>
              <a:t>2022/10/12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48FF90-6393-49C2-84E6-B7D84F883C3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976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ADCAF1-2D1E-4A71-9CF2-21FB5EFC730E}" type="datetimeFigureOut">
              <a:rPr lang="zh-CN" altLang="en-US"/>
              <a:pPr>
                <a:defRPr/>
              </a:pPr>
              <a:t>2022/10/12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C6B09B-C767-4EE4-A379-434897E5B87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3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4BFAC8-44E9-452E-9488-08BC1D4DA5BD}" type="datetimeFigureOut">
              <a:rPr lang="zh-CN" altLang="en-US"/>
              <a:pPr>
                <a:defRPr/>
              </a:pPr>
              <a:t>2022/10/12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4A3F4F-E21A-4E4B-9702-A53932A9702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80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6F1902-1DCA-41A3-9175-438FC4B5E5DF}" type="datetimeFigureOut">
              <a:rPr lang="zh-CN" altLang="en-US"/>
              <a:pPr>
                <a:defRPr/>
              </a:pPr>
              <a:t>2022/10/12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7047D7-DE8A-4B80-9537-3C3B445128F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918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t="39691" b="-1"/>
          <a:stretch/>
        </p:blipFill>
        <p:spPr>
          <a:xfrm rot="5400000">
            <a:off x="1515288" y="-741563"/>
            <a:ext cx="6887149" cy="837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727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F27690EF-CA04-424D-9AC1-47C066B935BF}"/>
              </a:ext>
            </a:extLst>
          </p:cNvPr>
          <p:cNvGrpSpPr/>
          <p:nvPr userDrawn="1"/>
        </p:nvGrpSpPr>
        <p:grpSpPr>
          <a:xfrm>
            <a:off x="0" y="27007"/>
            <a:ext cx="3012312" cy="1218470"/>
            <a:chOff x="25120" y="110609"/>
            <a:chExt cx="3012312" cy="1218470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F26F6AC6-B8C3-4229-852C-F784D549BE06}"/>
                </a:ext>
              </a:extLst>
            </p:cNvPr>
            <p:cNvGrpSpPr/>
            <p:nvPr userDrawn="1"/>
          </p:nvGrpSpPr>
          <p:grpSpPr>
            <a:xfrm>
              <a:off x="886815" y="110609"/>
              <a:ext cx="908685" cy="741416"/>
              <a:chOff x="886815" y="110609"/>
              <a:chExt cx="908685" cy="741416"/>
            </a:xfrm>
          </p:grpSpPr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B6A6ABF3-7C54-4B84-8276-D668E29BEE5C}"/>
                  </a:ext>
                </a:extLst>
              </p:cNvPr>
              <p:cNvPicPr>
                <a:picLocks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144700" y="132025"/>
                <a:ext cx="612000" cy="720000"/>
              </a:xfrm>
              <a:prstGeom prst="rect">
                <a:avLst/>
              </a:prstGeom>
            </p:spPr>
          </p:pic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370FBC2-0578-482C-80D4-5406E13ED47D}"/>
                  </a:ext>
                </a:extLst>
              </p:cNvPr>
              <p:cNvSpPr/>
              <p:nvPr/>
            </p:nvSpPr>
            <p:spPr>
              <a:xfrm>
                <a:off x="886815" y="110609"/>
                <a:ext cx="908685" cy="70788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>
                    <a:rot lat="0" lon="0" rev="0"/>
                  </a:camera>
                  <a:lightRig rig="contrasting" dir="t">
                    <a:rot lat="0" lon="0" rev="4500000"/>
                  </a:lightRig>
                </a:scene3d>
                <a:sp3d contourW="6350" prstMaterial="metal">
                  <a:bevelT w="127000" h="31750" prst="relaxedInset"/>
                  <a:contourClr>
                    <a:schemeClr val="accent1">
                      <a:shade val="75000"/>
                    </a:schemeClr>
                  </a:contourClr>
                </a:sp3d>
              </a:bodyPr>
              <a:lstStyle/>
              <a:p>
                <a:pPr algn="ctr"/>
                <a:r>
                  <a:rPr lang="en-US" altLang="zh-CN" sz="4000" i="1" cap="all" spc="-1000" dirty="0">
                    <a:ln w="0"/>
                    <a:solidFill>
                      <a:srgbClr val="C00000"/>
                    </a:solidFill>
                    <a:effectLst>
                      <a:reflection blurRad="12700" stA="50000" endPos="50000" dist="5000" dir="5400000" sy="-100000" rotWithShape="0"/>
                    </a:effectLst>
                    <a:latin typeface="Cooper Black" panose="0208090404030B020404" pitchFamily="18" charset="0"/>
                  </a:rPr>
                  <a:t>1</a:t>
                </a:r>
                <a:endParaRPr lang="zh-CN" altLang="en-US" sz="4000" i="1" cap="all" spc="-1000" dirty="0">
                  <a:ln w="0"/>
                  <a:solidFill>
                    <a:srgbClr val="C00000"/>
                  </a:solidFill>
                  <a:effectLst>
                    <a:reflection blurRad="12700" stA="50000" endPos="50000" dist="5000" dir="5400000" sy="-100000" rotWithShape="0"/>
                  </a:effectLst>
                  <a:latin typeface="Cooper Black" panose="0208090404030B020404" pitchFamily="18" charset="0"/>
                </a:endParaRPr>
              </a:p>
            </p:txBody>
          </p:sp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8E7F68AE-0DF2-4CBF-95F5-43547C0F8721}"/>
                </a:ext>
              </a:extLst>
            </p:cNvPr>
            <p:cNvSpPr txBox="1"/>
            <p:nvPr userDrawn="1"/>
          </p:nvSpPr>
          <p:spPr>
            <a:xfrm>
              <a:off x="25120" y="852025"/>
              <a:ext cx="3012312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500" b="1" dirty="0">
                  <a:solidFill>
                    <a:srgbClr val="2A617A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医院预约挂号系统</a:t>
              </a:r>
              <a:endParaRPr lang="en-US" altLang="zh-CN" sz="1500" b="1" dirty="0">
                <a:solidFill>
                  <a:srgbClr val="2A617A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  <a:p>
              <a:r>
                <a:rPr lang="en-US" altLang="zh-CN" sz="1000" b="1" i="0" dirty="0">
                  <a:solidFill>
                    <a:srgbClr val="2A617A"/>
                  </a:solidFill>
                  <a:effectLst/>
                  <a:latin typeface="方正正黑简体" panose="02010600030101010101" charset="-122"/>
                  <a:ea typeface="方正正黑简体" panose="02010600030101010101" charset="-122"/>
                </a:rPr>
                <a:t>Hospital appointment registration system</a:t>
              </a:r>
              <a:endParaRPr lang="zh-CN" altLang="en-US" sz="1000" b="1" dirty="0">
                <a:solidFill>
                  <a:srgbClr val="2A617A"/>
                </a:solidFill>
                <a:latin typeface="方正正黑简体" panose="02010600030101010101" charset="-122"/>
                <a:ea typeface="方正正黑简体" panose="02010600030101010101" charset="-122"/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D88F0655-59A7-3CC5-C094-6A464FECE11D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0865" y="48423"/>
            <a:ext cx="920770" cy="360000"/>
          </a:xfrm>
          <a:prstGeom prst="rect">
            <a:avLst/>
          </a:prstGeom>
        </p:spPr>
      </p:pic>
      <p:pic>
        <p:nvPicPr>
          <p:cNvPr id="5" name="图片 4" descr="文本&#10;&#10;描述已自动生成">
            <a:extLst>
              <a:ext uri="{FF2B5EF4-FFF2-40B4-BE49-F238E27FC236}">
                <a16:creationId xmlns:a16="http://schemas.microsoft.com/office/drawing/2014/main" id="{B860BEBD-9AC4-7280-3C71-24ACEA7490AF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5642102" y="48423"/>
            <a:ext cx="2382318" cy="37567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b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b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b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b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b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b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b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b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bmp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bmp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bmp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151736" y="701113"/>
            <a:ext cx="8170067" cy="3385904"/>
            <a:chOff x="3893663" y="463382"/>
            <a:chExt cx="8292766" cy="3385904"/>
          </a:xfrm>
        </p:grpSpPr>
        <p:sp>
          <p:nvSpPr>
            <p:cNvPr id="4" name="文本框 3"/>
            <p:cNvSpPr txBox="1"/>
            <p:nvPr/>
          </p:nvSpPr>
          <p:spPr>
            <a:xfrm>
              <a:off x="3893663" y="3326066"/>
              <a:ext cx="82927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rgbClr val="666666"/>
                  </a:solidFill>
                  <a:latin typeface="方正正黑简体" panose="02000000000000000000" charset="-122"/>
                  <a:ea typeface="方正正黑简体" panose="02000000000000000000" charset="-122"/>
                </a:rPr>
                <a:t>Hospital appointment registration system</a:t>
              </a:r>
              <a:endParaRPr lang="zh-CN" altLang="en-US" sz="2800" b="1" dirty="0">
                <a:latin typeface="方正正黑简体" panose="02000000000000000000" charset="-122"/>
                <a:ea typeface="方正正黑简体" panose="02000000000000000000" charset="-122"/>
              </a:endParaRPr>
            </a:p>
          </p:txBody>
        </p:sp>
        <p:sp>
          <p:nvSpPr>
            <p:cNvPr id="10" name="文本框 4"/>
            <p:cNvSpPr txBox="1">
              <a:spLocks noChangeArrowheads="1"/>
            </p:cNvSpPr>
            <p:nvPr/>
          </p:nvSpPr>
          <p:spPr bwMode="auto">
            <a:xfrm>
              <a:off x="4134278" y="463382"/>
              <a:ext cx="7811538" cy="3016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9500" b="1" dirty="0">
                  <a:solidFill>
                    <a:schemeClr val="accent1">
                      <a:lumMod val="50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  <a:cs typeface="华康俪金黑W8(P)"/>
                </a:rPr>
                <a:t>医院</a:t>
              </a:r>
              <a:endParaRPr lang="en-US" altLang="zh-CN" sz="9500" b="1" dirty="0">
                <a:solidFill>
                  <a:schemeClr val="accent1">
                    <a:lumMod val="50000"/>
                  </a:schemeClr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  <a:cs typeface="华康俪金黑W8(P)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9500" b="1" dirty="0">
                  <a:solidFill>
                    <a:schemeClr val="accent1">
                      <a:lumMod val="50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  <a:cs typeface="华康俪金黑W8(P)"/>
                </a:rPr>
                <a:t>预约挂号系统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259287" y="4607763"/>
            <a:ext cx="6241250" cy="2544319"/>
            <a:chOff x="3259287" y="4607763"/>
            <a:chExt cx="6241250" cy="2544319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3609722" y="4607763"/>
              <a:ext cx="5540379" cy="0"/>
            </a:xfrm>
            <a:prstGeom prst="line">
              <a:avLst/>
            </a:prstGeom>
            <a:ln w="1270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3259287" y="4630623"/>
              <a:ext cx="6241250" cy="2521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750" b="1" dirty="0">
                  <a:solidFill>
                    <a:schemeClr val="accent5">
                      <a:lumMod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海南大学</a:t>
              </a:r>
              <a:endParaRPr lang="en-US" altLang="zh-CN" sz="1750" b="1" dirty="0">
                <a:solidFill>
                  <a:schemeClr val="accent5">
                    <a:lumMod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algn="ctr"/>
              <a:r>
                <a:rPr lang="zh-CN" altLang="en-US" sz="1750" b="1" dirty="0">
                  <a:solidFill>
                    <a:schemeClr val="accent5">
                      <a:lumMod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计算机科学与技术学院</a:t>
              </a:r>
              <a:endParaRPr lang="en-US" altLang="zh-CN" sz="1750" b="1" dirty="0">
                <a:solidFill>
                  <a:schemeClr val="accent5">
                    <a:lumMod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algn="ctr"/>
              <a:r>
                <a:rPr lang="zh-CN" altLang="en-US" sz="1750" b="1" dirty="0">
                  <a:solidFill>
                    <a:schemeClr val="accent5">
                      <a:lumMod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软件工程（</a:t>
              </a:r>
              <a:r>
                <a:rPr lang="en-US" altLang="zh-CN" sz="1750" b="1" dirty="0">
                  <a:solidFill>
                    <a:schemeClr val="accent5">
                      <a:lumMod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NIIT</a:t>
              </a:r>
              <a:r>
                <a:rPr lang="zh-CN" altLang="en-US" sz="1750" b="1" dirty="0">
                  <a:solidFill>
                    <a:schemeClr val="accent5">
                      <a:lumMod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）</a:t>
              </a:r>
              <a:r>
                <a:rPr lang="en-US" altLang="zh-CN" sz="1750" b="1" dirty="0">
                  <a:solidFill>
                    <a:schemeClr val="accent5">
                      <a:lumMod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2018</a:t>
              </a:r>
              <a:r>
                <a:rPr lang="zh-CN" altLang="en-US" sz="1750" b="1" dirty="0">
                  <a:solidFill>
                    <a:schemeClr val="accent5">
                      <a:lumMod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级  </a:t>
              </a:r>
              <a:r>
                <a:rPr lang="en-US" altLang="zh-CN" sz="1750" b="1" spc="-150" dirty="0">
                  <a:solidFill>
                    <a:schemeClr val="accent5">
                      <a:lumMod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JAVA</a:t>
              </a:r>
              <a:r>
                <a:rPr lang="zh-CN" altLang="en-US" sz="1750" b="1" spc="-150" dirty="0">
                  <a:solidFill>
                    <a:schemeClr val="accent5">
                      <a:lumMod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方向  </a:t>
              </a:r>
              <a:r>
                <a:rPr lang="en-US" altLang="zh-CN" sz="1750" b="1" spc="-150" dirty="0">
                  <a:solidFill>
                    <a:schemeClr val="accent5">
                      <a:lumMod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2</a:t>
              </a:r>
              <a:r>
                <a:rPr lang="zh-CN" altLang="en-US" sz="1750" b="1" spc="-150" dirty="0">
                  <a:solidFill>
                    <a:schemeClr val="accent5">
                      <a:lumMod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班</a:t>
              </a:r>
              <a:endParaRPr lang="en-US" altLang="zh-CN" sz="1750" b="1" spc="-150" dirty="0">
                <a:solidFill>
                  <a:schemeClr val="accent5">
                    <a:lumMod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algn="ctr"/>
              <a:r>
                <a:rPr lang="zh-CN" altLang="en-US" sz="1750" dirty="0">
                  <a:solidFill>
                    <a:schemeClr val="accent5">
                      <a:lumMod val="25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李    卓</a:t>
              </a:r>
              <a:r>
                <a:rPr lang="en-US" altLang="zh-CN" sz="1750" dirty="0">
                  <a:solidFill>
                    <a:schemeClr val="accent5">
                      <a:lumMod val="25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20181620310111   </a:t>
              </a:r>
            </a:p>
            <a:p>
              <a:pPr algn="ctr"/>
              <a:r>
                <a:rPr lang="zh-CN" altLang="en-US" sz="1750" dirty="0">
                  <a:solidFill>
                    <a:schemeClr val="accent5">
                      <a:lumMod val="25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张婉婷  </a:t>
              </a:r>
              <a:r>
                <a:rPr lang="en-US" altLang="zh-CN" sz="1750" dirty="0">
                  <a:solidFill>
                    <a:schemeClr val="accent5">
                      <a:lumMod val="25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20181620310132   </a:t>
              </a:r>
              <a:r>
                <a:rPr lang="zh-CN" altLang="en-US" sz="1750" dirty="0">
                  <a:solidFill>
                    <a:schemeClr val="accent5">
                      <a:lumMod val="25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王静如  </a:t>
              </a:r>
              <a:r>
                <a:rPr lang="en-US" altLang="zh-CN" sz="1750" dirty="0">
                  <a:solidFill>
                    <a:schemeClr val="accent5">
                      <a:lumMod val="25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20181620310123</a:t>
              </a:r>
            </a:p>
            <a:p>
              <a:pPr algn="ctr"/>
              <a:r>
                <a:rPr lang="zh-CN" altLang="en-US" sz="1750" dirty="0">
                  <a:solidFill>
                    <a:schemeClr val="accent5">
                      <a:lumMod val="25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马潇逸  </a:t>
              </a:r>
              <a:r>
                <a:rPr lang="en-US" altLang="zh-CN" sz="1750" dirty="0">
                  <a:solidFill>
                    <a:schemeClr val="accent5">
                      <a:lumMod val="25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20181620310079   </a:t>
              </a:r>
              <a:r>
                <a:rPr lang="zh-CN" altLang="en-US" sz="1750" dirty="0">
                  <a:solidFill>
                    <a:schemeClr val="accent5">
                      <a:lumMod val="25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赵子恒  </a:t>
              </a:r>
              <a:r>
                <a:rPr lang="en-US" altLang="zh-CN" sz="1750" dirty="0">
                  <a:solidFill>
                    <a:schemeClr val="accent5">
                      <a:lumMod val="25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20181620310062</a:t>
              </a:r>
            </a:p>
            <a:p>
              <a:pPr algn="ctr">
                <a:lnSpc>
                  <a:spcPct val="110000"/>
                </a:lnSpc>
              </a:pPr>
              <a:r>
                <a:rPr lang="zh-CN" altLang="en-US" sz="1750" dirty="0">
                  <a:solidFill>
                    <a:schemeClr val="accent5">
                      <a:lumMod val="25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指导老师：</a:t>
              </a:r>
              <a:endParaRPr lang="en-US" altLang="zh-CN" sz="1750">
                <a:solidFill>
                  <a:schemeClr val="accent5">
                    <a:lumMod val="25000"/>
                  </a:schemeClr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  <a:p>
              <a:pPr algn="ctr">
                <a:lnSpc>
                  <a:spcPct val="110000"/>
                </a:lnSpc>
              </a:pPr>
              <a:r>
                <a:rPr lang="zh-CN" altLang="en-US" sz="1600" b="1">
                  <a:solidFill>
                    <a:schemeClr val="accent5">
                      <a:lumMod val="25000"/>
                    </a:schemeClr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二零二一年十一月九日</a:t>
              </a:r>
              <a:endParaRPr lang="zh-CN" altLang="en-US" sz="1600" b="1" dirty="0">
                <a:solidFill>
                  <a:schemeClr val="accent5">
                    <a:lumMod val="2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endParaRPr>
            </a:p>
            <a:p>
              <a:pPr algn="ctr"/>
              <a:endParaRPr lang="zh-CN" altLang="en-US" sz="1600" b="1" dirty="0">
                <a:solidFill>
                  <a:schemeClr val="accent5">
                    <a:lumMod val="2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</p:grpSp>
      <p:pic>
        <p:nvPicPr>
          <p:cNvPr id="33" name="图片 3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0865" y="82562"/>
            <a:ext cx="920770" cy="360000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0" y="27007"/>
            <a:ext cx="3012312" cy="1218470"/>
            <a:chOff x="25120" y="110609"/>
            <a:chExt cx="3012312" cy="1218470"/>
          </a:xfrm>
        </p:grpSpPr>
        <p:grpSp>
          <p:nvGrpSpPr>
            <p:cNvPr id="16" name="组合 15"/>
            <p:cNvGrpSpPr/>
            <p:nvPr userDrawn="1"/>
          </p:nvGrpSpPr>
          <p:grpSpPr>
            <a:xfrm>
              <a:off x="886815" y="110609"/>
              <a:ext cx="908685" cy="741416"/>
              <a:chOff x="886815" y="110609"/>
              <a:chExt cx="908685" cy="741416"/>
            </a:xfrm>
          </p:grpSpPr>
          <p:pic>
            <p:nvPicPr>
              <p:cNvPr id="18" name="图片 17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144700" y="132025"/>
                <a:ext cx="612000" cy="720000"/>
              </a:xfrm>
              <a:prstGeom prst="rect">
                <a:avLst/>
              </a:prstGeom>
            </p:spPr>
          </p:pic>
          <p:sp>
            <p:nvSpPr>
              <p:cNvPr id="19" name="矩形 18"/>
              <p:cNvSpPr/>
              <p:nvPr/>
            </p:nvSpPr>
            <p:spPr>
              <a:xfrm>
                <a:off x="886815" y="110609"/>
                <a:ext cx="908685" cy="70788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>
                    <a:rot lat="0" lon="0" rev="0"/>
                  </a:camera>
                  <a:lightRig rig="contrasting" dir="t">
                    <a:rot lat="0" lon="0" rev="4500000"/>
                  </a:lightRig>
                </a:scene3d>
                <a:sp3d contourW="6350" prstMaterial="metal">
                  <a:bevelT w="127000" h="31750" prst="relaxedInset"/>
                  <a:contourClr>
                    <a:schemeClr val="accent1">
                      <a:shade val="75000"/>
                    </a:schemeClr>
                  </a:contourClr>
                </a:sp3d>
              </a:bodyPr>
              <a:lstStyle/>
              <a:p>
                <a:pPr algn="ctr"/>
                <a:r>
                  <a:rPr lang="en-US" altLang="zh-CN" sz="4000" i="1" cap="all" spc="-1000" dirty="0">
                    <a:ln w="0"/>
                    <a:solidFill>
                      <a:srgbClr val="C00000"/>
                    </a:solidFill>
                    <a:effectLst>
                      <a:reflection blurRad="12700" stA="50000" endPos="50000" dist="5000" dir="5400000" sy="-100000" rotWithShape="0"/>
                    </a:effectLst>
                    <a:latin typeface="Cooper Black" panose="0208090404030B020404" pitchFamily="18" charset="0"/>
                  </a:rPr>
                  <a:t>1</a:t>
                </a:r>
                <a:endParaRPr lang="zh-CN" altLang="en-US" sz="4000" i="1" cap="all" spc="-1000" dirty="0">
                  <a:ln w="0"/>
                  <a:solidFill>
                    <a:srgbClr val="C00000"/>
                  </a:solidFill>
                  <a:effectLst>
                    <a:reflection blurRad="12700" stA="50000" endPos="50000" dist="5000" dir="5400000" sy="-100000" rotWithShape="0"/>
                  </a:effectLst>
                  <a:latin typeface="Cooper Black" panose="0208090404030B020404" pitchFamily="18" charset="0"/>
                </a:endParaRPr>
              </a:p>
            </p:txBody>
          </p:sp>
        </p:grpSp>
        <p:sp>
          <p:nvSpPr>
            <p:cNvPr id="17" name="文本框 16"/>
            <p:cNvSpPr txBox="1"/>
            <p:nvPr userDrawn="1"/>
          </p:nvSpPr>
          <p:spPr>
            <a:xfrm>
              <a:off x="25120" y="852025"/>
              <a:ext cx="3012312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500" b="1" dirty="0">
                  <a:solidFill>
                    <a:srgbClr val="2A617A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医院预约挂号系统</a:t>
              </a:r>
              <a:endParaRPr lang="en-US" altLang="zh-CN" sz="1500" b="1" dirty="0">
                <a:solidFill>
                  <a:srgbClr val="2A617A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  <a:p>
              <a:r>
                <a:rPr lang="en-US" altLang="zh-CN" sz="1000" b="1" dirty="0">
                  <a:solidFill>
                    <a:srgbClr val="2A617A"/>
                  </a:solidFill>
                  <a:latin typeface="方正正黑简体" panose="02000000000000000000" charset="-122"/>
                  <a:ea typeface="方正正黑简体" panose="02000000000000000000" charset="-122"/>
                </a:rPr>
                <a:t>Hospital appointment registration system</a:t>
              </a:r>
              <a:endParaRPr lang="zh-CN" altLang="en-US" sz="1000" b="1" dirty="0">
                <a:solidFill>
                  <a:srgbClr val="2A617A"/>
                </a:solidFill>
                <a:latin typeface="方正正黑简体" panose="02000000000000000000" charset="-122"/>
                <a:ea typeface="方正正黑简体" panose="02000000000000000000" charset="-122"/>
              </a:endParaRPr>
            </a:p>
          </p:txBody>
        </p:sp>
      </p:grpSp>
      <p:pic>
        <p:nvPicPr>
          <p:cNvPr id="5" name="图片 4" descr="文本&#10;&#10;描述已自动生成">
            <a:extLst>
              <a:ext uri="{FF2B5EF4-FFF2-40B4-BE49-F238E27FC236}">
                <a16:creationId xmlns:a16="http://schemas.microsoft.com/office/drawing/2014/main" id="{82550179-99D3-8508-A02F-33578345A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2102" y="82562"/>
            <a:ext cx="2382318" cy="375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241269" y="1320248"/>
            <a:ext cx="8661461" cy="5348147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25400" sx="102000" sy="102000" algn="ctr" rotWithShape="0">
              <a:schemeClr val="bg1">
                <a:lumMod val="65000"/>
                <a:alpha val="3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grpSp>
        <p:nvGrpSpPr>
          <p:cNvPr id="138" name="组合 137"/>
          <p:cNvGrpSpPr/>
          <p:nvPr/>
        </p:nvGrpSpPr>
        <p:grpSpPr>
          <a:xfrm>
            <a:off x="2026919" y="1744067"/>
            <a:ext cx="5090160" cy="1224939"/>
            <a:chOff x="3637920" y="1900146"/>
            <a:chExt cx="5090160" cy="1224939"/>
          </a:xfrm>
        </p:grpSpPr>
        <p:sp>
          <p:nvSpPr>
            <p:cNvPr id="139" name="矩形 138"/>
            <p:cNvSpPr/>
            <p:nvPr/>
          </p:nvSpPr>
          <p:spPr>
            <a:xfrm>
              <a:off x="3637920" y="1900146"/>
              <a:ext cx="5090160" cy="1224939"/>
            </a:xfrm>
            <a:prstGeom prst="rect">
              <a:avLst/>
            </a:prstGeom>
            <a:noFill/>
            <a:ln w="38100">
              <a:solidFill>
                <a:srgbClr val="089D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文本框 4"/>
            <p:cNvSpPr txBox="1"/>
            <p:nvPr/>
          </p:nvSpPr>
          <p:spPr>
            <a:xfrm>
              <a:off x="4496293" y="1920580"/>
              <a:ext cx="3373413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5000" b="1" dirty="0">
                  <a:solidFill>
                    <a:srgbClr val="089DA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答辩人介绍</a:t>
              </a:r>
            </a:p>
          </p:txBody>
        </p:sp>
        <p:sp>
          <p:nvSpPr>
            <p:cNvPr id="145" name="文本框 144"/>
            <p:cNvSpPr txBox="1"/>
            <p:nvPr/>
          </p:nvSpPr>
          <p:spPr>
            <a:xfrm>
              <a:off x="3730171" y="2758141"/>
              <a:ext cx="4731658" cy="323165"/>
            </a:xfrm>
            <a:prstGeom prst="rect">
              <a:avLst/>
            </a:prstGeom>
            <a:noFill/>
            <a:ln w="3175">
              <a:noFill/>
              <a:prstDash val="solid"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6000" b="1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</a:defRPr>
              </a:lvl1pPr>
            </a:lstStyle>
            <a:p>
              <a:r>
                <a:rPr lang="en-US" altLang="zh-CN" sz="1500" dirty="0">
                  <a:solidFill>
                    <a:srgbClr val="089DA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Introduction of respondent</a:t>
              </a:r>
              <a:endParaRPr lang="zh-CN" altLang="en-US" sz="1500" dirty="0">
                <a:solidFill>
                  <a:srgbClr val="089DA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CD02AEA1-34FB-4272-B102-28FF162B704E}"/>
              </a:ext>
            </a:extLst>
          </p:cNvPr>
          <p:cNvSpPr txBox="1"/>
          <p:nvPr/>
        </p:nvSpPr>
        <p:spPr>
          <a:xfrm>
            <a:off x="2885292" y="3328036"/>
            <a:ext cx="4180507" cy="2981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5000" dirty="0">
                <a:solidFill>
                  <a:srgbClr val="002060"/>
                </a:solidFill>
                <a:latin typeface="方正粗黑宋简体" pitchFamily="2" charset="-122"/>
                <a:ea typeface="方正粗黑宋简体" pitchFamily="2" charset="-122"/>
              </a:rPr>
              <a:t>李    卓</a:t>
            </a:r>
            <a:endParaRPr lang="en-US" altLang="zh-CN" sz="5000" dirty="0">
              <a:solidFill>
                <a:srgbClr val="002060"/>
              </a:solidFill>
              <a:latin typeface="方正粗黑宋简体" pitchFamily="2" charset="-122"/>
              <a:ea typeface="方正粗黑宋简体" pitchFamily="2" charset="-122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35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项目规划</a:t>
            </a:r>
            <a:endParaRPr lang="en-US" altLang="zh-CN" sz="35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35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任务安排</a:t>
            </a:r>
            <a:endParaRPr lang="en-US" altLang="zh-CN" sz="35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35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数据库设计和建立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0837" y="1383602"/>
            <a:ext cx="8873143" cy="5367718"/>
          </a:xfrm>
          <a:prstGeom prst="rect">
            <a:avLst/>
          </a:prstGeom>
          <a:solidFill>
            <a:srgbClr val="089DA3"/>
          </a:solidFill>
          <a:ln>
            <a:noFill/>
          </a:ln>
          <a:effectLst>
            <a:outerShdw blurRad="50800" dist="25400" sx="102000" sy="102000" algn="ctr" rotWithShape="0">
              <a:schemeClr val="bg1">
                <a:lumMod val="65000"/>
                <a:alpha val="3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34" name="文本框 33"/>
          <p:cNvSpPr txBox="1"/>
          <p:nvPr/>
        </p:nvSpPr>
        <p:spPr>
          <a:xfrm>
            <a:off x="3774977" y="1406462"/>
            <a:ext cx="5204207" cy="5102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90000"/>
              </a:lnSpc>
            </a:pPr>
            <a:r>
              <a:rPr lang="en-US" altLang="zh-CN" sz="2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2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项目概述</a:t>
            </a:r>
            <a:endParaRPr lang="en-US" altLang="zh-CN" sz="2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90000"/>
              </a:lnSpc>
            </a:pPr>
            <a:r>
              <a:rPr lang="en-US" altLang="zh-CN" sz="2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2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个人任务展示</a:t>
            </a:r>
            <a:endParaRPr lang="en-US" altLang="zh-CN" sz="2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90000"/>
              </a:lnSpc>
            </a:pPr>
            <a:r>
              <a:rPr lang="en-US" altLang="zh-CN" sz="2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2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个人任务遇到的问题与解决方案</a:t>
            </a:r>
          </a:p>
          <a:p>
            <a:pPr>
              <a:lnSpc>
                <a:spcPct val="190000"/>
              </a:lnSpc>
            </a:pPr>
            <a:r>
              <a:rPr lang="en-US" altLang="zh-CN" sz="2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2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个人任务展望</a:t>
            </a:r>
            <a:endParaRPr lang="en-US" altLang="zh-CN" sz="2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90000"/>
              </a:lnSpc>
            </a:pPr>
            <a:r>
              <a:rPr lang="en-US" altLang="zh-CN" sz="2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05.</a:t>
            </a:r>
            <a:r>
              <a:rPr lang="zh-CN" altLang="en-US" sz="2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个人总结</a:t>
            </a:r>
            <a:endParaRPr lang="en-US" altLang="zh-CN" sz="2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90000"/>
              </a:lnSpc>
            </a:pPr>
            <a:r>
              <a:rPr lang="en-US" altLang="zh-CN" sz="2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06.</a:t>
            </a:r>
            <a:r>
              <a:rPr lang="zh-CN" altLang="en-US" sz="2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项目进度与完成情况</a:t>
            </a:r>
            <a:endParaRPr lang="en-US" altLang="zh-CN" sz="2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90000"/>
              </a:lnSpc>
            </a:pPr>
            <a:r>
              <a:rPr lang="en-US" altLang="zh-CN" sz="2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07.</a:t>
            </a:r>
            <a:r>
              <a:rPr lang="zh-CN" altLang="en-US" sz="2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项目总结与愿景</a:t>
            </a:r>
            <a:endParaRPr lang="en-US" altLang="zh-CN" sz="2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>
            <a:grpSpLocks noChangeAspect="1"/>
          </p:cNvGrpSpPr>
          <p:nvPr/>
        </p:nvGrpSpPr>
        <p:grpSpPr>
          <a:xfrm>
            <a:off x="346860" y="2447461"/>
            <a:ext cx="3169474" cy="3240000"/>
            <a:chOff x="537426" y="2320416"/>
            <a:chExt cx="3420000" cy="3420000"/>
          </a:xfrm>
        </p:grpSpPr>
        <p:grpSp>
          <p:nvGrpSpPr>
            <p:cNvPr id="22" name="组合 21"/>
            <p:cNvGrpSpPr/>
            <p:nvPr/>
          </p:nvGrpSpPr>
          <p:grpSpPr>
            <a:xfrm>
              <a:off x="537426" y="2320416"/>
              <a:ext cx="3420000" cy="3420000"/>
              <a:chOff x="1245373" y="996543"/>
              <a:chExt cx="5002306" cy="4970205"/>
            </a:xfrm>
          </p:grpSpPr>
          <p:sp>
            <p:nvSpPr>
              <p:cNvPr id="23" name="任意多边形 22"/>
              <p:cNvSpPr/>
              <p:nvPr/>
            </p:nvSpPr>
            <p:spPr>
              <a:xfrm flipV="1">
                <a:off x="1245373" y="1632022"/>
                <a:ext cx="1710690" cy="895350"/>
              </a:xfrm>
              <a:custGeom>
                <a:avLst/>
                <a:gdLst>
                  <a:gd name="connsiteX0" fmla="*/ 0 w 1657350"/>
                  <a:gd name="connsiteY0" fmla="*/ 895350 h 895350"/>
                  <a:gd name="connsiteX1" fmla="*/ 1657350 w 1657350"/>
                  <a:gd name="connsiteY1" fmla="*/ 895350 h 895350"/>
                  <a:gd name="connsiteX2" fmla="*/ 1657350 w 1657350"/>
                  <a:gd name="connsiteY2" fmla="*/ 25493 h 895350"/>
                  <a:gd name="connsiteX3" fmla="*/ 519303 w 1657350"/>
                  <a:gd name="connsiteY3" fmla="*/ 0 h 895350"/>
                  <a:gd name="connsiteX4" fmla="*/ 0 w 1657350"/>
                  <a:gd name="connsiteY4" fmla="*/ 895350 h 895350"/>
                  <a:gd name="connsiteX0-1" fmla="*/ 1657350 w 1748790"/>
                  <a:gd name="connsiteY0-2" fmla="*/ 25493 h 986790"/>
                  <a:gd name="connsiteX1-3" fmla="*/ 519303 w 1748790"/>
                  <a:gd name="connsiteY1-4" fmla="*/ 0 h 986790"/>
                  <a:gd name="connsiteX2-5" fmla="*/ 0 w 1748790"/>
                  <a:gd name="connsiteY2-6" fmla="*/ 895350 h 986790"/>
                  <a:gd name="connsiteX3-7" fmla="*/ 1748790 w 1748790"/>
                  <a:gd name="connsiteY3-8" fmla="*/ 986790 h 986790"/>
                  <a:gd name="connsiteX0-9" fmla="*/ 1657350 w 1710690"/>
                  <a:gd name="connsiteY0-10" fmla="*/ 25493 h 895350"/>
                  <a:gd name="connsiteX1-11" fmla="*/ 519303 w 1710690"/>
                  <a:gd name="connsiteY1-12" fmla="*/ 0 h 895350"/>
                  <a:gd name="connsiteX2-13" fmla="*/ 0 w 1710690"/>
                  <a:gd name="connsiteY2-14" fmla="*/ 895350 h 895350"/>
                  <a:gd name="connsiteX3-15" fmla="*/ 1710690 w 1710690"/>
                  <a:gd name="connsiteY3-16" fmla="*/ 891540 h 895350"/>
                  <a:gd name="connsiteX0-17" fmla="*/ 1657350 w 1710690"/>
                  <a:gd name="connsiteY0-18" fmla="*/ 0 h 896751"/>
                  <a:gd name="connsiteX1-19" fmla="*/ 519303 w 1710690"/>
                  <a:gd name="connsiteY1-20" fmla="*/ 1401 h 896751"/>
                  <a:gd name="connsiteX2-21" fmla="*/ 0 w 1710690"/>
                  <a:gd name="connsiteY2-22" fmla="*/ 896751 h 896751"/>
                  <a:gd name="connsiteX3-23" fmla="*/ 1710690 w 1710690"/>
                  <a:gd name="connsiteY3-24" fmla="*/ 892941 h 896751"/>
                  <a:gd name="connsiteX0-25" fmla="*/ 519303 w 1710690"/>
                  <a:gd name="connsiteY0-26" fmla="*/ 0 h 895350"/>
                  <a:gd name="connsiteX1-27" fmla="*/ 0 w 1710690"/>
                  <a:gd name="connsiteY1-28" fmla="*/ 895350 h 895350"/>
                  <a:gd name="connsiteX2-29" fmla="*/ 1710690 w 1710690"/>
                  <a:gd name="connsiteY2-30" fmla="*/ 891540 h 89535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710690" h="895350">
                    <a:moveTo>
                      <a:pt x="519303" y="0"/>
                    </a:moveTo>
                    <a:lnTo>
                      <a:pt x="0" y="895350"/>
                    </a:lnTo>
                    <a:lnTo>
                      <a:pt x="1710690" y="891540"/>
                    </a:lnTo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 flipV="1">
                <a:off x="2568775" y="3966812"/>
                <a:ext cx="2359540" cy="1999936"/>
              </a:xfrm>
              <a:custGeom>
                <a:avLst/>
                <a:gdLst>
                  <a:gd name="connsiteX0" fmla="*/ 0 w 1338835"/>
                  <a:gd name="connsiteY0" fmla="*/ 1154168 h 1154168"/>
                  <a:gd name="connsiteX1" fmla="*/ 1338835 w 1338835"/>
                  <a:gd name="connsiteY1" fmla="*/ 1154168 h 1154168"/>
                  <a:gd name="connsiteX2" fmla="*/ 669417 w 1338835"/>
                  <a:gd name="connsiteY2" fmla="*/ 0 h 1154168"/>
                  <a:gd name="connsiteX3" fmla="*/ 0 w 1338835"/>
                  <a:gd name="connsiteY3" fmla="*/ 1154168 h 1154168"/>
                  <a:gd name="connsiteX0-1" fmla="*/ 1247395 w 1247395"/>
                  <a:gd name="connsiteY0-2" fmla="*/ 1154168 h 1245608"/>
                  <a:gd name="connsiteX1-3" fmla="*/ 577977 w 1247395"/>
                  <a:gd name="connsiteY1-4" fmla="*/ 0 h 1245608"/>
                  <a:gd name="connsiteX2-5" fmla="*/ 0 w 1247395"/>
                  <a:gd name="connsiteY2-6" fmla="*/ 1245608 h 1245608"/>
                  <a:gd name="connsiteX0-7" fmla="*/ 1361695 w 1361695"/>
                  <a:gd name="connsiteY0-8" fmla="*/ 1154168 h 1154168"/>
                  <a:gd name="connsiteX1-9" fmla="*/ 692277 w 1361695"/>
                  <a:gd name="connsiteY1-10" fmla="*/ 0 h 1154168"/>
                  <a:gd name="connsiteX2-11" fmla="*/ 0 w 1361695"/>
                  <a:gd name="connsiteY2-12" fmla="*/ 1150358 h 115416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361695" h="1154168">
                    <a:moveTo>
                      <a:pt x="1361695" y="1154168"/>
                    </a:moveTo>
                    <a:lnTo>
                      <a:pt x="692277" y="0"/>
                    </a:lnTo>
                    <a:cubicBezTo>
                      <a:pt x="469138" y="384723"/>
                      <a:pt x="0" y="1150358"/>
                      <a:pt x="0" y="1150358"/>
                    </a:cubicBezTo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 flipV="1">
                <a:off x="1514403" y="1784421"/>
                <a:ext cx="1438969" cy="711573"/>
              </a:xfrm>
              <a:custGeom>
                <a:avLst/>
                <a:gdLst>
                  <a:gd name="connsiteX0" fmla="*/ 0 w 1401318"/>
                  <a:gd name="connsiteY0" fmla="*/ 597122 h 597122"/>
                  <a:gd name="connsiteX1" fmla="*/ 1401318 w 1401318"/>
                  <a:gd name="connsiteY1" fmla="*/ 597122 h 597122"/>
                  <a:gd name="connsiteX2" fmla="*/ 1401318 w 1401318"/>
                  <a:gd name="connsiteY2" fmla="*/ 0 h 597122"/>
                  <a:gd name="connsiteX3" fmla="*/ 342520 w 1401318"/>
                  <a:gd name="connsiteY3" fmla="*/ 6571 h 597122"/>
                  <a:gd name="connsiteX4" fmla="*/ 0 w 1401318"/>
                  <a:gd name="connsiteY4" fmla="*/ 597122 h 597122"/>
                  <a:gd name="connsiteX0-1" fmla="*/ 1401318 w 1492758"/>
                  <a:gd name="connsiteY0-2" fmla="*/ 0 h 688562"/>
                  <a:gd name="connsiteX1-3" fmla="*/ 342520 w 1492758"/>
                  <a:gd name="connsiteY1-4" fmla="*/ 6571 h 688562"/>
                  <a:gd name="connsiteX2-5" fmla="*/ 0 w 1492758"/>
                  <a:gd name="connsiteY2-6" fmla="*/ 597122 h 688562"/>
                  <a:gd name="connsiteX3-7" fmla="*/ 1492758 w 1492758"/>
                  <a:gd name="connsiteY3-8" fmla="*/ 688562 h 688562"/>
                  <a:gd name="connsiteX0-9" fmla="*/ 1401318 w 1479311"/>
                  <a:gd name="connsiteY0-10" fmla="*/ 0 h 597122"/>
                  <a:gd name="connsiteX1-11" fmla="*/ 342520 w 1479311"/>
                  <a:gd name="connsiteY1-12" fmla="*/ 6571 h 597122"/>
                  <a:gd name="connsiteX2-13" fmla="*/ 0 w 1479311"/>
                  <a:gd name="connsiteY2-14" fmla="*/ 597122 h 597122"/>
                  <a:gd name="connsiteX3-15" fmla="*/ 1479311 w 1479311"/>
                  <a:gd name="connsiteY3-16" fmla="*/ 580985 h 597122"/>
                  <a:gd name="connsiteX0-17" fmla="*/ 1401318 w 1519652"/>
                  <a:gd name="connsiteY0-18" fmla="*/ 0 h 597122"/>
                  <a:gd name="connsiteX1-19" fmla="*/ 342520 w 1519652"/>
                  <a:gd name="connsiteY1-20" fmla="*/ 6571 h 597122"/>
                  <a:gd name="connsiteX2-21" fmla="*/ 0 w 1519652"/>
                  <a:gd name="connsiteY2-22" fmla="*/ 597122 h 597122"/>
                  <a:gd name="connsiteX3-23" fmla="*/ 1519652 w 1519652"/>
                  <a:gd name="connsiteY3-24" fmla="*/ 594432 h 597122"/>
                  <a:gd name="connsiteX0-25" fmla="*/ 1401318 w 1438969"/>
                  <a:gd name="connsiteY0-26" fmla="*/ 0 h 607880"/>
                  <a:gd name="connsiteX1-27" fmla="*/ 342520 w 1438969"/>
                  <a:gd name="connsiteY1-28" fmla="*/ 6571 h 607880"/>
                  <a:gd name="connsiteX2-29" fmla="*/ 0 w 1438969"/>
                  <a:gd name="connsiteY2-30" fmla="*/ 597122 h 607880"/>
                  <a:gd name="connsiteX3-31" fmla="*/ 1438969 w 1438969"/>
                  <a:gd name="connsiteY3-32" fmla="*/ 607880 h 607880"/>
                  <a:gd name="connsiteX0-33" fmla="*/ 1401318 w 1438969"/>
                  <a:gd name="connsiteY0-34" fmla="*/ 0 h 597122"/>
                  <a:gd name="connsiteX1-35" fmla="*/ 342520 w 1438969"/>
                  <a:gd name="connsiteY1-36" fmla="*/ 6571 h 597122"/>
                  <a:gd name="connsiteX2-37" fmla="*/ 0 w 1438969"/>
                  <a:gd name="connsiteY2-38" fmla="*/ 597122 h 597122"/>
                  <a:gd name="connsiteX3-39" fmla="*/ 1438969 w 1438969"/>
                  <a:gd name="connsiteY3-40" fmla="*/ 580986 h 597122"/>
                  <a:gd name="connsiteX0-41" fmla="*/ 1401318 w 1438969"/>
                  <a:gd name="connsiteY0-42" fmla="*/ 0 h 597122"/>
                  <a:gd name="connsiteX1-43" fmla="*/ 342520 w 1438969"/>
                  <a:gd name="connsiteY1-44" fmla="*/ 6571 h 597122"/>
                  <a:gd name="connsiteX2-45" fmla="*/ 0 w 1438969"/>
                  <a:gd name="connsiteY2-46" fmla="*/ 597122 h 597122"/>
                  <a:gd name="connsiteX3-47" fmla="*/ 1438969 w 1438969"/>
                  <a:gd name="connsiteY3-48" fmla="*/ 594433 h 597122"/>
                  <a:gd name="connsiteX0-49" fmla="*/ 1401318 w 1401318"/>
                  <a:gd name="connsiteY0-50" fmla="*/ 0 h 597122"/>
                  <a:gd name="connsiteX1-51" fmla="*/ 342520 w 1401318"/>
                  <a:gd name="connsiteY1-52" fmla="*/ 6571 h 597122"/>
                  <a:gd name="connsiteX2-53" fmla="*/ 0 w 1401318"/>
                  <a:gd name="connsiteY2-54" fmla="*/ 597122 h 597122"/>
                  <a:gd name="connsiteX3-55" fmla="*/ 1385181 w 1401318"/>
                  <a:gd name="connsiteY3-56" fmla="*/ 594433 h 597122"/>
                  <a:gd name="connsiteX0-57" fmla="*/ 1401318 w 1401318"/>
                  <a:gd name="connsiteY0-58" fmla="*/ 0 h 597122"/>
                  <a:gd name="connsiteX1-59" fmla="*/ 342520 w 1401318"/>
                  <a:gd name="connsiteY1-60" fmla="*/ 6571 h 597122"/>
                  <a:gd name="connsiteX2-61" fmla="*/ 0 w 1401318"/>
                  <a:gd name="connsiteY2-62" fmla="*/ 597122 h 597122"/>
                  <a:gd name="connsiteX3-63" fmla="*/ 1398628 w 1401318"/>
                  <a:gd name="connsiteY3-64" fmla="*/ 594433 h 597122"/>
                  <a:gd name="connsiteX0-65" fmla="*/ 1401318 w 1438969"/>
                  <a:gd name="connsiteY0-66" fmla="*/ 0 h 597122"/>
                  <a:gd name="connsiteX1-67" fmla="*/ 342520 w 1438969"/>
                  <a:gd name="connsiteY1-68" fmla="*/ 6571 h 597122"/>
                  <a:gd name="connsiteX2-69" fmla="*/ 0 w 1438969"/>
                  <a:gd name="connsiteY2-70" fmla="*/ 597122 h 597122"/>
                  <a:gd name="connsiteX3-71" fmla="*/ 1438969 w 1438969"/>
                  <a:gd name="connsiteY3-72" fmla="*/ 594433 h 597122"/>
                  <a:gd name="connsiteX0-73" fmla="*/ 342520 w 1438969"/>
                  <a:gd name="connsiteY0-74" fmla="*/ 0 h 590551"/>
                  <a:gd name="connsiteX1-75" fmla="*/ 0 w 1438969"/>
                  <a:gd name="connsiteY1-76" fmla="*/ 590551 h 590551"/>
                  <a:gd name="connsiteX2-77" fmla="*/ 1438969 w 1438969"/>
                  <a:gd name="connsiteY2-78" fmla="*/ 587862 h 590551"/>
                  <a:gd name="connsiteX0-79" fmla="*/ 436650 w 1438969"/>
                  <a:gd name="connsiteY0-80" fmla="*/ 0 h 765363"/>
                  <a:gd name="connsiteX1-81" fmla="*/ 0 w 1438969"/>
                  <a:gd name="connsiteY1-82" fmla="*/ 765363 h 765363"/>
                  <a:gd name="connsiteX2-83" fmla="*/ 1438969 w 1438969"/>
                  <a:gd name="connsiteY2-84" fmla="*/ 762674 h 765363"/>
                  <a:gd name="connsiteX0-85" fmla="*/ 409756 w 1438969"/>
                  <a:gd name="connsiteY0-86" fmla="*/ 0 h 711574"/>
                  <a:gd name="connsiteX1-87" fmla="*/ 0 w 1438969"/>
                  <a:gd name="connsiteY1-88" fmla="*/ 711574 h 711574"/>
                  <a:gd name="connsiteX2-89" fmla="*/ 1438969 w 1438969"/>
                  <a:gd name="connsiteY2-90" fmla="*/ 708885 h 71157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438969" h="711574">
                    <a:moveTo>
                      <a:pt x="409756" y="0"/>
                    </a:moveTo>
                    <a:lnTo>
                      <a:pt x="0" y="711574"/>
                    </a:lnTo>
                    <a:lnTo>
                      <a:pt x="1438969" y="708885"/>
                    </a:lnTo>
                  </a:path>
                </a:pathLst>
              </a:custGeom>
              <a:noFill/>
              <a:ln w="1016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6" name="任意多边形 25"/>
              <p:cNvSpPr/>
              <p:nvPr/>
            </p:nvSpPr>
            <p:spPr>
              <a:xfrm flipV="1">
                <a:off x="2757191" y="4066311"/>
                <a:ext cx="2001754" cy="1719078"/>
              </a:xfrm>
              <a:custGeom>
                <a:avLst/>
                <a:gdLst>
                  <a:gd name="connsiteX0" fmla="*/ 0 w 996314"/>
                  <a:gd name="connsiteY0" fmla="*/ 858892 h 858892"/>
                  <a:gd name="connsiteX1" fmla="*/ 996314 w 996314"/>
                  <a:gd name="connsiteY1" fmla="*/ 858892 h 858892"/>
                  <a:gd name="connsiteX2" fmla="*/ 498157 w 996314"/>
                  <a:gd name="connsiteY2" fmla="*/ 0 h 858892"/>
                  <a:gd name="connsiteX3" fmla="*/ 0 w 996314"/>
                  <a:gd name="connsiteY3" fmla="*/ 858892 h 858892"/>
                  <a:gd name="connsiteX0-1" fmla="*/ 904874 w 904874"/>
                  <a:gd name="connsiteY0-2" fmla="*/ 858892 h 950332"/>
                  <a:gd name="connsiteX1-3" fmla="*/ 406717 w 904874"/>
                  <a:gd name="connsiteY1-4" fmla="*/ 0 h 950332"/>
                  <a:gd name="connsiteX2-5" fmla="*/ 0 w 904874"/>
                  <a:gd name="connsiteY2-6" fmla="*/ 950332 h 950332"/>
                  <a:gd name="connsiteX0-7" fmla="*/ 1000124 w 1000124"/>
                  <a:gd name="connsiteY0-8" fmla="*/ 858892 h 858892"/>
                  <a:gd name="connsiteX1-9" fmla="*/ 501967 w 1000124"/>
                  <a:gd name="connsiteY1-10" fmla="*/ 0 h 858892"/>
                  <a:gd name="connsiteX2-11" fmla="*/ 0 w 1000124"/>
                  <a:gd name="connsiteY2-12" fmla="*/ 855082 h 85889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000124" h="858892">
                    <a:moveTo>
                      <a:pt x="1000124" y="858892"/>
                    </a:moveTo>
                    <a:lnTo>
                      <a:pt x="501967" y="0"/>
                    </a:lnTo>
                    <a:cubicBezTo>
                      <a:pt x="335915" y="286297"/>
                      <a:pt x="0" y="855082"/>
                      <a:pt x="0" y="855082"/>
                    </a:cubicBezTo>
                  </a:path>
                </a:pathLst>
              </a:custGeom>
              <a:noFill/>
              <a:ln w="1016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7" name="任意多边形 26"/>
              <p:cNvSpPr/>
              <p:nvPr/>
            </p:nvSpPr>
            <p:spPr>
              <a:xfrm flipH="1" flipV="1">
                <a:off x="4536989" y="1632022"/>
                <a:ext cx="1710690" cy="895350"/>
              </a:xfrm>
              <a:custGeom>
                <a:avLst/>
                <a:gdLst>
                  <a:gd name="connsiteX0" fmla="*/ 0 w 1657350"/>
                  <a:gd name="connsiteY0" fmla="*/ 895350 h 895350"/>
                  <a:gd name="connsiteX1" fmla="*/ 1657350 w 1657350"/>
                  <a:gd name="connsiteY1" fmla="*/ 895350 h 895350"/>
                  <a:gd name="connsiteX2" fmla="*/ 1657350 w 1657350"/>
                  <a:gd name="connsiteY2" fmla="*/ 25493 h 895350"/>
                  <a:gd name="connsiteX3" fmla="*/ 519303 w 1657350"/>
                  <a:gd name="connsiteY3" fmla="*/ 0 h 895350"/>
                  <a:gd name="connsiteX4" fmla="*/ 0 w 1657350"/>
                  <a:gd name="connsiteY4" fmla="*/ 895350 h 895350"/>
                  <a:gd name="connsiteX0-1" fmla="*/ 1657350 w 1748790"/>
                  <a:gd name="connsiteY0-2" fmla="*/ 25493 h 986790"/>
                  <a:gd name="connsiteX1-3" fmla="*/ 519303 w 1748790"/>
                  <a:gd name="connsiteY1-4" fmla="*/ 0 h 986790"/>
                  <a:gd name="connsiteX2-5" fmla="*/ 0 w 1748790"/>
                  <a:gd name="connsiteY2-6" fmla="*/ 895350 h 986790"/>
                  <a:gd name="connsiteX3-7" fmla="*/ 1748790 w 1748790"/>
                  <a:gd name="connsiteY3-8" fmla="*/ 986790 h 986790"/>
                  <a:gd name="connsiteX0-9" fmla="*/ 1657350 w 1710690"/>
                  <a:gd name="connsiteY0-10" fmla="*/ 25493 h 895350"/>
                  <a:gd name="connsiteX1-11" fmla="*/ 519303 w 1710690"/>
                  <a:gd name="connsiteY1-12" fmla="*/ 0 h 895350"/>
                  <a:gd name="connsiteX2-13" fmla="*/ 0 w 1710690"/>
                  <a:gd name="connsiteY2-14" fmla="*/ 895350 h 895350"/>
                  <a:gd name="connsiteX3-15" fmla="*/ 1710690 w 1710690"/>
                  <a:gd name="connsiteY3-16" fmla="*/ 891540 h 895350"/>
                  <a:gd name="connsiteX0-17" fmla="*/ 1657350 w 1710690"/>
                  <a:gd name="connsiteY0-18" fmla="*/ 0 h 896751"/>
                  <a:gd name="connsiteX1-19" fmla="*/ 519303 w 1710690"/>
                  <a:gd name="connsiteY1-20" fmla="*/ 1401 h 896751"/>
                  <a:gd name="connsiteX2-21" fmla="*/ 0 w 1710690"/>
                  <a:gd name="connsiteY2-22" fmla="*/ 896751 h 896751"/>
                  <a:gd name="connsiteX3-23" fmla="*/ 1710690 w 1710690"/>
                  <a:gd name="connsiteY3-24" fmla="*/ 892941 h 896751"/>
                  <a:gd name="connsiteX0-25" fmla="*/ 519303 w 1710690"/>
                  <a:gd name="connsiteY0-26" fmla="*/ 0 h 895350"/>
                  <a:gd name="connsiteX1-27" fmla="*/ 0 w 1710690"/>
                  <a:gd name="connsiteY1-28" fmla="*/ 895350 h 895350"/>
                  <a:gd name="connsiteX2-29" fmla="*/ 1710690 w 1710690"/>
                  <a:gd name="connsiteY2-30" fmla="*/ 891540 h 89535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710690" h="895350">
                    <a:moveTo>
                      <a:pt x="519303" y="0"/>
                    </a:moveTo>
                    <a:lnTo>
                      <a:pt x="0" y="895350"/>
                    </a:lnTo>
                    <a:lnTo>
                      <a:pt x="1710690" y="891540"/>
                    </a:lnTo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/>
              </a:p>
            </p:txBody>
          </p:sp>
          <p:sp>
            <p:nvSpPr>
              <p:cNvPr id="28" name="任意多边形 27"/>
              <p:cNvSpPr/>
              <p:nvPr/>
            </p:nvSpPr>
            <p:spPr>
              <a:xfrm flipH="1" flipV="1">
                <a:off x="4534298" y="1784421"/>
                <a:ext cx="1438969" cy="711574"/>
              </a:xfrm>
              <a:custGeom>
                <a:avLst/>
                <a:gdLst>
                  <a:gd name="connsiteX0" fmla="*/ 0 w 1401318"/>
                  <a:gd name="connsiteY0" fmla="*/ 597122 h 597122"/>
                  <a:gd name="connsiteX1" fmla="*/ 1401318 w 1401318"/>
                  <a:gd name="connsiteY1" fmla="*/ 597122 h 597122"/>
                  <a:gd name="connsiteX2" fmla="*/ 1401318 w 1401318"/>
                  <a:gd name="connsiteY2" fmla="*/ 0 h 597122"/>
                  <a:gd name="connsiteX3" fmla="*/ 342520 w 1401318"/>
                  <a:gd name="connsiteY3" fmla="*/ 6571 h 597122"/>
                  <a:gd name="connsiteX4" fmla="*/ 0 w 1401318"/>
                  <a:gd name="connsiteY4" fmla="*/ 597122 h 597122"/>
                  <a:gd name="connsiteX0-1" fmla="*/ 1401318 w 1492758"/>
                  <a:gd name="connsiteY0-2" fmla="*/ 0 h 688562"/>
                  <a:gd name="connsiteX1-3" fmla="*/ 342520 w 1492758"/>
                  <a:gd name="connsiteY1-4" fmla="*/ 6571 h 688562"/>
                  <a:gd name="connsiteX2-5" fmla="*/ 0 w 1492758"/>
                  <a:gd name="connsiteY2-6" fmla="*/ 597122 h 688562"/>
                  <a:gd name="connsiteX3-7" fmla="*/ 1492758 w 1492758"/>
                  <a:gd name="connsiteY3-8" fmla="*/ 688562 h 688562"/>
                  <a:gd name="connsiteX0-9" fmla="*/ 1401318 w 1479311"/>
                  <a:gd name="connsiteY0-10" fmla="*/ 0 h 597122"/>
                  <a:gd name="connsiteX1-11" fmla="*/ 342520 w 1479311"/>
                  <a:gd name="connsiteY1-12" fmla="*/ 6571 h 597122"/>
                  <a:gd name="connsiteX2-13" fmla="*/ 0 w 1479311"/>
                  <a:gd name="connsiteY2-14" fmla="*/ 597122 h 597122"/>
                  <a:gd name="connsiteX3-15" fmla="*/ 1479311 w 1479311"/>
                  <a:gd name="connsiteY3-16" fmla="*/ 580985 h 597122"/>
                  <a:gd name="connsiteX0-17" fmla="*/ 1401318 w 1519652"/>
                  <a:gd name="connsiteY0-18" fmla="*/ 0 h 597122"/>
                  <a:gd name="connsiteX1-19" fmla="*/ 342520 w 1519652"/>
                  <a:gd name="connsiteY1-20" fmla="*/ 6571 h 597122"/>
                  <a:gd name="connsiteX2-21" fmla="*/ 0 w 1519652"/>
                  <a:gd name="connsiteY2-22" fmla="*/ 597122 h 597122"/>
                  <a:gd name="connsiteX3-23" fmla="*/ 1519652 w 1519652"/>
                  <a:gd name="connsiteY3-24" fmla="*/ 594432 h 597122"/>
                  <a:gd name="connsiteX0-25" fmla="*/ 1401318 w 1438969"/>
                  <a:gd name="connsiteY0-26" fmla="*/ 0 h 607880"/>
                  <a:gd name="connsiteX1-27" fmla="*/ 342520 w 1438969"/>
                  <a:gd name="connsiteY1-28" fmla="*/ 6571 h 607880"/>
                  <a:gd name="connsiteX2-29" fmla="*/ 0 w 1438969"/>
                  <a:gd name="connsiteY2-30" fmla="*/ 597122 h 607880"/>
                  <a:gd name="connsiteX3-31" fmla="*/ 1438969 w 1438969"/>
                  <a:gd name="connsiteY3-32" fmla="*/ 607880 h 607880"/>
                  <a:gd name="connsiteX0-33" fmla="*/ 1401318 w 1438969"/>
                  <a:gd name="connsiteY0-34" fmla="*/ 0 h 597122"/>
                  <a:gd name="connsiteX1-35" fmla="*/ 342520 w 1438969"/>
                  <a:gd name="connsiteY1-36" fmla="*/ 6571 h 597122"/>
                  <a:gd name="connsiteX2-37" fmla="*/ 0 w 1438969"/>
                  <a:gd name="connsiteY2-38" fmla="*/ 597122 h 597122"/>
                  <a:gd name="connsiteX3-39" fmla="*/ 1438969 w 1438969"/>
                  <a:gd name="connsiteY3-40" fmla="*/ 580986 h 597122"/>
                  <a:gd name="connsiteX0-41" fmla="*/ 1401318 w 1438969"/>
                  <a:gd name="connsiteY0-42" fmla="*/ 0 h 597122"/>
                  <a:gd name="connsiteX1-43" fmla="*/ 342520 w 1438969"/>
                  <a:gd name="connsiteY1-44" fmla="*/ 6571 h 597122"/>
                  <a:gd name="connsiteX2-45" fmla="*/ 0 w 1438969"/>
                  <a:gd name="connsiteY2-46" fmla="*/ 597122 h 597122"/>
                  <a:gd name="connsiteX3-47" fmla="*/ 1438969 w 1438969"/>
                  <a:gd name="connsiteY3-48" fmla="*/ 594433 h 597122"/>
                  <a:gd name="connsiteX0-49" fmla="*/ 1401318 w 1401318"/>
                  <a:gd name="connsiteY0-50" fmla="*/ 0 h 597122"/>
                  <a:gd name="connsiteX1-51" fmla="*/ 342520 w 1401318"/>
                  <a:gd name="connsiteY1-52" fmla="*/ 6571 h 597122"/>
                  <a:gd name="connsiteX2-53" fmla="*/ 0 w 1401318"/>
                  <a:gd name="connsiteY2-54" fmla="*/ 597122 h 597122"/>
                  <a:gd name="connsiteX3-55" fmla="*/ 1385181 w 1401318"/>
                  <a:gd name="connsiteY3-56" fmla="*/ 594433 h 597122"/>
                  <a:gd name="connsiteX0-57" fmla="*/ 1401318 w 1401318"/>
                  <a:gd name="connsiteY0-58" fmla="*/ 0 h 597122"/>
                  <a:gd name="connsiteX1-59" fmla="*/ 342520 w 1401318"/>
                  <a:gd name="connsiteY1-60" fmla="*/ 6571 h 597122"/>
                  <a:gd name="connsiteX2-61" fmla="*/ 0 w 1401318"/>
                  <a:gd name="connsiteY2-62" fmla="*/ 597122 h 597122"/>
                  <a:gd name="connsiteX3-63" fmla="*/ 1398628 w 1401318"/>
                  <a:gd name="connsiteY3-64" fmla="*/ 594433 h 597122"/>
                  <a:gd name="connsiteX0-65" fmla="*/ 1401318 w 1438969"/>
                  <a:gd name="connsiteY0-66" fmla="*/ 0 h 597122"/>
                  <a:gd name="connsiteX1-67" fmla="*/ 342520 w 1438969"/>
                  <a:gd name="connsiteY1-68" fmla="*/ 6571 h 597122"/>
                  <a:gd name="connsiteX2-69" fmla="*/ 0 w 1438969"/>
                  <a:gd name="connsiteY2-70" fmla="*/ 597122 h 597122"/>
                  <a:gd name="connsiteX3-71" fmla="*/ 1438969 w 1438969"/>
                  <a:gd name="connsiteY3-72" fmla="*/ 594433 h 597122"/>
                  <a:gd name="connsiteX0-73" fmla="*/ 342520 w 1438969"/>
                  <a:gd name="connsiteY0-74" fmla="*/ 0 h 590551"/>
                  <a:gd name="connsiteX1-75" fmla="*/ 0 w 1438969"/>
                  <a:gd name="connsiteY1-76" fmla="*/ 590551 h 590551"/>
                  <a:gd name="connsiteX2-77" fmla="*/ 1438969 w 1438969"/>
                  <a:gd name="connsiteY2-78" fmla="*/ 587862 h 590551"/>
                  <a:gd name="connsiteX0-79" fmla="*/ 436650 w 1438969"/>
                  <a:gd name="connsiteY0-80" fmla="*/ 0 h 765363"/>
                  <a:gd name="connsiteX1-81" fmla="*/ 0 w 1438969"/>
                  <a:gd name="connsiteY1-82" fmla="*/ 765363 h 765363"/>
                  <a:gd name="connsiteX2-83" fmla="*/ 1438969 w 1438969"/>
                  <a:gd name="connsiteY2-84" fmla="*/ 762674 h 765363"/>
                  <a:gd name="connsiteX0-85" fmla="*/ 409756 w 1438969"/>
                  <a:gd name="connsiteY0-86" fmla="*/ 0 h 711574"/>
                  <a:gd name="connsiteX1-87" fmla="*/ 0 w 1438969"/>
                  <a:gd name="connsiteY1-88" fmla="*/ 711574 h 711574"/>
                  <a:gd name="connsiteX2-89" fmla="*/ 1438969 w 1438969"/>
                  <a:gd name="connsiteY2-90" fmla="*/ 708885 h 71157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438969" h="711574">
                    <a:moveTo>
                      <a:pt x="409756" y="0"/>
                    </a:moveTo>
                    <a:lnTo>
                      <a:pt x="0" y="711574"/>
                    </a:lnTo>
                    <a:lnTo>
                      <a:pt x="1438969" y="708885"/>
                    </a:lnTo>
                  </a:path>
                </a:pathLst>
              </a:custGeom>
              <a:noFill/>
              <a:ln w="1016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grpSp>
            <p:nvGrpSpPr>
              <p:cNvPr id="29" name="组合 28"/>
              <p:cNvGrpSpPr/>
              <p:nvPr/>
            </p:nvGrpSpPr>
            <p:grpSpPr>
              <a:xfrm>
                <a:off x="2982602" y="996543"/>
                <a:ext cx="1593372" cy="1133196"/>
                <a:chOff x="1743075" y="720725"/>
                <a:chExt cx="5573713" cy="3963988"/>
              </a:xfrm>
              <a:solidFill>
                <a:schemeClr val="bg1"/>
              </a:solidFill>
            </p:grpSpPr>
            <p:sp>
              <p:nvSpPr>
                <p:cNvPr id="30" name="Freeform 27"/>
                <p:cNvSpPr/>
                <p:nvPr/>
              </p:nvSpPr>
              <p:spPr bwMode="auto">
                <a:xfrm>
                  <a:off x="1743075" y="720725"/>
                  <a:ext cx="5573713" cy="2676525"/>
                </a:xfrm>
                <a:custGeom>
                  <a:avLst/>
                  <a:gdLst>
                    <a:gd name="T0" fmla="*/ 944 w 2050"/>
                    <a:gd name="T1" fmla="*/ 28 h 988"/>
                    <a:gd name="T2" fmla="*/ 1101 w 2050"/>
                    <a:gd name="T3" fmla="*/ 25 h 988"/>
                    <a:gd name="T4" fmla="*/ 2021 w 2050"/>
                    <a:gd name="T5" fmla="*/ 464 h 988"/>
                    <a:gd name="T6" fmla="*/ 2049 w 2050"/>
                    <a:gd name="T7" fmla="*/ 497 h 988"/>
                    <a:gd name="T8" fmla="*/ 2022 w 2050"/>
                    <a:gd name="T9" fmla="*/ 526 h 988"/>
                    <a:gd name="T10" fmla="*/ 1090 w 2050"/>
                    <a:gd name="T11" fmla="*/ 970 h 988"/>
                    <a:gd name="T12" fmla="*/ 966 w 2050"/>
                    <a:gd name="T13" fmla="*/ 973 h 988"/>
                    <a:gd name="T14" fmla="*/ 637 w 2050"/>
                    <a:gd name="T15" fmla="*/ 817 h 988"/>
                    <a:gd name="T16" fmla="*/ 573 w 2050"/>
                    <a:gd name="T17" fmla="*/ 784 h 988"/>
                    <a:gd name="T18" fmla="*/ 579 w 2050"/>
                    <a:gd name="T19" fmla="*/ 763 h 988"/>
                    <a:gd name="T20" fmla="*/ 972 w 2050"/>
                    <a:gd name="T21" fmla="*/ 559 h 988"/>
                    <a:gd name="T22" fmla="*/ 1099 w 2050"/>
                    <a:gd name="T23" fmla="*/ 550 h 988"/>
                    <a:gd name="T24" fmla="*/ 1138 w 2050"/>
                    <a:gd name="T25" fmla="*/ 500 h 988"/>
                    <a:gd name="T26" fmla="*/ 1110 w 2050"/>
                    <a:gd name="T27" fmla="*/ 448 h 988"/>
                    <a:gd name="T28" fmla="*/ 996 w 2050"/>
                    <a:gd name="T29" fmla="*/ 427 h 988"/>
                    <a:gd name="T30" fmla="*/ 922 w 2050"/>
                    <a:gd name="T31" fmla="*/ 466 h 988"/>
                    <a:gd name="T32" fmla="*/ 916 w 2050"/>
                    <a:gd name="T33" fmla="*/ 516 h 988"/>
                    <a:gd name="T34" fmla="*/ 521 w 2050"/>
                    <a:gd name="T35" fmla="*/ 721 h 988"/>
                    <a:gd name="T36" fmla="*/ 500 w 2050"/>
                    <a:gd name="T37" fmla="*/ 749 h 988"/>
                    <a:gd name="T38" fmla="*/ 269 w 2050"/>
                    <a:gd name="T39" fmla="*/ 641 h 988"/>
                    <a:gd name="T40" fmla="*/ 28 w 2050"/>
                    <a:gd name="T41" fmla="*/ 526 h 988"/>
                    <a:gd name="T42" fmla="*/ 1 w 2050"/>
                    <a:gd name="T43" fmla="*/ 493 h 988"/>
                    <a:gd name="T44" fmla="*/ 31 w 2050"/>
                    <a:gd name="T45" fmla="*/ 463 h 988"/>
                    <a:gd name="T46" fmla="*/ 944 w 2050"/>
                    <a:gd name="T47" fmla="*/ 28 h 9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2050" h="988">
                      <a:moveTo>
                        <a:pt x="944" y="28"/>
                      </a:moveTo>
                      <a:cubicBezTo>
                        <a:pt x="992" y="1"/>
                        <a:pt x="1053" y="0"/>
                        <a:pt x="1101" y="25"/>
                      </a:cubicBezTo>
                      <a:cubicBezTo>
                        <a:pt x="1408" y="172"/>
                        <a:pt x="1715" y="318"/>
                        <a:pt x="2021" y="464"/>
                      </a:cubicBezTo>
                      <a:cubicBezTo>
                        <a:pt x="2035" y="470"/>
                        <a:pt x="2050" y="481"/>
                        <a:pt x="2049" y="497"/>
                      </a:cubicBezTo>
                      <a:cubicBezTo>
                        <a:pt x="2047" y="512"/>
                        <a:pt x="2034" y="521"/>
                        <a:pt x="2022" y="526"/>
                      </a:cubicBezTo>
                      <a:cubicBezTo>
                        <a:pt x="1711" y="674"/>
                        <a:pt x="1400" y="822"/>
                        <a:pt x="1090" y="970"/>
                      </a:cubicBezTo>
                      <a:cubicBezTo>
                        <a:pt x="1051" y="988"/>
                        <a:pt x="1005" y="988"/>
                        <a:pt x="966" y="973"/>
                      </a:cubicBezTo>
                      <a:cubicBezTo>
                        <a:pt x="856" y="921"/>
                        <a:pt x="747" y="869"/>
                        <a:pt x="637" y="817"/>
                      </a:cubicBezTo>
                      <a:cubicBezTo>
                        <a:pt x="616" y="806"/>
                        <a:pt x="594" y="797"/>
                        <a:pt x="573" y="784"/>
                      </a:cubicBezTo>
                      <a:cubicBezTo>
                        <a:pt x="567" y="777"/>
                        <a:pt x="570" y="766"/>
                        <a:pt x="579" y="763"/>
                      </a:cubicBezTo>
                      <a:cubicBezTo>
                        <a:pt x="710" y="695"/>
                        <a:pt x="841" y="627"/>
                        <a:pt x="972" y="559"/>
                      </a:cubicBezTo>
                      <a:cubicBezTo>
                        <a:pt x="1013" y="572"/>
                        <a:pt x="1060" y="570"/>
                        <a:pt x="1099" y="550"/>
                      </a:cubicBezTo>
                      <a:cubicBezTo>
                        <a:pt x="1118" y="540"/>
                        <a:pt x="1136" y="523"/>
                        <a:pt x="1138" y="500"/>
                      </a:cubicBezTo>
                      <a:cubicBezTo>
                        <a:pt x="1141" y="479"/>
                        <a:pt x="1126" y="460"/>
                        <a:pt x="1110" y="448"/>
                      </a:cubicBezTo>
                      <a:cubicBezTo>
                        <a:pt x="1077" y="426"/>
                        <a:pt x="1035" y="421"/>
                        <a:pt x="996" y="427"/>
                      </a:cubicBezTo>
                      <a:cubicBezTo>
                        <a:pt x="968" y="432"/>
                        <a:pt x="940" y="443"/>
                        <a:pt x="922" y="466"/>
                      </a:cubicBezTo>
                      <a:cubicBezTo>
                        <a:pt x="911" y="480"/>
                        <a:pt x="908" y="499"/>
                        <a:pt x="916" y="516"/>
                      </a:cubicBezTo>
                      <a:cubicBezTo>
                        <a:pt x="784" y="584"/>
                        <a:pt x="652" y="652"/>
                        <a:pt x="521" y="721"/>
                      </a:cubicBezTo>
                      <a:cubicBezTo>
                        <a:pt x="509" y="725"/>
                        <a:pt x="500" y="736"/>
                        <a:pt x="500" y="749"/>
                      </a:cubicBezTo>
                      <a:cubicBezTo>
                        <a:pt x="422" y="715"/>
                        <a:pt x="346" y="677"/>
                        <a:pt x="269" y="641"/>
                      </a:cubicBezTo>
                      <a:cubicBezTo>
                        <a:pt x="189" y="602"/>
                        <a:pt x="108" y="564"/>
                        <a:pt x="28" y="526"/>
                      </a:cubicBezTo>
                      <a:cubicBezTo>
                        <a:pt x="15" y="520"/>
                        <a:pt x="0" y="509"/>
                        <a:pt x="1" y="493"/>
                      </a:cubicBezTo>
                      <a:cubicBezTo>
                        <a:pt x="3" y="478"/>
                        <a:pt x="18" y="469"/>
                        <a:pt x="31" y="463"/>
                      </a:cubicBezTo>
                      <a:cubicBezTo>
                        <a:pt x="335" y="318"/>
                        <a:pt x="640" y="173"/>
                        <a:pt x="944" y="2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350">
                    <a:solidFill>
                      <a:srgbClr val="222524"/>
                    </a:solidFill>
                  </a:endParaRPr>
                </a:p>
              </p:txBody>
            </p:sp>
            <p:sp>
              <p:nvSpPr>
                <p:cNvPr id="31" name="Freeform 28"/>
                <p:cNvSpPr/>
                <p:nvPr/>
              </p:nvSpPr>
              <p:spPr bwMode="auto">
                <a:xfrm>
                  <a:off x="2773363" y="2760663"/>
                  <a:ext cx="236538" cy="971550"/>
                </a:xfrm>
                <a:custGeom>
                  <a:avLst/>
                  <a:gdLst>
                    <a:gd name="T0" fmla="*/ 0 w 87"/>
                    <a:gd name="T1" fmla="*/ 0 h 359"/>
                    <a:gd name="T2" fmla="*/ 87 w 87"/>
                    <a:gd name="T3" fmla="*/ 42 h 359"/>
                    <a:gd name="T4" fmla="*/ 48 w 87"/>
                    <a:gd name="T5" fmla="*/ 359 h 359"/>
                    <a:gd name="T6" fmla="*/ 0 w 87"/>
                    <a:gd name="T7" fmla="*/ 252 h 359"/>
                    <a:gd name="T8" fmla="*/ 0 w 87"/>
                    <a:gd name="T9" fmla="*/ 0 h 3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359">
                      <a:moveTo>
                        <a:pt x="0" y="0"/>
                      </a:moveTo>
                      <a:cubicBezTo>
                        <a:pt x="29" y="14"/>
                        <a:pt x="58" y="28"/>
                        <a:pt x="87" y="42"/>
                      </a:cubicBezTo>
                      <a:cubicBezTo>
                        <a:pt x="74" y="148"/>
                        <a:pt x="61" y="253"/>
                        <a:pt x="48" y="359"/>
                      </a:cubicBezTo>
                      <a:cubicBezTo>
                        <a:pt x="23" y="328"/>
                        <a:pt x="0" y="293"/>
                        <a:pt x="0" y="252"/>
                      </a:cubicBezTo>
                      <a:cubicBezTo>
                        <a:pt x="1" y="168"/>
                        <a:pt x="0" y="8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350">
                    <a:solidFill>
                      <a:srgbClr val="222524"/>
                    </a:solidFill>
                  </a:endParaRPr>
                </a:p>
              </p:txBody>
            </p:sp>
            <p:sp>
              <p:nvSpPr>
                <p:cNvPr id="32" name="Freeform 29"/>
                <p:cNvSpPr/>
                <p:nvPr/>
              </p:nvSpPr>
              <p:spPr bwMode="auto">
                <a:xfrm>
                  <a:off x="3363913" y="2768600"/>
                  <a:ext cx="2900363" cy="1693863"/>
                </a:xfrm>
                <a:custGeom>
                  <a:avLst/>
                  <a:gdLst>
                    <a:gd name="T0" fmla="*/ 496 w 1067"/>
                    <a:gd name="T1" fmla="*/ 275 h 625"/>
                    <a:gd name="T2" fmla="*/ 1067 w 1067"/>
                    <a:gd name="T3" fmla="*/ 0 h 625"/>
                    <a:gd name="T4" fmla="*/ 1067 w 1067"/>
                    <a:gd name="T5" fmla="*/ 253 h 625"/>
                    <a:gd name="T6" fmla="*/ 1022 w 1067"/>
                    <a:gd name="T7" fmla="*/ 353 h 625"/>
                    <a:gd name="T8" fmla="*/ 871 w 1067"/>
                    <a:gd name="T9" fmla="*/ 479 h 625"/>
                    <a:gd name="T10" fmla="*/ 285 w 1067"/>
                    <a:gd name="T11" fmla="*/ 591 h 625"/>
                    <a:gd name="T12" fmla="*/ 52 w 1067"/>
                    <a:gd name="T13" fmla="*/ 518 h 625"/>
                    <a:gd name="T14" fmla="*/ 0 w 1067"/>
                    <a:gd name="T15" fmla="*/ 101 h 625"/>
                    <a:gd name="T16" fmla="*/ 356 w 1067"/>
                    <a:gd name="T17" fmla="*/ 273 h 625"/>
                    <a:gd name="T18" fmla="*/ 496 w 1067"/>
                    <a:gd name="T19" fmla="*/ 275 h 6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67" h="625">
                      <a:moveTo>
                        <a:pt x="496" y="275"/>
                      </a:moveTo>
                      <a:cubicBezTo>
                        <a:pt x="686" y="184"/>
                        <a:pt x="876" y="92"/>
                        <a:pt x="1067" y="0"/>
                      </a:cubicBezTo>
                      <a:cubicBezTo>
                        <a:pt x="1066" y="85"/>
                        <a:pt x="1067" y="169"/>
                        <a:pt x="1067" y="253"/>
                      </a:cubicBezTo>
                      <a:cubicBezTo>
                        <a:pt x="1065" y="291"/>
                        <a:pt x="1044" y="324"/>
                        <a:pt x="1022" y="353"/>
                      </a:cubicBezTo>
                      <a:cubicBezTo>
                        <a:pt x="980" y="404"/>
                        <a:pt x="927" y="445"/>
                        <a:pt x="871" y="479"/>
                      </a:cubicBezTo>
                      <a:cubicBezTo>
                        <a:pt x="697" y="583"/>
                        <a:pt x="486" y="625"/>
                        <a:pt x="285" y="591"/>
                      </a:cubicBezTo>
                      <a:cubicBezTo>
                        <a:pt x="204" y="578"/>
                        <a:pt x="126" y="552"/>
                        <a:pt x="52" y="518"/>
                      </a:cubicBezTo>
                      <a:cubicBezTo>
                        <a:pt x="34" y="379"/>
                        <a:pt x="17" y="240"/>
                        <a:pt x="0" y="101"/>
                      </a:cubicBezTo>
                      <a:cubicBezTo>
                        <a:pt x="118" y="159"/>
                        <a:pt x="238" y="216"/>
                        <a:pt x="356" y="273"/>
                      </a:cubicBezTo>
                      <a:cubicBezTo>
                        <a:pt x="400" y="295"/>
                        <a:pt x="452" y="297"/>
                        <a:pt x="496" y="27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350">
                    <a:solidFill>
                      <a:srgbClr val="222524"/>
                    </a:solidFill>
                  </a:endParaRPr>
                </a:p>
              </p:txBody>
            </p:sp>
            <p:sp>
              <p:nvSpPr>
                <p:cNvPr id="33" name="Freeform 30"/>
                <p:cNvSpPr/>
                <p:nvPr/>
              </p:nvSpPr>
              <p:spPr bwMode="auto">
                <a:xfrm>
                  <a:off x="2974975" y="2955925"/>
                  <a:ext cx="404813" cy="1728788"/>
                </a:xfrm>
                <a:custGeom>
                  <a:avLst/>
                  <a:gdLst>
                    <a:gd name="T0" fmla="*/ 0 w 149"/>
                    <a:gd name="T1" fmla="*/ 568 h 638"/>
                    <a:gd name="T2" fmla="*/ 74 w 149"/>
                    <a:gd name="T3" fmla="*/ 0 h 638"/>
                    <a:gd name="T4" fmla="*/ 145 w 149"/>
                    <a:gd name="T5" fmla="*/ 538 h 638"/>
                    <a:gd name="T6" fmla="*/ 149 w 149"/>
                    <a:gd name="T7" fmla="*/ 572 h 638"/>
                    <a:gd name="T8" fmla="*/ 101 w 149"/>
                    <a:gd name="T9" fmla="*/ 629 h 638"/>
                    <a:gd name="T10" fmla="*/ 27 w 149"/>
                    <a:gd name="T11" fmla="*/ 617 h 638"/>
                    <a:gd name="T12" fmla="*/ 0 w 149"/>
                    <a:gd name="T13" fmla="*/ 568 h 6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49" h="638">
                      <a:moveTo>
                        <a:pt x="0" y="568"/>
                      </a:moveTo>
                      <a:cubicBezTo>
                        <a:pt x="24" y="379"/>
                        <a:pt x="49" y="190"/>
                        <a:pt x="74" y="0"/>
                      </a:cubicBezTo>
                      <a:cubicBezTo>
                        <a:pt x="98" y="180"/>
                        <a:pt x="121" y="359"/>
                        <a:pt x="145" y="538"/>
                      </a:cubicBezTo>
                      <a:cubicBezTo>
                        <a:pt x="146" y="549"/>
                        <a:pt x="148" y="560"/>
                        <a:pt x="149" y="572"/>
                      </a:cubicBezTo>
                      <a:cubicBezTo>
                        <a:pt x="142" y="596"/>
                        <a:pt x="126" y="620"/>
                        <a:pt x="101" y="629"/>
                      </a:cubicBezTo>
                      <a:cubicBezTo>
                        <a:pt x="77" y="638"/>
                        <a:pt x="47" y="635"/>
                        <a:pt x="27" y="617"/>
                      </a:cubicBezTo>
                      <a:cubicBezTo>
                        <a:pt x="13" y="605"/>
                        <a:pt x="2" y="587"/>
                        <a:pt x="0" y="56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350">
                    <a:solidFill>
                      <a:srgbClr val="222524"/>
                    </a:solidFill>
                  </a:endParaRPr>
                </a:p>
              </p:txBody>
            </p:sp>
          </p:grpSp>
        </p:grpSp>
        <p:sp>
          <p:nvSpPr>
            <p:cNvPr id="35" name="文本框 34"/>
            <p:cNvSpPr txBox="1"/>
            <p:nvPr/>
          </p:nvSpPr>
          <p:spPr>
            <a:xfrm>
              <a:off x="1422530" y="3219078"/>
              <a:ext cx="1654515" cy="747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000" dirty="0">
                  <a:solidFill>
                    <a:schemeClr val="bg1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目  录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651292" y="3974790"/>
              <a:ext cx="1195028" cy="4154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100" dirty="0">
                  <a:solidFill>
                    <a:srgbClr val="089DA3"/>
                  </a:solidFill>
                  <a:latin typeface="华文仿宋" panose="02010600040101010101" pitchFamily="2" charset="-122"/>
                  <a:ea typeface="华文仿宋" panose="02010600040101010101" pitchFamily="2" charset="-122"/>
                </a:rPr>
                <a:t>Contents</a:t>
              </a:r>
              <a:endParaRPr lang="zh-CN" altLang="en-US" sz="2100" dirty="0">
                <a:solidFill>
                  <a:srgbClr val="089DA3"/>
                </a:solidFill>
                <a:latin typeface="华文仿宋" panose="02010600040101010101" pitchFamily="2" charset="-122"/>
                <a:ea typeface="华文仿宋" panose="020106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868110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/>
          <p:cNvSpPr/>
          <p:nvPr/>
        </p:nvSpPr>
        <p:spPr>
          <a:xfrm>
            <a:off x="241269" y="1385603"/>
            <a:ext cx="8661461" cy="5367718"/>
          </a:xfrm>
          <a:prstGeom prst="rect">
            <a:avLst/>
          </a:prstGeom>
          <a:solidFill>
            <a:srgbClr val="089DA3"/>
          </a:solidFill>
          <a:ln>
            <a:noFill/>
          </a:ln>
          <a:effectLst>
            <a:outerShdw blurRad="50800" dist="25400" sx="102000" sy="102000" algn="ctr" rotWithShape="0">
              <a:schemeClr val="bg1">
                <a:lumMod val="65000"/>
                <a:alpha val="3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grpSp>
        <p:nvGrpSpPr>
          <p:cNvPr id="22" name="组合 21"/>
          <p:cNvGrpSpPr/>
          <p:nvPr/>
        </p:nvGrpSpPr>
        <p:grpSpPr>
          <a:xfrm>
            <a:off x="537428" y="2320416"/>
            <a:ext cx="3420000" cy="3420000"/>
            <a:chOff x="1245373" y="996543"/>
            <a:chExt cx="5002306" cy="4970205"/>
          </a:xfrm>
        </p:grpSpPr>
        <p:sp>
          <p:nvSpPr>
            <p:cNvPr id="23" name="任意多边形 22"/>
            <p:cNvSpPr/>
            <p:nvPr/>
          </p:nvSpPr>
          <p:spPr>
            <a:xfrm flipV="1">
              <a:off x="1245373" y="1632022"/>
              <a:ext cx="1710690" cy="895350"/>
            </a:xfrm>
            <a:custGeom>
              <a:avLst/>
              <a:gdLst>
                <a:gd name="connsiteX0" fmla="*/ 0 w 1657350"/>
                <a:gd name="connsiteY0" fmla="*/ 895350 h 895350"/>
                <a:gd name="connsiteX1" fmla="*/ 1657350 w 1657350"/>
                <a:gd name="connsiteY1" fmla="*/ 895350 h 895350"/>
                <a:gd name="connsiteX2" fmla="*/ 1657350 w 1657350"/>
                <a:gd name="connsiteY2" fmla="*/ 25493 h 895350"/>
                <a:gd name="connsiteX3" fmla="*/ 519303 w 1657350"/>
                <a:gd name="connsiteY3" fmla="*/ 0 h 895350"/>
                <a:gd name="connsiteX4" fmla="*/ 0 w 1657350"/>
                <a:gd name="connsiteY4" fmla="*/ 895350 h 895350"/>
                <a:gd name="connsiteX0-1" fmla="*/ 1657350 w 1748790"/>
                <a:gd name="connsiteY0-2" fmla="*/ 25493 h 986790"/>
                <a:gd name="connsiteX1-3" fmla="*/ 519303 w 1748790"/>
                <a:gd name="connsiteY1-4" fmla="*/ 0 h 986790"/>
                <a:gd name="connsiteX2-5" fmla="*/ 0 w 1748790"/>
                <a:gd name="connsiteY2-6" fmla="*/ 895350 h 986790"/>
                <a:gd name="connsiteX3-7" fmla="*/ 1748790 w 1748790"/>
                <a:gd name="connsiteY3-8" fmla="*/ 986790 h 986790"/>
                <a:gd name="connsiteX0-9" fmla="*/ 1657350 w 1710690"/>
                <a:gd name="connsiteY0-10" fmla="*/ 25493 h 895350"/>
                <a:gd name="connsiteX1-11" fmla="*/ 519303 w 1710690"/>
                <a:gd name="connsiteY1-12" fmla="*/ 0 h 895350"/>
                <a:gd name="connsiteX2-13" fmla="*/ 0 w 1710690"/>
                <a:gd name="connsiteY2-14" fmla="*/ 895350 h 895350"/>
                <a:gd name="connsiteX3-15" fmla="*/ 1710690 w 1710690"/>
                <a:gd name="connsiteY3-16" fmla="*/ 891540 h 895350"/>
                <a:gd name="connsiteX0-17" fmla="*/ 1657350 w 1710690"/>
                <a:gd name="connsiteY0-18" fmla="*/ 0 h 896751"/>
                <a:gd name="connsiteX1-19" fmla="*/ 519303 w 1710690"/>
                <a:gd name="connsiteY1-20" fmla="*/ 1401 h 896751"/>
                <a:gd name="connsiteX2-21" fmla="*/ 0 w 1710690"/>
                <a:gd name="connsiteY2-22" fmla="*/ 896751 h 896751"/>
                <a:gd name="connsiteX3-23" fmla="*/ 1710690 w 1710690"/>
                <a:gd name="connsiteY3-24" fmla="*/ 892941 h 896751"/>
                <a:gd name="connsiteX0-25" fmla="*/ 519303 w 1710690"/>
                <a:gd name="connsiteY0-26" fmla="*/ 0 h 895350"/>
                <a:gd name="connsiteX1-27" fmla="*/ 0 w 1710690"/>
                <a:gd name="connsiteY1-28" fmla="*/ 895350 h 895350"/>
                <a:gd name="connsiteX2-29" fmla="*/ 1710690 w 1710690"/>
                <a:gd name="connsiteY2-30" fmla="*/ 891540 h 8953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710690" h="895350">
                  <a:moveTo>
                    <a:pt x="519303" y="0"/>
                  </a:moveTo>
                  <a:lnTo>
                    <a:pt x="0" y="895350"/>
                  </a:lnTo>
                  <a:lnTo>
                    <a:pt x="1710690" y="89154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4" name="任意多边形 23"/>
            <p:cNvSpPr/>
            <p:nvPr/>
          </p:nvSpPr>
          <p:spPr>
            <a:xfrm flipV="1">
              <a:off x="2568775" y="3966812"/>
              <a:ext cx="2359540" cy="1999936"/>
            </a:xfrm>
            <a:custGeom>
              <a:avLst/>
              <a:gdLst>
                <a:gd name="connsiteX0" fmla="*/ 0 w 1338835"/>
                <a:gd name="connsiteY0" fmla="*/ 1154168 h 1154168"/>
                <a:gd name="connsiteX1" fmla="*/ 1338835 w 1338835"/>
                <a:gd name="connsiteY1" fmla="*/ 1154168 h 1154168"/>
                <a:gd name="connsiteX2" fmla="*/ 669417 w 1338835"/>
                <a:gd name="connsiteY2" fmla="*/ 0 h 1154168"/>
                <a:gd name="connsiteX3" fmla="*/ 0 w 1338835"/>
                <a:gd name="connsiteY3" fmla="*/ 1154168 h 1154168"/>
                <a:gd name="connsiteX0-1" fmla="*/ 1247395 w 1247395"/>
                <a:gd name="connsiteY0-2" fmla="*/ 1154168 h 1245608"/>
                <a:gd name="connsiteX1-3" fmla="*/ 577977 w 1247395"/>
                <a:gd name="connsiteY1-4" fmla="*/ 0 h 1245608"/>
                <a:gd name="connsiteX2-5" fmla="*/ 0 w 1247395"/>
                <a:gd name="connsiteY2-6" fmla="*/ 1245608 h 1245608"/>
                <a:gd name="connsiteX0-7" fmla="*/ 1361695 w 1361695"/>
                <a:gd name="connsiteY0-8" fmla="*/ 1154168 h 1154168"/>
                <a:gd name="connsiteX1-9" fmla="*/ 692277 w 1361695"/>
                <a:gd name="connsiteY1-10" fmla="*/ 0 h 1154168"/>
                <a:gd name="connsiteX2-11" fmla="*/ 0 w 1361695"/>
                <a:gd name="connsiteY2-12" fmla="*/ 1150358 h 11541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361695" h="1154168">
                  <a:moveTo>
                    <a:pt x="1361695" y="1154168"/>
                  </a:moveTo>
                  <a:lnTo>
                    <a:pt x="692277" y="0"/>
                  </a:lnTo>
                  <a:cubicBezTo>
                    <a:pt x="469138" y="384723"/>
                    <a:pt x="0" y="1150358"/>
                    <a:pt x="0" y="1150358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5" name="任意多边形 24"/>
            <p:cNvSpPr/>
            <p:nvPr/>
          </p:nvSpPr>
          <p:spPr>
            <a:xfrm flipV="1">
              <a:off x="1514403" y="1784421"/>
              <a:ext cx="1438969" cy="711574"/>
            </a:xfrm>
            <a:custGeom>
              <a:avLst/>
              <a:gdLst>
                <a:gd name="connsiteX0" fmla="*/ 0 w 1401318"/>
                <a:gd name="connsiteY0" fmla="*/ 597122 h 597122"/>
                <a:gd name="connsiteX1" fmla="*/ 1401318 w 1401318"/>
                <a:gd name="connsiteY1" fmla="*/ 597122 h 597122"/>
                <a:gd name="connsiteX2" fmla="*/ 1401318 w 1401318"/>
                <a:gd name="connsiteY2" fmla="*/ 0 h 597122"/>
                <a:gd name="connsiteX3" fmla="*/ 342520 w 1401318"/>
                <a:gd name="connsiteY3" fmla="*/ 6571 h 597122"/>
                <a:gd name="connsiteX4" fmla="*/ 0 w 1401318"/>
                <a:gd name="connsiteY4" fmla="*/ 597122 h 597122"/>
                <a:gd name="connsiteX0-1" fmla="*/ 1401318 w 1492758"/>
                <a:gd name="connsiteY0-2" fmla="*/ 0 h 688562"/>
                <a:gd name="connsiteX1-3" fmla="*/ 342520 w 1492758"/>
                <a:gd name="connsiteY1-4" fmla="*/ 6571 h 688562"/>
                <a:gd name="connsiteX2-5" fmla="*/ 0 w 1492758"/>
                <a:gd name="connsiteY2-6" fmla="*/ 597122 h 688562"/>
                <a:gd name="connsiteX3-7" fmla="*/ 1492758 w 1492758"/>
                <a:gd name="connsiteY3-8" fmla="*/ 688562 h 688562"/>
                <a:gd name="connsiteX0-9" fmla="*/ 1401318 w 1479311"/>
                <a:gd name="connsiteY0-10" fmla="*/ 0 h 597122"/>
                <a:gd name="connsiteX1-11" fmla="*/ 342520 w 1479311"/>
                <a:gd name="connsiteY1-12" fmla="*/ 6571 h 597122"/>
                <a:gd name="connsiteX2-13" fmla="*/ 0 w 1479311"/>
                <a:gd name="connsiteY2-14" fmla="*/ 597122 h 597122"/>
                <a:gd name="connsiteX3-15" fmla="*/ 1479311 w 1479311"/>
                <a:gd name="connsiteY3-16" fmla="*/ 580985 h 597122"/>
                <a:gd name="connsiteX0-17" fmla="*/ 1401318 w 1519652"/>
                <a:gd name="connsiteY0-18" fmla="*/ 0 h 597122"/>
                <a:gd name="connsiteX1-19" fmla="*/ 342520 w 1519652"/>
                <a:gd name="connsiteY1-20" fmla="*/ 6571 h 597122"/>
                <a:gd name="connsiteX2-21" fmla="*/ 0 w 1519652"/>
                <a:gd name="connsiteY2-22" fmla="*/ 597122 h 597122"/>
                <a:gd name="connsiteX3-23" fmla="*/ 1519652 w 1519652"/>
                <a:gd name="connsiteY3-24" fmla="*/ 594432 h 597122"/>
                <a:gd name="connsiteX0-25" fmla="*/ 1401318 w 1438969"/>
                <a:gd name="connsiteY0-26" fmla="*/ 0 h 607880"/>
                <a:gd name="connsiteX1-27" fmla="*/ 342520 w 1438969"/>
                <a:gd name="connsiteY1-28" fmla="*/ 6571 h 607880"/>
                <a:gd name="connsiteX2-29" fmla="*/ 0 w 1438969"/>
                <a:gd name="connsiteY2-30" fmla="*/ 597122 h 607880"/>
                <a:gd name="connsiteX3-31" fmla="*/ 1438969 w 1438969"/>
                <a:gd name="connsiteY3-32" fmla="*/ 607880 h 607880"/>
                <a:gd name="connsiteX0-33" fmla="*/ 1401318 w 1438969"/>
                <a:gd name="connsiteY0-34" fmla="*/ 0 h 597122"/>
                <a:gd name="connsiteX1-35" fmla="*/ 342520 w 1438969"/>
                <a:gd name="connsiteY1-36" fmla="*/ 6571 h 597122"/>
                <a:gd name="connsiteX2-37" fmla="*/ 0 w 1438969"/>
                <a:gd name="connsiteY2-38" fmla="*/ 597122 h 597122"/>
                <a:gd name="connsiteX3-39" fmla="*/ 1438969 w 1438969"/>
                <a:gd name="connsiteY3-40" fmla="*/ 580986 h 597122"/>
                <a:gd name="connsiteX0-41" fmla="*/ 1401318 w 1438969"/>
                <a:gd name="connsiteY0-42" fmla="*/ 0 h 597122"/>
                <a:gd name="connsiteX1-43" fmla="*/ 342520 w 1438969"/>
                <a:gd name="connsiteY1-44" fmla="*/ 6571 h 597122"/>
                <a:gd name="connsiteX2-45" fmla="*/ 0 w 1438969"/>
                <a:gd name="connsiteY2-46" fmla="*/ 597122 h 597122"/>
                <a:gd name="connsiteX3-47" fmla="*/ 1438969 w 1438969"/>
                <a:gd name="connsiteY3-48" fmla="*/ 594433 h 597122"/>
                <a:gd name="connsiteX0-49" fmla="*/ 1401318 w 1401318"/>
                <a:gd name="connsiteY0-50" fmla="*/ 0 h 597122"/>
                <a:gd name="connsiteX1-51" fmla="*/ 342520 w 1401318"/>
                <a:gd name="connsiteY1-52" fmla="*/ 6571 h 597122"/>
                <a:gd name="connsiteX2-53" fmla="*/ 0 w 1401318"/>
                <a:gd name="connsiteY2-54" fmla="*/ 597122 h 597122"/>
                <a:gd name="connsiteX3-55" fmla="*/ 1385181 w 1401318"/>
                <a:gd name="connsiteY3-56" fmla="*/ 594433 h 597122"/>
                <a:gd name="connsiteX0-57" fmla="*/ 1401318 w 1401318"/>
                <a:gd name="connsiteY0-58" fmla="*/ 0 h 597122"/>
                <a:gd name="connsiteX1-59" fmla="*/ 342520 w 1401318"/>
                <a:gd name="connsiteY1-60" fmla="*/ 6571 h 597122"/>
                <a:gd name="connsiteX2-61" fmla="*/ 0 w 1401318"/>
                <a:gd name="connsiteY2-62" fmla="*/ 597122 h 597122"/>
                <a:gd name="connsiteX3-63" fmla="*/ 1398628 w 1401318"/>
                <a:gd name="connsiteY3-64" fmla="*/ 594433 h 597122"/>
                <a:gd name="connsiteX0-65" fmla="*/ 1401318 w 1438969"/>
                <a:gd name="connsiteY0-66" fmla="*/ 0 h 597122"/>
                <a:gd name="connsiteX1-67" fmla="*/ 342520 w 1438969"/>
                <a:gd name="connsiteY1-68" fmla="*/ 6571 h 597122"/>
                <a:gd name="connsiteX2-69" fmla="*/ 0 w 1438969"/>
                <a:gd name="connsiteY2-70" fmla="*/ 597122 h 597122"/>
                <a:gd name="connsiteX3-71" fmla="*/ 1438969 w 1438969"/>
                <a:gd name="connsiteY3-72" fmla="*/ 594433 h 597122"/>
                <a:gd name="connsiteX0-73" fmla="*/ 342520 w 1438969"/>
                <a:gd name="connsiteY0-74" fmla="*/ 0 h 590551"/>
                <a:gd name="connsiteX1-75" fmla="*/ 0 w 1438969"/>
                <a:gd name="connsiteY1-76" fmla="*/ 590551 h 590551"/>
                <a:gd name="connsiteX2-77" fmla="*/ 1438969 w 1438969"/>
                <a:gd name="connsiteY2-78" fmla="*/ 587862 h 590551"/>
                <a:gd name="connsiteX0-79" fmla="*/ 436650 w 1438969"/>
                <a:gd name="connsiteY0-80" fmla="*/ 0 h 765363"/>
                <a:gd name="connsiteX1-81" fmla="*/ 0 w 1438969"/>
                <a:gd name="connsiteY1-82" fmla="*/ 765363 h 765363"/>
                <a:gd name="connsiteX2-83" fmla="*/ 1438969 w 1438969"/>
                <a:gd name="connsiteY2-84" fmla="*/ 762674 h 765363"/>
                <a:gd name="connsiteX0-85" fmla="*/ 409756 w 1438969"/>
                <a:gd name="connsiteY0-86" fmla="*/ 0 h 711574"/>
                <a:gd name="connsiteX1-87" fmla="*/ 0 w 1438969"/>
                <a:gd name="connsiteY1-88" fmla="*/ 711574 h 711574"/>
                <a:gd name="connsiteX2-89" fmla="*/ 1438969 w 1438969"/>
                <a:gd name="connsiteY2-90" fmla="*/ 708885 h 71157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438969" h="711574">
                  <a:moveTo>
                    <a:pt x="409756" y="0"/>
                  </a:moveTo>
                  <a:lnTo>
                    <a:pt x="0" y="711574"/>
                  </a:lnTo>
                  <a:lnTo>
                    <a:pt x="1438969" y="708885"/>
                  </a:lnTo>
                </a:path>
              </a:pathLst>
            </a:custGeom>
            <a:noFill/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6" name="任意多边形 25"/>
            <p:cNvSpPr/>
            <p:nvPr/>
          </p:nvSpPr>
          <p:spPr>
            <a:xfrm flipV="1">
              <a:off x="2757191" y="4066311"/>
              <a:ext cx="2001754" cy="1719078"/>
            </a:xfrm>
            <a:custGeom>
              <a:avLst/>
              <a:gdLst>
                <a:gd name="connsiteX0" fmla="*/ 0 w 996314"/>
                <a:gd name="connsiteY0" fmla="*/ 858892 h 858892"/>
                <a:gd name="connsiteX1" fmla="*/ 996314 w 996314"/>
                <a:gd name="connsiteY1" fmla="*/ 858892 h 858892"/>
                <a:gd name="connsiteX2" fmla="*/ 498157 w 996314"/>
                <a:gd name="connsiteY2" fmla="*/ 0 h 858892"/>
                <a:gd name="connsiteX3" fmla="*/ 0 w 996314"/>
                <a:gd name="connsiteY3" fmla="*/ 858892 h 858892"/>
                <a:gd name="connsiteX0-1" fmla="*/ 904874 w 904874"/>
                <a:gd name="connsiteY0-2" fmla="*/ 858892 h 950332"/>
                <a:gd name="connsiteX1-3" fmla="*/ 406717 w 904874"/>
                <a:gd name="connsiteY1-4" fmla="*/ 0 h 950332"/>
                <a:gd name="connsiteX2-5" fmla="*/ 0 w 904874"/>
                <a:gd name="connsiteY2-6" fmla="*/ 950332 h 950332"/>
                <a:gd name="connsiteX0-7" fmla="*/ 1000124 w 1000124"/>
                <a:gd name="connsiteY0-8" fmla="*/ 858892 h 858892"/>
                <a:gd name="connsiteX1-9" fmla="*/ 501967 w 1000124"/>
                <a:gd name="connsiteY1-10" fmla="*/ 0 h 858892"/>
                <a:gd name="connsiteX2-11" fmla="*/ 0 w 1000124"/>
                <a:gd name="connsiteY2-12" fmla="*/ 855082 h 85889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124" h="858892">
                  <a:moveTo>
                    <a:pt x="1000124" y="858892"/>
                  </a:moveTo>
                  <a:lnTo>
                    <a:pt x="501967" y="0"/>
                  </a:lnTo>
                  <a:cubicBezTo>
                    <a:pt x="335915" y="286297"/>
                    <a:pt x="0" y="855082"/>
                    <a:pt x="0" y="855082"/>
                  </a:cubicBezTo>
                </a:path>
              </a:pathLst>
            </a:custGeom>
            <a:noFill/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7" name="任意多边形 26"/>
            <p:cNvSpPr/>
            <p:nvPr/>
          </p:nvSpPr>
          <p:spPr>
            <a:xfrm flipH="1" flipV="1">
              <a:off x="4536989" y="1632022"/>
              <a:ext cx="1710690" cy="895350"/>
            </a:xfrm>
            <a:custGeom>
              <a:avLst/>
              <a:gdLst>
                <a:gd name="connsiteX0" fmla="*/ 0 w 1657350"/>
                <a:gd name="connsiteY0" fmla="*/ 895350 h 895350"/>
                <a:gd name="connsiteX1" fmla="*/ 1657350 w 1657350"/>
                <a:gd name="connsiteY1" fmla="*/ 895350 h 895350"/>
                <a:gd name="connsiteX2" fmla="*/ 1657350 w 1657350"/>
                <a:gd name="connsiteY2" fmla="*/ 25493 h 895350"/>
                <a:gd name="connsiteX3" fmla="*/ 519303 w 1657350"/>
                <a:gd name="connsiteY3" fmla="*/ 0 h 895350"/>
                <a:gd name="connsiteX4" fmla="*/ 0 w 1657350"/>
                <a:gd name="connsiteY4" fmla="*/ 895350 h 895350"/>
                <a:gd name="connsiteX0-1" fmla="*/ 1657350 w 1748790"/>
                <a:gd name="connsiteY0-2" fmla="*/ 25493 h 986790"/>
                <a:gd name="connsiteX1-3" fmla="*/ 519303 w 1748790"/>
                <a:gd name="connsiteY1-4" fmla="*/ 0 h 986790"/>
                <a:gd name="connsiteX2-5" fmla="*/ 0 w 1748790"/>
                <a:gd name="connsiteY2-6" fmla="*/ 895350 h 986790"/>
                <a:gd name="connsiteX3-7" fmla="*/ 1748790 w 1748790"/>
                <a:gd name="connsiteY3-8" fmla="*/ 986790 h 986790"/>
                <a:gd name="connsiteX0-9" fmla="*/ 1657350 w 1710690"/>
                <a:gd name="connsiteY0-10" fmla="*/ 25493 h 895350"/>
                <a:gd name="connsiteX1-11" fmla="*/ 519303 w 1710690"/>
                <a:gd name="connsiteY1-12" fmla="*/ 0 h 895350"/>
                <a:gd name="connsiteX2-13" fmla="*/ 0 w 1710690"/>
                <a:gd name="connsiteY2-14" fmla="*/ 895350 h 895350"/>
                <a:gd name="connsiteX3-15" fmla="*/ 1710690 w 1710690"/>
                <a:gd name="connsiteY3-16" fmla="*/ 891540 h 895350"/>
                <a:gd name="connsiteX0-17" fmla="*/ 1657350 w 1710690"/>
                <a:gd name="connsiteY0-18" fmla="*/ 0 h 896751"/>
                <a:gd name="connsiteX1-19" fmla="*/ 519303 w 1710690"/>
                <a:gd name="connsiteY1-20" fmla="*/ 1401 h 896751"/>
                <a:gd name="connsiteX2-21" fmla="*/ 0 w 1710690"/>
                <a:gd name="connsiteY2-22" fmla="*/ 896751 h 896751"/>
                <a:gd name="connsiteX3-23" fmla="*/ 1710690 w 1710690"/>
                <a:gd name="connsiteY3-24" fmla="*/ 892941 h 896751"/>
                <a:gd name="connsiteX0-25" fmla="*/ 519303 w 1710690"/>
                <a:gd name="connsiteY0-26" fmla="*/ 0 h 895350"/>
                <a:gd name="connsiteX1-27" fmla="*/ 0 w 1710690"/>
                <a:gd name="connsiteY1-28" fmla="*/ 895350 h 895350"/>
                <a:gd name="connsiteX2-29" fmla="*/ 1710690 w 1710690"/>
                <a:gd name="connsiteY2-30" fmla="*/ 891540 h 8953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710690" h="895350">
                  <a:moveTo>
                    <a:pt x="519303" y="0"/>
                  </a:moveTo>
                  <a:lnTo>
                    <a:pt x="0" y="895350"/>
                  </a:lnTo>
                  <a:lnTo>
                    <a:pt x="1710690" y="89154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sp>
          <p:nvSpPr>
            <p:cNvPr id="28" name="任意多边形 27"/>
            <p:cNvSpPr/>
            <p:nvPr/>
          </p:nvSpPr>
          <p:spPr>
            <a:xfrm flipH="1" flipV="1">
              <a:off x="4534298" y="1784421"/>
              <a:ext cx="1438969" cy="711574"/>
            </a:xfrm>
            <a:custGeom>
              <a:avLst/>
              <a:gdLst>
                <a:gd name="connsiteX0" fmla="*/ 0 w 1401318"/>
                <a:gd name="connsiteY0" fmla="*/ 597122 h 597122"/>
                <a:gd name="connsiteX1" fmla="*/ 1401318 w 1401318"/>
                <a:gd name="connsiteY1" fmla="*/ 597122 h 597122"/>
                <a:gd name="connsiteX2" fmla="*/ 1401318 w 1401318"/>
                <a:gd name="connsiteY2" fmla="*/ 0 h 597122"/>
                <a:gd name="connsiteX3" fmla="*/ 342520 w 1401318"/>
                <a:gd name="connsiteY3" fmla="*/ 6571 h 597122"/>
                <a:gd name="connsiteX4" fmla="*/ 0 w 1401318"/>
                <a:gd name="connsiteY4" fmla="*/ 597122 h 597122"/>
                <a:gd name="connsiteX0-1" fmla="*/ 1401318 w 1492758"/>
                <a:gd name="connsiteY0-2" fmla="*/ 0 h 688562"/>
                <a:gd name="connsiteX1-3" fmla="*/ 342520 w 1492758"/>
                <a:gd name="connsiteY1-4" fmla="*/ 6571 h 688562"/>
                <a:gd name="connsiteX2-5" fmla="*/ 0 w 1492758"/>
                <a:gd name="connsiteY2-6" fmla="*/ 597122 h 688562"/>
                <a:gd name="connsiteX3-7" fmla="*/ 1492758 w 1492758"/>
                <a:gd name="connsiteY3-8" fmla="*/ 688562 h 688562"/>
                <a:gd name="connsiteX0-9" fmla="*/ 1401318 w 1479311"/>
                <a:gd name="connsiteY0-10" fmla="*/ 0 h 597122"/>
                <a:gd name="connsiteX1-11" fmla="*/ 342520 w 1479311"/>
                <a:gd name="connsiteY1-12" fmla="*/ 6571 h 597122"/>
                <a:gd name="connsiteX2-13" fmla="*/ 0 w 1479311"/>
                <a:gd name="connsiteY2-14" fmla="*/ 597122 h 597122"/>
                <a:gd name="connsiteX3-15" fmla="*/ 1479311 w 1479311"/>
                <a:gd name="connsiteY3-16" fmla="*/ 580985 h 597122"/>
                <a:gd name="connsiteX0-17" fmla="*/ 1401318 w 1519652"/>
                <a:gd name="connsiteY0-18" fmla="*/ 0 h 597122"/>
                <a:gd name="connsiteX1-19" fmla="*/ 342520 w 1519652"/>
                <a:gd name="connsiteY1-20" fmla="*/ 6571 h 597122"/>
                <a:gd name="connsiteX2-21" fmla="*/ 0 w 1519652"/>
                <a:gd name="connsiteY2-22" fmla="*/ 597122 h 597122"/>
                <a:gd name="connsiteX3-23" fmla="*/ 1519652 w 1519652"/>
                <a:gd name="connsiteY3-24" fmla="*/ 594432 h 597122"/>
                <a:gd name="connsiteX0-25" fmla="*/ 1401318 w 1438969"/>
                <a:gd name="connsiteY0-26" fmla="*/ 0 h 607880"/>
                <a:gd name="connsiteX1-27" fmla="*/ 342520 w 1438969"/>
                <a:gd name="connsiteY1-28" fmla="*/ 6571 h 607880"/>
                <a:gd name="connsiteX2-29" fmla="*/ 0 w 1438969"/>
                <a:gd name="connsiteY2-30" fmla="*/ 597122 h 607880"/>
                <a:gd name="connsiteX3-31" fmla="*/ 1438969 w 1438969"/>
                <a:gd name="connsiteY3-32" fmla="*/ 607880 h 607880"/>
                <a:gd name="connsiteX0-33" fmla="*/ 1401318 w 1438969"/>
                <a:gd name="connsiteY0-34" fmla="*/ 0 h 597122"/>
                <a:gd name="connsiteX1-35" fmla="*/ 342520 w 1438969"/>
                <a:gd name="connsiteY1-36" fmla="*/ 6571 h 597122"/>
                <a:gd name="connsiteX2-37" fmla="*/ 0 w 1438969"/>
                <a:gd name="connsiteY2-38" fmla="*/ 597122 h 597122"/>
                <a:gd name="connsiteX3-39" fmla="*/ 1438969 w 1438969"/>
                <a:gd name="connsiteY3-40" fmla="*/ 580986 h 597122"/>
                <a:gd name="connsiteX0-41" fmla="*/ 1401318 w 1438969"/>
                <a:gd name="connsiteY0-42" fmla="*/ 0 h 597122"/>
                <a:gd name="connsiteX1-43" fmla="*/ 342520 w 1438969"/>
                <a:gd name="connsiteY1-44" fmla="*/ 6571 h 597122"/>
                <a:gd name="connsiteX2-45" fmla="*/ 0 w 1438969"/>
                <a:gd name="connsiteY2-46" fmla="*/ 597122 h 597122"/>
                <a:gd name="connsiteX3-47" fmla="*/ 1438969 w 1438969"/>
                <a:gd name="connsiteY3-48" fmla="*/ 594433 h 597122"/>
                <a:gd name="connsiteX0-49" fmla="*/ 1401318 w 1401318"/>
                <a:gd name="connsiteY0-50" fmla="*/ 0 h 597122"/>
                <a:gd name="connsiteX1-51" fmla="*/ 342520 w 1401318"/>
                <a:gd name="connsiteY1-52" fmla="*/ 6571 h 597122"/>
                <a:gd name="connsiteX2-53" fmla="*/ 0 w 1401318"/>
                <a:gd name="connsiteY2-54" fmla="*/ 597122 h 597122"/>
                <a:gd name="connsiteX3-55" fmla="*/ 1385181 w 1401318"/>
                <a:gd name="connsiteY3-56" fmla="*/ 594433 h 597122"/>
                <a:gd name="connsiteX0-57" fmla="*/ 1401318 w 1401318"/>
                <a:gd name="connsiteY0-58" fmla="*/ 0 h 597122"/>
                <a:gd name="connsiteX1-59" fmla="*/ 342520 w 1401318"/>
                <a:gd name="connsiteY1-60" fmla="*/ 6571 h 597122"/>
                <a:gd name="connsiteX2-61" fmla="*/ 0 w 1401318"/>
                <a:gd name="connsiteY2-62" fmla="*/ 597122 h 597122"/>
                <a:gd name="connsiteX3-63" fmla="*/ 1398628 w 1401318"/>
                <a:gd name="connsiteY3-64" fmla="*/ 594433 h 597122"/>
                <a:gd name="connsiteX0-65" fmla="*/ 1401318 w 1438969"/>
                <a:gd name="connsiteY0-66" fmla="*/ 0 h 597122"/>
                <a:gd name="connsiteX1-67" fmla="*/ 342520 w 1438969"/>
                <a:gd name="connsiteY1-68" fmla="*/ 6571 h 597122"/>
                <a:gd name="connsiteX2-69" fmla="*/ 0 w 1438969"/>
                <a:gd name="connsiteY2-70" fmla="*/ 597122 h 597122"/>
                <a:gd name="connsiteX3-71" fmla="*/ 1438969 w 1438969"/>
                <a:gd name="connsiteY3-72" fmla="*/ 594433 h 597122"/>
                <a:gd name="connsiteX0-73" fmla="*/ 342520 w 1438969"/>
                <a:gd name="connsiteY0-74" fmla="*/ 0 h 590551"/>
                <a:gd name="connsiteX1-75" fmla="*/ 0 w 1438969"/>
                <a:gd name="connsiteY1-76" fmla="*/ 590551 h 590551"/>
                <a:gd name="connsiteX2-77" fmla="*/ 1438969 w 1438969"/>
                <a:gd name="connsiteY2-78" fmla="*/ 587862 h 590551"/>
                <a:gd name="connsiteX0-79" fmla="*/ 436650 w 1438969"/>
                <a:gd name="connsiteY0-80" fmla="*/ 0 h 765363"/>
                <a:gd name="connsiteX1-81" fmla="*/ 0 w 1438969"/>
                <a:gd name="connsiteY1-82" fmla="*/ 765363 h 765363"/>
                <a:gd name="connsiteX2-83" fmla="*/ 1438969 w 1438969"/>
                <a:gd name="connsiteY2-84" fmla="*/ 762674 h 765363"/>
                <a:gd name="connsiteX0-85" fmla="*/ 409756 w 1438969"/>
                <a:gd name="connsiteY0-86" fmla="*/ 0 h 711574"/>
                <a:gd name="connsiteX1-87" fmla="*/ 0 w 1438969"/>
                <a:gd name="connsiteY1-88" fmla="*/ 711574 h 711574"/>
                <a:gd name="connsiteX2-89" fmla="*/ 1438969 w 1438969"/>
                <a:gd name="connsiteY2-90" fmla="*/ 708885 h 71157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438969" h="711574">
                  <a:moveTo>
                    <a:pt x="409756" y="0"/>
                  </a:moveTo>
                  <a:lnTo>
                    <a:pt x="0" y="711574"/>
                  </a:lnTo>
                  <a:lnTo>
                    <a:pt x="1438969" y="708885"/>
                  </a:lnTo>
                </a:path>
              </a:pathLst>
            </a:custGeom>
            <a:noFill/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2982602" y="996543"/>
              <a:ext cx="1593372" cy="1133196"/>
              <a:chOff x="1743075" y="720725"/>
              <a:chExt cx="5573713" cy="3963988"/>
            </a:xfrm>
            <a:solidFill>
              <a:schemeClr val="bg1"/>
            </a:solidFill>
          </p:grpSpPr>
          <p:sp>
            <p:nvSpPr>
              <p:cNvPr id="30" name="Freeform 27"/>
              <p:cNvSpPr/>
              <p:nvPr/>
            </p:nvSpPr>
            <p:spPr bwMode="auto">
              <a:xfrm>
                <a:off x="1743075" y="720725"/>
                <a:ext cx="5573713" cy="2676525"/>
              </a:xfrm>
              <a:custGeom>
                <a:avLst/>
                <a:gdLst>
                  <a:gd name="T0" fmla="*/ 944 w 2050"/>
                  <a:gd name="T1" fmla="*/ 28 h 988"/>
                  <a:gd name="T2" fmla="*/ 1101 w 2050"/>
                  <a:gd name="T3" fmla="*/ 25 h 988"/>
                  <a:gd name="T4" fmla="*/ 2021 w 2050"/>
                  <a:gd name="T5" fmla="*/ 464 h 988"/>
                  <a:gd name="T6" fmla="*/ 2049 w 2050"/>
                  <a:gd name="T7" fmla="*/ 497 h 988"/>
                  <a:gd name="T8" fmla="*/ 2022 w 2050"/>
                  <a:gd name="T9" fmla="*/ 526 h 988"/>
                  <a:gd name="T10" fmla="*/ 1090 w 2050"/>
                  <a:gd name="T11" fmla="*/ 970 h 988"/>
                  <a:gd name="T12" fmla="*/ 966 w 2050"/>
                  <a:gd name="T13" fmla="*/ 973 h 988"/>
                  <a:gd name="T14" fmla="*/ 637 w 2050"/>
                  <a:gd name="T15" fmla="*/ 817 h 988"/>
                  <a:gd name="T16" fmla="*/ 573 w 2050"/>
                  <a:gd name="T17" fmla="*/ 784 h 988"/>
                  <a:gd name="T18" fmla="*/ 579 w 2050"/>
                  <a:gd name="T19" fmla="*/ 763 h 988"/>
                  <a:gd name="T20" fmla="*/ 972 w 2050"/>
                  <a:gd name="T21" fmla="*/ 559 h 988"/>
                  <a:gd name="T22" fmla="*/ 1099 w 2050"/>
                  <a:gd name="T23" fmla="*/ 550 h 988"/>
                  <a:gd name="T24" fmla="*/ 1138 w 2050"/>
                  <a:gd name="T25" fmla="*/ 500 h 988"/>
                  <a:gd name="T26" fmla="*/ 1110 w 2050"/>
                  <a:gd name="T27" fmla="*/ 448 h 988"/>
                  <a:gd name="T28" fmla="*/ 996 w 2050"/>
                  <a:gd name="T29" fmla="*/ 427 h 988"/>
                  <a:gd name="T30" fmla="*/ 922 w 2050"/>
                  <a:gd name="T31" fmla="*/ 466 h 988"/>
                  <a:gd name="T32" fmla="*/ 916 w 2050"/>
                  <a:gd name="T33" fmla="*/ 516 h 988"/>
                  <a:gd name="T34" fmla="*/ 521 w 2050"/>
                  <a:gd name="T35" fmla="*/ 721 h 988"/>
                  <a:gd name="T36" fmla="*/ 500 w 2050"/>
                  <a:gd name="T37" fmla="*/ 749 h 988"/>
                  <a:gd name="T38" fmla="*/ 269 w 2050"/>
                  <a:gd name="T39" fmla="*/ 641 h 988"/>
                  <a:gd name="T40" fmla="*/ 28 w 2050"/>
                  <a:gd name="T41" fmla="*/ 526 h 988"/>
                  <a:gd name="T42" fmla="*/ 1 w 2050"/>
                  <a:gd name="T43" fmla="*/ 493 h 988"/>
                  <a:gd name="T44" fmla="*/ 31 w 2050"/>
                  <a:gd name="T45" fmla="*/ 463 h 988"/>
                  <a:gd name="T46" fmla="*/ 944 w 2050"/>
                  <a:gd name="T47" fmla="*/ 28 h 9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050" h="988">
                    <a:moveTo>
                      <a:pt x="944" y="28"/>
                    </a:moveTo>
                    <a:cubicBezTo>
                      <a:pt x="992" y="1"/>
                      <a:pt x="1053" y="0"/>
                      <a:pt x="1101" y="25"/>
                    </a:cubicBezTo>
                    <a:cubicBezTo>
                      <a:pt x="1408" y="172"/>
                      <a:pt x="1715" y="318"/>
                      <a:pt x="2021" y="464"/>
                    </a:cubicBezTo>
                    <a:cubicBezTo>
                      <a:pt x="2035" y="470"/>
                      <a:pt x="2050" y="481"/>
                      <a:pt x="2049" y="497"/>
                    </a:cubicBezTo>
                    <a:cubicBezTo>
                      <a:pt x="2047" y="512"/>
                      <a:pt x="2034" y="521"/>
                      <a:pt x="2022" y="526"/>
                    </a:cubicBezTo>
                    <a:cubicBezTo>
                      <a:pt x="1711" y="674"/>
                      <a:pt x="1400" y="822"/>
                      <a:pt x="1090" y="970"/>
                    </a:cubicBezTo>
                    <a:cubicBezTo>
                      <a:pt x="1051" y="988"/>
                      <a:pt x="1005" y="988"/>
                      <a:pt x="966" y="973"/>
                    </a:cubicBezTo>
                    <a:cubicBezTo>
                      <a:pt x="856" y="921"/>
                      <a:pt x="747" y="869"/>
                      <a:pt x="637" y="817"/>
                    </a:cubicBezTo>
                    <a:cubicBezTo>
                      <a:pt x="616" y="806"/>
                      <a:pt x="594" y="797"/>
                      <a:pt x="573" y="784"/>
                    </a:cubicBezTo>
                    <a:cubicBezTo>
                      <a:pt x="567" y="777"/>
                      <a:pt x="570" y="766"/>
                      <a:pt x="579" y="763"/>
                    </a:cubicBezTo>
                    <a:cubicBezTo>
                      <a:pt x="710" y="695"/>
                      <a:pt x="841" y="627"/>
                      <a:pt x="972" y="559"/>
                    </a:cubicBezTo>
                    <a:cubicBezTo>
                      <a:pt x="1013" y="572"/>
                      <a:pt x="1060" y="570"/>
                      <a:pt x="1099" y="550"/>
                    </a:cubicBezTo>
                    <a:cubicBezTo>
                      <a:pt x="1118" y="540"/>
                      <a:pt x="1136" y="523"/>
                      <a:pt x="1138" y="500"/>
                    </a:cubicBezTo>
                    <a:cubicBezTo>
                      <a:pt x="1141" y="479"/>
                      <a:pt x="1126" y="460"/>
                      <a:pt x="1110" y="448"/>
                    </a:cubicBezTo>
                    <a:cubicBezTo>
                      <a:pt x="1077" y="426"/>
                      <a:pt x="1035" y="421"/>
                      <a:pt x="996" y="427"/>
                    </a:cubicBezTo>
                    <a:cubicBezTo>
                      <a:pt x="968" y="432"/>
                      <a:pt x="940" y="443"/>
                      <a:pt x="922" y="466"/>
                    </a:cubicBezTo>
                    <a:cubicBezTo>
                      <a:pt x="911" y="480"/>
                      <a:pt x="908" y="499"/>
                      <a:pt x="916" y="516"/>
                    </a:cubicBezTo>
                    <a:cubicBezTo>
                      <a:pt x="784" y="584"/>
                      <a:pt x="652" y="652"/>
                      <a:pt x="521" y="721"/>
                    </a:cubicBezTo>
                    <a:cubicBezTo>
                      <a:pt x="509" y="725"/>
                      <a:pt x="500" y="736"/>
                      <a:pt x="500" y="749"/>
                    </a:cubicBezTo>
                    <a:cubicBezTo>
                      <a:pt x="422" y="715"/>
                      <a:pt x="346" y="677"/>
                      <a:pt x="269" y="641"/>
                    </a:cubicBezTo>
                    <a:cubicBezTo>
                      <a:pt x="189" y="602"/>
                      <a:pt x="108" y="564"/>
                      <a:pt x="28" y="526"/>
                    </a:cubicBezTo>
                    <a:cubicBezTo>
                      <a:pt x="15" y="520"/>
                      <a:pt x="0" y="509"/>
                      <a:pt x="1" y="493"/>
                    </a:cubicBezTo>
                    <a:cubicBezTo>
                      <a:pt x="3" y="478"/>
                      <a:pt x="18" y="469"/>
                      <a:pt x="31" y="463"/>
                    </a:cubicBezTo>
                    <a:cubicBezTo>
                      <a:pt x="335" y="318"/>
                      <a:pt x="640" y="173"/>
                      <a:pt x="944" y="2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  <p:sp>
            <p:nvSpPr>
              <p:cNvPr id="31" name="Freeform 28"/>
              <p:cNvSpPr/>
              <p:nvPr/>
            </p:nvSpPr>
            <p:spPr bwMode="auto">
              <a:xfrm>
                <a:off x="2773363" y="2760663"/>
                <a:ext cx="236538" cy="971550"/>
              </a:xfrm>
              <a:custGeom>
                <a:avLst/>
                <a:gdLst>
                  <a:gd name="T0" fmla="*/ 0 w 87"/>
                  <a:gd name="T1" fmla="*/ 0 h 359"/>
                  <a:gd name="T2" fmla="*/ 87 w 87"/>
                  <a:gd name="T3" fmla="*/ 42 h 359"/>
                  <a:gd name="T4" fmla="*/ 48 w 87"/>
                  <a:gd name="T5" fmla="*/ 359 h 359"/>
                  <a:gd name="T6" fmla="*/ 0 w 87"/>
                  <a:gd name="T7" fmla="*/ 252 h 359"/>
                  <a:gd name="T8" fmla="*/ 0 w 87"/>
                  <a:gd name="T9" fmla="*/ 0 h 3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7" h="359">
                    <a:moveTo>
                      <a:pt x="0" y="0"/>
                    </a:moveTo>
                    <a:cubicBezTo>
                      <a:pt x="29" y="14"/>
                      <a:pt x="58" y="28"/>
                      <a:pt x="87" y="42"/>
                    </a:cubicBezTo>
                    <a:cubicBezTo>
                      <a:pt x="74" y="148"/>
                      <a:pt x="61" y="253"/>
                      <a:pt x="48" y="359"/>
                    </a:cubicBezTo>
                    <a:cubicBezTo>
                      <a:pt x="23" y="328"/>
                      <a:pt x="0" y="293"/>
                      <a:pt x="0" y="252"/>
                    </a:cubicBezTo>
                    <a:cubicBezTo>
                      <a:pt x="1" y="168"/>
                      <a:pt x="0" y="8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  <p:sp>
            <p:nvSpPr>
              <p:cNvPr id="32" name="Freeform 29"/>
              <p:cNvSpPr/>
              <p:nvPr/>
            </p:nvSpPr>
            <p:spPr bwMode="auto">
              <a:xfrm>
                <a:off x="3363913" y="2768600"/>
                <a:ext cx="2900363" cy="1693863"/>
              </a:xfrm>
              <a:custGeom>
                <a:avLst/>
                <a:gdLst>
                  <a:gd name="T0" fmla="*/ 496 w 1067"/>
                  <a:gd name="T1" fmla="*/ 275 h 625"/>
                  <a:gd name="T2" fmla="*/ 1067 w 1067"/>
                  <a:gd name="T3" fmla="*/ 0 h 625"/>
                  <a:gd name="T4" fmla="*/ 1067 w 1067"/>
                  <a:gd name="T5" fmla="*/ 253 h 625"/>
                  <a:gd name="T6" fmla="*/ 1022 w 1067"/>
                  <a:gd name="T7" fmla="*/ 353 h 625"/>
                  <a:gd name="T8" fmla="*/ 871 w 1067"/>
                  <a:gd name="T9" fmla="*/ 479 h 625"/>
                  <a:gd name="T10" fmla="*/ 285 w 1067"/>
                  <a:gd name="T11" fmla="*/ 591 h 625"/>
                  <a:gd name="T12" fmla="*/ 52 w 1067"/>
                  <a:gd name="T13" fmla="*/ 518 h 625"/>
                  <a:gd name="T14" fmla="*/ 0 w 1067"/>
                  <a:gd name="T15" fmla="*/ 101 h 625"/>
                  <a:gd name="T16" fmla="*/ 356 w 1067"/>
                  <a:gd name="T17" fmla="*/ 273 h 625"/>
                  <a:gd name="T18" fmla="*/ 496 w 1067"/>
                  <a:gd name="T19" fmla="*/ 275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67" h="625">
                    <a:moveTo>
                      <a:pt x="496" y="275"/>
                    </a:moveTo>
                    <a:cubicBezTo>
                      <a:pt x="686" y="184"/>
                      <a:pt x="876" y="92"/>
                      <a:pt x="1067" y="0"/>
                    </a:cubicBezTo>
                    <a:cubicBezTo>
                      <a:pt x="1066" y="85"/>
                      <a:pt x="1067" y="169"/>
                      <a:pt x="1067" y="253"/>
                    </a:cubicBezTo>
                    <a:cubicBezTo>
                      <a:pt x="1065" y="291"/>
                      <a:pt x="1044" y="324"/>
                      <a:pt x="1022" y="353"/>
                    </a:cubicBezTo>
                    <a:cubicBezTo>
                      <a:pt x="980" y="404"/>
                      <a:pt x="927" y="445"/>
                      <a:pt x="871" y="479"/>
                    </a:cubicBezTo>
                    <a:cubicBezTo>
                      <a:pt x="697" y="583"/>
                      <a:pt x="486" y="625"/>
                      <a:pt x="285" y="591"/>
                    </a:cubicBezTo>
                    <a:cubicBezTo>
                      <a:pt x="204" y="578"/>
                      <a:pt x="126" y="552"/>
                      <a:pt x="52" y="518"/>
                    </a:cubicBezTo>
                    <a:cubicBezTo>
                      <a:pt x="34" y="379"/>
                      <a:pt x="17" y="240"/>
                      <a:pt x="0" y="101"/>
                    </a:cubicBezTo>
                    <a:cubicBezTo>
                      <a:pt x="118" y="159"/>
                      <a:pt x="238" y="216"/>
                      <a:pt x="356" y="273"/>
                    </a:cubicBezTo>
                    <a:cubicBezTo>
                      <a:pt x="400" y="295"/>
                      <a:pt x="452" y="297"/>
                      <a:pt x="496" y="27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  <p:sp>
            <p:nvSpPr>
              <p:cNvPr id="33" name="Freeform 30"/>
              <p:cNvSpPr/>
              <p:nvPr/>
            </p:nvSpPr>
            <p:spPr bwMode="auto">
              <a:xfrm>
                <a:off x="2974975" y="2955925"/>
                <a:ext cx="404813" cy="1728788"/>
              </a:xfrm>
              <a:custGeom>
                <a:avLst/>
                <a:gdLst>
                  <a:gd name="T0" fmla="*/ 0 w 149"/>
                  <a:gd name="T1" fmla="*/ 568 h 638"/>
                  <a:gd name="T2" fmla="*/ 74 w 149"/>
                  <a:gd name="T3" fmla="*/ 0 h 638"/>
                  <a:gd name="T4" fmla="*/ 145 w 149"/>
                  <a:gd name="T5" fmla="*/ 538 h 638"/>
                  <a:gd name="T6" fmla="*/ 149 w 149"/>
                  <a:gd name="T7" fmla="*/ 572 h 638"/>
                  <a:gd name="T8" fmla="*/ 101 w 149"/>
                  <a:gd name="T9" fmla="*/ 629 h 638"/>
                  <a:gd name="T10" fmla="*/ 27 w 149"/>
                  <a:gd name="T11" fmla="*/ 617 h 638"/>
                  <a:gd name="T12" fmla="*/ 0 w 149"/>
                  <a:gd name="T13" fmla="*/ 568 h 6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9" h="638">
                    <a:moveTo>
                      <a:pt x="0" y="568"/>
                    </a:moveTo>
                    <a:cubicBezTo>
                      <a:pt x="24" y="379"/>
                      <a:pt x="49" y="190"/>
                      <a:pt x="74" y="0"/>
                    </a:cubicBezTo>
                    <a:cubicBezTo>
                      <a:pt x="98" y="180"/>
                      <a:pt x="121" y="359"/>
                      <a:pt x="145" y="538"/>
                    </a:cubicBezTo>
                    <a:cubicBezTo>
                      <a:pt x="146" y="549"/>
                      <a:pt x="148" y="560"/>
                      <a:pt x="149" y="572"/>
                    </a:cubicBezTo>
                    <a:cubicBezTo>
                      <a:pt x="142" y="596"/>
                      <a:pt x="126" y="620"/>
                      <a:pt x="101" y="629"/>
                    </a:cubicBezTo>
                    <a:cubicBezTo>
                      <a:pt x="77" y="638"/>
                      <a:pt x="47" y="635"/>
                      <a:pt x="27" y="617"/>
                    </a:cubicBezTo>
                    <a:cubicBezTo>
                      <a:pt x="13" y="605"/>
                      <a:pt x="2" y="587"/>
                      <a:pt x="0" y="5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</p:grpSp>
      </p:grpSp>
      <p:sp>
        <p:nvSpPr>
          <p:cNvPr id="20" name="文本框 19"/>
          <p:cNvSpPr txBox="1"/>
          <p:nvPr/>
        </p:nvSpPr>
        <p:spPr>
          <a:xfrm>
            <a:off x="1329771" y="3117441"/>
            <a:ext cx="1831637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700" b="1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01</a:t>
            </a:r>
            <a:endParaRPr lang="zh-CN" altLang="en-US" sz="87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362357" y="3484686"/>
            <a:ext cx="37199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项目概述</a:t>
            </a:r>
            <a:endParaRPr lang="en-US" altLang="zh-CN" sz="3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3500" b="1" dirty="0">
                <a:solidFill>
                  <a:schemeClr val="bg1"/>
                </a:solidFill>
              </a:rPr>
              <a:t>Project Overview</a:t>
            </a:r>
            <a:endParaRPr lang="en-US" altLang="zh-CN" sz="3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/>
          <p:cNvSpPr/>
          <p:nvPr/>
        </p:nvSpPr>
        <p:spPr>
          <a:xfrm>
            <a:off x="241267" y="2377733"/>
            <a:ext cx="8661461" cy="4375166"/>
          </a:xfrm>
          <a:prstGeom prst="rect">
            <a:avLst/>
          </a:prstGeom>
          <a:solidFill>
            <a:srgbClr val="089DA3"/>
          </a:solidFill>
          <a:ln>
            <a:noFill/>
          </a:ln>
          <a:effectLst>
            <a:outerShdw blurRad="50800" dist="25400" sx="102000" sy="102000" algn="ctr" rotWithShape="0">
              <a:schemeClr val="bg1">
                <a:lumMod val="65000"/>
                <a:alpha val="3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40" name="Freeform 791">
            <a:extLst>
              <a:ext uri="{FF2B5EF4-FFF2-40B4-BE49-F238E27FC236}">
                <a16:creationId xmlns:a16="http://schemas.microsoft.com/office/drawing/2014/main" id="{D1A0179B-4FF6-4583-8246-FF66256F0334}"/>
              </a:ext>
            </a:extLst>
          </p:cNvPr>
          <p:cNvSpPr/>
          <p:nvPr/>
        </p:nvSpPr>
        <p:spPr bwMode="auto">
          <a:xfrm>
            <a:off x="241268" y="1386076"/>
            <a:ext cx="8661461" cy="900000"/>
          </a:xfrm>
          <a:custGeom>
            <a:avLst/>
            <a:gdLst/>
            <a:ahLst/>
            <a:cxnLst>
              <a:cxn ang="0">
                <a:pos x="996" y="109"/>
              </a:cxn>
              <a:cxn ang="0">
                <a:pos x="499" y="109"/>
              </a:cxn>
              <a:cxn ang="0">
                <a:pos x="0" y="109"/>
              </a:cxn>
              <a:cxn ang="0">
                <a:pos x="45" y="54"/>
              </a:cxn>
              <a:cxn ang="0">
                <a:pos x="0" y="0"/>
              </a:cxn>
              <a:cxn ang="0">
                <a:pos x="499" y="0"/>
              </a:cxn>
              <a:cxn ang="0">
                <a:pos x="996" y="0"/>
              </a:cxn>
              <a:cxn ang="0">
                <a:pos x="1041" y="54"/>
              </a:cxn>
              <a:cxn ang="0">
                <a:pos x="996" y="109"/>
              </a:cxn>
            </a:cxnLst>
            <a:rect l="0" t="0" r="r" b="b"/>
            <a:pathLst>
              <a:path w="1041" h="109">
                <a:moveTo>
                  <a:pt x="996" y="109"/>
                </a:moveTo>
                <a:lnTo>
                  <a:pt x="499" y="109"/>
                </a:lnTo>
                <a:lnTo>
                  <a:pt x="0" y="109"/>
                </a:lnTo>
                <a:lnTo>
                  <a:pt x="45" y="54"/>
                </a:lnTo>
                <a:lnTo>
                  <a:pt x="0" y="0"/>
                </a:lnTo>
                <a:lnTo>
                  <a:pt x="499" y="0"/>
                </a:lnTo>
                <a:lnTo>
                  <a:pt x="996" y="0"/>
                </a:lnTo>
                <a:lnTo>
                  <a:pt x="1041" y="54"/>
                </a:lnTo>
                <a:lnTo>
                  <a:pt x="996" y="109"/>
                </a:lnTo>
                <a:close/>
              </a:path>
            </a:pathLst>
          </a:custGeom>
          <a:solidFill>
            <a:srgbClr val="12389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97D5DB9-2E89-468C-960A-4A0D9C4623C7}"/>
              </a:ext>
            </a:extLst>
          </p:cNvPr>
          <p:cNvGrpSpPr>
            <a:grpSpLocks/>
          </p:cNvGrpSpPr>
          <p:nvPr/>
        </p:nvGrpSpPr>
        <p:grpSpPr>
          <a:xfrm>
            <a:off x="1097274" y="1463323"/>
            <a:ext cx="720000" cy="648000"/>
            <a:chOff x="537428" y="2320416"/>
            <a:chExt cx="3420000" cy="3420000"/>
          </a:xfrm>
        </p:grpSpPr>
        <p:grpSp>
          <p:nvGrpSpPr>
            <p:cNvPr id="22" name="组合 21"/>
            <p:cNvGrpSpPr/>
            <p:nvPr/>
          </p:nvGrpSpPr>
          <p:grpSpPr>
            <a:xfrm>
              <a:off x="537428" y="2320416"/>
              <a:ext cx="3420000" cy="3420000"/>
              <a:chOff x="1245373" y="996543"/>
              <a:chExt cx="5002306" cy="4970205"/>
            </a:xfrm>
          </p:grpSpPr>
          <p:sp>
            <p:nvSpPr>
              <p:cNvPr id="23" name="任意多边形 22"/>
              <p:cNvSpPr/>
              <p:nvPr/>
            </p:nvSpPr>
            <p:spPr>
              <a:xfrm flipV="1">
                <a:off x="1245373" y="1632022"/>
                <a:ext cx="1710690" cy="895350"/>
              </a:xfrm>
              <a:custGeom>
                <a:avLst/>
                <a:gdLst>
                  <a:gd name="connsiteX0" fmla="*/ 0 w 1657350"/>
                  <a:gd name="connsiteY0" fmla="*/ 895350 h 895350"/>
                  <a:gd name="connsiteX1" fmla="*/ 1657350 w 1657350"/>
                  <a:gd name="connsiteY1" fmla="*/ 895350 h 895350"/>
                  <a:gd name="connsiteX2" fmla="*/ 1657350 w 1657350"/>
                  <a:gd name="connsiteY2" fmla="*/ 25493 h 895350"/>
                  <a:gd name="connsiteX3" fmla="*/ 519303 w 1657350"/>
                  <a:gd name="connsiteY3" fmla="*/ 0 h 895350"/>
                  <a:gd name="connsiteX4" fmla="*/ 0 w 1657350"/>
                  <a:gd name="connsiteY4" fmla="*/ 895350 h 895350"/>
                  <a:gd name="connsiteX0-1" fmla="*/ 1657350 w 1748790"/>
                  <a:gd name="connsiteY0-2" fmla="*/ 25493 h 986790"/>
                  <a:gd name="connsiteX1-3" fmla="*/ 519303 w 1748790"/>
                  <a:gd name="connsiteY1-4" fmla="*/ 0 h 986790"/>
                  <a:gd name="connsiteX2-5" fmla="*/ 0 w 1748790"/>
                  <a:gd name="connsiteY2-6" fmla="*/ 895350 h 986790"/>
                  <a:gd name="connsiteX3-7" fmla="*/ 1748790 w 1748790"/>
                  <a:gd name="connsiteY3-8" fmla="*/ 986790 h 986790"/>
                  <a:gd name="connsiteX0-9" fmla="*/ 1657350 w 1710690"/>
                  <a:gd name="connsiteY0-10" fmla="*/ 25493 h 895350"/>
                  <a:gd name="connsiteX1-11" fmla="*/ 519303 w 1710690"/>
                  <a:gd name="connsiteY1-12" fmla="*/ 0 h 895350"/>
                  <a:gd name="connsiteX2-13" fmla="*/ 0 w 1710690"/>
                  <a:gd name="connsiteY2-14" fmla="*/ 895350 h 895350"/>
                  <a:gd name="connsiteX3-15" fmla="*/ 1710690 w 1710690"/>
                  <a:gd name="connsiteY3-16" fmla="*/ 891540 h 895350"/>
                  <a:gd name="connsiteX0-17" fmla="*/ 1657350 w 1710690"/>
                  <a:gd name="connsiteY0-18" fmla="*/ 0 h 896751"/>
                  <a:gd name="connsiteX1-19" fmla="*/ 519303 w 1710690"/>
                  <a:gd name="connsiteY1-20" fmla="*/ 1401 h 896751"/>
                  <a:gd name="connsiteX2-21" fmla="*/ 0 w 1710690"/>
                  <a:gd name="connsiteY2-22" fmla="*/ 896751 h 896751"/>
                  <a:gd name="connsiteX3-23" fmla="*/ 1710690 w 1710690"/>
                  <a:gd name="connsiteY3-24" fmla="*/ 892941 h 896751"/>
                  <a:gd name="connsiteX0-25" fmla="*/ 519303 w 1710690"/>
                  <a:gd name="connsiteY0-26" fmla="*/ 0 h 895350"/>
                  <a:gd name="connsiteX1-27" fmla="*/ 0 w 1710690"/>
                  <a:gd name="connsiteY1-28" fmla="*/ 895350 h 895350"/>
                  <a:gd name="connsiteX2-29" fmla="*/ 1710690 w 1710690"/>
                  <a:gd name="connsiteY2-30" fmla="*/ 891540 h 89535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710690" h="895350">
                    <a:moveTo>
                      <a:pt x="519303" y="0"/>
                    </a:moveTo>
                    <a:lnTo>
                      <a:pt x="0" y="895350"/>
                    </a:lnTo>
                    <a:lnTo>
                      <a:pt x="1710690" y="891540"/>
                    </a:lnTo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 flipV="1">
                <a:off x="2568775" y="3966812"/>
                <a:ext cx="2359540" cy="1999936"/>
              </a:xfrm>
              <a:custGeom>
                <a:avLst/>
                <a:gdLst>
                  <a:gd name="connsiteX0" fmla="*/ 0 w 1338835"/>
                  <a:gd name="connsiteY0" fmla="*/ 1154168 h 1154168"/>
                  <a:gd name="connsiteX1" fmla="*/ 1338835 w 1338835"/>
                  <a:gd name="connsiteY1" fmla="*/ 1154168 h 1154168"/>
                  <a:gd name="connsiteX2" fmla="*/ 669417 w 1338835"/>
                  <a:gd name="connsiteY2" fmla="*/ 0 h 1154168"/>
                  <a:gd name="connsiteX3" fmla="*/ 0 w 1338835"/>
                  <a:gd name="connsiteY3" fmla="*/ 1154168 h 1154168"/>
                  <a:gd name="connsiteX0-1" fmla="*/ 1247395 w 1247395"/>
                  <a:gd name="connsiteY0-2" fmla="*/ 1154168 h 1245608"/>
                  <a:gd name="connsiteX1-3" fmla="*/ 577977 w 1247395"/>
                  <a:gd name="connsiteY1-4" fmla="*/ 0 h 1245608"/>
                  <a:gd name="connsiteX2-5" fmla="*/ 0 w 1247395"/>
                  <a:gd name="connsiteY2-6" fmla="*/ 1245608 h 1245608"/>
                  <a:gd name="connsiteX0-7" fmla="*/ 1361695 w 1361695"/>
                  <a:gd name="connsiteY0-8" fmla="*/ 1154168 h 1154168"/>
                  <a:gd name="connsiteX1-9" fmla="*/ 692277 w 1361695"/>
                  <a:gd name="connsiteY1-10" fmla="*/ 0 h 1154168"/>
                  <a:gd name="connsiteX2-11" fmla="*/ 0 w 1361695"/>
                  <a:gd name="connsiteY2-12" fmla="*/ 1150358 h 115416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361695" h="1154168">
                    <a:moveTo>
                      <a:pt x="1361695" y="1154168"/>
                    </a:moveTo>
                    <a:lnTo>
                      <a:pt x="692277" y="0"/>
                    </a:lnTo>
                    <a:cubicBezTo>
                      <a:pt x="469138" y="384723"/>
                      <a:pt x="0" y="1150358"/>
                      <a:pt x="0" y="1150358"/>
                    </a:cubicBezTo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 flipV="1">
                <a:off x="1514403" y="1784421"/>
                <a:ext cx="1438969" cy="711574"/>
              </a:xfrm>
              <a:custGeom>
                <a:avLst/>
                <a:gdLst>
                  <a:gd name="connsiteX0" fmla="*/ 0 w 1401318"/>
                  <a:gd name="connsiteY0" fmla="*/ 597122 h 597122"/>
                  <a:gd name="connsiteX1" fmla="*/ 1401318 w 1401318"/>
                  <a:gd name="connsiteY1" fmla="*/ 597122 h 597122"/>
                  <a:gd name="connsiteX2" fmla="*/ 1401318 w 1401318"/>
                  <a:gd name="connsiteY2" fmla="*/ 0 h 597122"/>
                  <a:gd name="connsiteX3" fmla="*/ 342520 w 1401318"/>
                  <a:gd name="connsiteY3" fmla="*/ 6571 h 597122"/>
                  <a:gd name="connsiteX4" fmla="*/ 0 w 1401318"/>
                  <a:gd name="connsiteY4" fmla="*/ 597122 h 597122"/>
                  <a:gd name="connsiteX0-1" fmla="*/ 1401318 w 1492758"/>
                  <a:gd name="connsiteY0-2" fmla="*/ 0 h 688562"/>
                  <a:gd name="connsiteX1-3" fmla="*/ 342520 w 1492758"/>
                  <a:gd name="connsiteY1-4" fmla="*/ 6571 h 688562"/>
                  <a:gd name="connsiteX2-5" fmla="*/ 0 w 1492758"/>
                  <a:gd name="connsiteY2-6" fmla="*/ 597122 h 688562"/>
                  <a:gd name="connsiteX3-7" fmla="*/ 1492758 w 1492758"/>
                  <a:gd name="connsiteY3-8" fmla="*/ 688562 h 688562"/>
                  <a:gd name="connsiteX0-9" fmla="*/ 1401318 w 1479311"/>
                  <a:gd name="connsiteY0-10" fmla="*/ 0 h 597122"/>
                  <a:gd name="connsiteX1-11" fmla="*/ 342520 w 1479311"/>
                  <a:gd name="connsiteY1-12" fmla="*/ 6571 h 597122"/>
                  <a:gd name="connsiteX2-13" fmla="*/ 0 w 1479311"/>
                  <a:gd name="connsiteY2-14" fmla="*/ 597122 h 597122"/>
                  <a:gd name="connsiteX3-15" fmla="*/ 1479311 w 1479311"/>
                  <a:gd name="connsiteY3-16" fmla="*/ 580985 h 597122"/>
                  <a:gd name="connsiteX0-17" fmla="*/ 1401318 w 1519652"/>
                  <a:gd name="connsiteY0-18" fmla="*/ 0 h 597122"/>
                  <a:gd name="connsiteX1-19" fmla="*/ 342520 w 1519652"/>
                  <a:gd name="connsiteY1-20" fmla="*/ 6571 h 597122"/>
                  <a:gd name="connsiteX2-21" fmla="*/ 0 w 1519652"/>
                  <a:gd name="connsiteY2-22" fmla="*/ 597122 h 597122"/>
                  <a:gd name="connsiteX3-23" fmla="*/ 1519652 w 1519652"/>
                  <a:gd name="connsiteY3-24" fmla="*/ 594432 h 597122"/>
                  <a:gd name="connsiteX0-25" fmla="*/ 1401318 w 1438969"/>
                  <a:gd name="connsiteY0-26" fmla="*/ 0 h 607880"/>
                  <a:gd name="connsiteX1-27" fmla="*/ 342520 w 1438969"/>
                  <a:gd name="connsiteY1-28" fmla="*/ 6571 h 607880"/>
                  <a:gd name="connsiteX2-29" fmla="*/ 0 w 1438969"/>
                  <a:gd name="connsiteY2-30" fmla="*/ 597122 h 607880"/>
                  <a:gd name="connsiteX3-31" fmla="*/ 1438969 w 1438969"/>
                  <a:gd name="connsiteY3-32" fmla="*/ 607880 h 607880"/>
                  <a:gd name="connsiteX0-33" fmla="*/ 1401318 w 1438969"/>
                  <a:gd name="connsiteY0-34" fmla="*/ 0 h 597122"/>
                  <a:gd name="connsiteX1-35" fmla="*/ 342520 w 1438969"/>
                  <a:gd name="connsiteY1-36" fmla="*/ 6571 h 597122"/>
                  <a:gd name="connsiteX2-37" fmla="*/ 0 w 1438969"/>
                  <a:gd name="connsiteY2-38" fmla="*/ 597122 h 597122"/>
                  <a:gd name="connsiteX3-39" fmla="*/ 1438969 w 1438969"/>
                  <a:gd name="connsiteY3-40" fmla="*/ 580986 h 597122"/>
                  <a:gd name="connsiteX0-41" fmla="*/ 1401318 w 1438969"/>
                  <a:gd name="connsiteY0-42" fmla="*/ 0 h 597122"/>
                  <a:gd name="connsiteX1-43" fmla="*/ 342520 w 1438969"/>
                  <a:gd name="connsiteY1-44" fmla="*/ 6571 h 597122"/>
                  <a:gd name="connsiteX2-45" fmla="*/ 0 w 1438969"/>
                  <a:gd name="connsiteY2-46" fmla="*/ 597122 h 597122"/>
                  <a:gd name="connsiteX3-47" fmla="*/ 1438969 w 1438969"/>
                  <a:gd name="connsiteY3-48" fmla="*/ 594433 h 597122"/>
                  <a:gd name="connsiteX0-49" fmla="*/ 1401318 w 1401318"/>
                  <a:gd name="connsiteY0-50" fmla="*/ 0 h 597122"/>
                  <a:gd name="connsiteX1-51" fmla="*/ 342520 w 1401318"/>
                  <a:gd name="connsiteY1-52" fmla="*/ 6571 h 597122"/>
                  <a:gd name="connsiteX2-53" fmla="*/ 0 w 1401318"/>
                  <a:gd name="connsiteY2-54" fmla="*/ 597122 h 597122"/>
                  <a:gd name="connsiteX3-55" fmla="*/ 1385181 w 1401318"/>
                  <a:gd name="connsiteY3-56" fmla="*/ 594433 h 597122"/>
                  <a:gd name="connsiteX0-57" fmla="*/ 1401318 w 1401318"/>
                  <a:gd name="connsiteY0-58" fmla="*/ 0 h 597122"/>
                  <a:gd name="connsiteX1-59" fmla="*/ 342520 w 1401318"/>
                  <a:gd name="connsiteY1-60" fmla="*/ 6571 h 597122"/>
                  <a:gd name="connsiteX2-61" fmla="*/ 0 w 1401318"/>
                  <a:gd name="connsiteY2-62" fmla="*/ 597122 h 597122"/>
                  <a:gd name="connsiteX3-63" fmla="*/ 1398628 w 1401318"/>
                  <a:gd name="connsiteY3-64" fmla="*/ 594433 h 597122"/>
                  <a:gd name="connsiteX0-65" fmla="*/ 1401318 w 1438969"/>
                  <a:gd name="connsiteY0-66" fmla="*/ 0 h 597122"/>
                  <a:gd name="connsiteX1-67" fmla="*/ 342520 w 1438969"/>
                  <a:gd name="connsiteY1-68" fmla="*/ 6571 h 597122"/>
                  <a:gd name="connsiteX2-69" fmla="*/ 0 w 1438969"/>
                  <a:gd name="connsiteY2-70" fmla="*/ 597122 h 597122"/>
                  <a:gd name="connsiteX3-71" fmla="*/ 1438969 w 1438969"/>
                  <a:gd name="connsiteY3-72" fmla="*/ 594433 h 597122"/>
                  <a:gd name="connsiteX0-73" fmla="*/ 342520 w 1438969"/>
                  <a:gd name="connsiteY0-74" fmla="*/ 0 h 590551"/>
                  <a:gd name="connsiteX1-75" fmla="*/ 0 w 1438969"/>
                  <a:gd name="connsiteY1-76" fmla="*/ 590551 h 590551"/>
                  <a:gd name="connsiteX2-77" fmla="*/ 1438969 w 1438969"/>
                  <a:gd name="connsiteY2-78" fmla="*/ 587862 h 590551"/>
                  <a:gd name="connsiteX0-79" fmla="*/ 436650 w 1438969"/>
                  <a:gd name="connsiteY0-80" fmla="*/ 0 h 765363"/>
                  <a:gd name="connsiteX1-81" fmla="*/ 0 w 1438969"/>
                  <a:gd name="connsiteY1-82" fmla="*/ 765363 h 765363"/>
                  <a:gd name="connsiteX2-83" fmla="*/ 1438969 w 1438969"/>
                  <a:gd name="connsiteY2-84" fmla="*/ 762674 h 765363"/>
                  <a:gd name="connsiteX0-85" fmla="*/ 409756 w 1438969"/>
                  <a:gd name="connsiteY0-86" fmla="*/ 0 h 711574"/>
                  <a:gd name="connsiteX1-87" fmla="*/ 0 w 1438969"/>
                  <a:gd name="connsiteY1-88" fmla="*/ 711574 h 711574"/>
                  <a:gd name="connsiteX2-89" fmla="*/ 1438969 w 1438969"/>
                  <a:gd name="connsiteY2-90" fmla="*/ 708885 h 71157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438969" h="711574">
                    <a:moveTo>
                      <a:pt x="409756" y="0"/>
                    </a:moveTo>
                    <a:lnTo>
                      <a:pt x="0" y="711574"/>
                    </a:lnTo>
                    <a:lnTo>
                      <a:pt x="1438969" y="708885"/>
                    </a:lnTo>
                  </a:path>
                </a:pathLst>
              </a:custGeom>
              <a:noFill/>
              <a:ln w="1016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6" name="任意多边形 25"/>
              <p:cNvSpPr/>
              <p:nvPr/>
            </p:nvSpPr>
            <p:spPr>
              <a:xfrm flipV="1">
                <a:off x="2757191" y="4066311"/>
                <a:ext cx="2001754" cy="1719078"/>
              </a:xfrm>
              <a:custGeom>
                <a:avLst/>
                <a:gdLst>
                  <a:gd name="connsiteX0" fmla="*/ 0 w 996314"/>
                  <a:gd name="connsiteY0" fmla="*/ 858892 h 858892"/>
                  <a:gd name="connsiteX1" fmla="*/ 996314 w 996314"/>
                  <a:gd name="connsiteY1" fmla="*/ 858892 h 858892"/>
                  <a:gd name="connsiteX2" fmla="*/ 498157 w 996314"/>
                  <a:gd name="connsiteY2" fmla="*/ 0 h 858892"/>
                  <a:gd name="connsiteX3" fmla="*/ 0 w 996314"/>
                  <a:gd name="connsiteY3" fmla="*/ 858892 h 858892"/>
                  <a:gd name="connsiteX0-1" fmla="*/ 904874 w 904874"/>
                  <a:gd name="connsiteY0-2" fmla="*/ 858892 h 950332"/>
                  <a:gd name="connsiteX1-3" fmla="*/ 406717 w 904874"/>
                  <a:gd name="connsiteY1-4" fmla="*/ 0 h 950332"/>
                  <a:gd name="connsiteX2-5" fmla="*/ 0 w 904874"/>
                  <a:gd name="connsiteY2-6" fmla="*/ 950332 h 950332"/>
                  <a:gd name="connsiteX0-7" fmla="*/ 1000124 w 1000124"/>
                  <a:gd name="connsiteY0-8" fmla="*/ 858892 h 858892"/>
                  <a:gd name="connsiteX1-9" fmla="*/ 501967 w 1000124"/>
                  <a:gd name="connsiteY1-10" fmla="*/ 0 h 858892"/>
                  <a:gd name="connsiteX2-11" fmla="*/ 0 w 1000124"/>
                  <a:gd name="connsiteY2-12" fmla="*/ 855082 h 85889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000124" h="858892">
                    <a:moveTo>
                      <a:pt x="1000124" y="858892"/>
                    </a:moveTo>
                    <a:lnTo>
                      <a:pt x="501967" y="0"/>
                    </a:lnTo>
                    <a:cubicBezTo>
                      <a:pt x="335915" y="286297"/>
                      <a:pt x="0" y="855082"/>
                      <a:pt x="0" y="855082"/>
                    </a:cubicBezTo>
                  </a:path>
                </a:pathLst>
              </a:custGeom>
              <a:noFill/>
              <a:ln w="1016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/>
              </a:p>
            </p:txBody>
          </p:sp>
          <p:sp>
            <p:nvSpPr>
              <p:cNvPr id="27" name="任意多边形 26"/>
              <p:cNvSpPr/>
              <p:nvPr/>
            </p:nvSpPr>
            <p:spPr>
              <a:xfrm flipH="1" flipV="1">
                <a:off x="4536989" y="1632022"/>
                <a:ext cx="1710690" cy="895350"/>
              </a:xfrm>
              <a:custGeom>
                <a:avLst/>
                <a:gdLst>
                  <a:gd name="connsiteX0" fmla="*/ 0 w 1657350"/>
                  <a:gd name="connsiteY0" fmla="*/ 895350 h 895350"/>
                  <a:gd name="connsiteX1" fmla="*/ 1657350 w 1657350"/>
                  <a:gd name="connsiteY1" fmla="*/ 895350 h 895350"/>
                  <a:gd name="connsiteX2" fmla="*/ 1657350 w 1657350"/>
                  <a:gd name="connsiteY2" fmla="*/ 25493 h 895350"/>
                  <a:gd name="connsiteX3" fmla="*/ 519303 w 1657350"/>
                  <a:gd name="connsiteY3" fmla="*/ 0 h 895350"/>
                  <a:gd name="connsiteX4" fmla="*/ 0 w 1657350"/>
                  <a:gd name="connsiteY4" fmla="*/ 895350 h 895350"/>
                  <a:gd name="connsiteX0-1" fmla="*/ 1657350 w 1748790"/>
                  <a:gd name="connsiteY0-2" fmla="*/ 25493 h 986790"/>
                  <a:gd name="connsiteX1-3" fmla="*/ 519303 w 1748790"/>
                  <a:gd name="connsiteY1-4" fmla="*/ 0 h 986790"/>
                  <a:gd name="connsiteX2-5" fmla="*/ 0 w 1748790"/>
                  <a:gd name="connsiteY2-6" fmla="*/ 895350 h 986790"/>
                  <a:gd name="connsiteX3-7" fmla="*/ 1748790 w 1748790"/>
                  <a:gd name="connsiteY3-8" fmla="*/ 986790 h 986790"/>
                  <a:gd name="connsiteX0-9" fmla="*/ 1657350 w 1710690"/>
                  <a:gd name="connsiteY0-10" fmla="*/ 25493 h 895350"/>
                  <a:gd name="connsiteX1-11" fmla="*/ 519303 w 1710690"/>
                  <a:gd name="connsiteY1-12" fmla="*/ 0 h 895350"/>
                  <a:gd name="connsiteX2-13" fmla="*/ 0 w 1710690"/>
                  <a:gd name="connsiteY2-14" fmla="*/ 895350 h 895350"/>
                  <a:gd name="connsiteX3-15" fmla="*/ 1710690 w 1710690"/>
                  <a:gd name="connsiteY3-16" fmla="*/ 891540 h 895350"/>
                  <a:gd name="connsiteX0-17" fmla="*/ 1657350 w 1710690"/>
                  <a:gd name="connsiteY0-18" fmla="*/ 0 h 896751"/>
                  <a:gd name="connsiteX1-19" fmla="*/ 519303 w 1710690"/>
                  <a:gd name="connsiteY1-20" fmla="*/ 1401 h 896751"/>
                  <a:gd name="connsiteX2-21" fmla="*/ 0 w 1710690"/>
                  <a:gd name="connsiteY2-22" fmla="*/ 896751 h 896751"/>
                  <a:gd name="connsiteX3-23" fmla="*/ 1710690 w 1710690"/>
                  <a:gd name="connsiteY3-24" fmla="*/ 892941 h 896751"/>
                  <a:gd name="connsiteX0-25" fmla="*/ 519303 w 1710690"/>
                  <a:gd name="connsiteY0-26" fmla="*/ 0 h 895350"/>
                  <a:gd name="connsiteX1-27" fmla="*/ 0 w 1710690"/>
                  <a:gd name="connsiteY1-28" fmla="*/ 895350 h 895350"/>
                  <a:gd name="connsiteX2-29" fmla="*/ 1710690 w 1710690"/>
                  <a:gd name="connsiteY2-30" fmla="*/ 891540 h 89535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710690" h="895350">
                    <a:moveTo>
                      <a:pt x="519303" y="0"/>
                    </a:moveTo>
                    <a:lnTo>
                      <a:pt x="0" y="895350"/>
                    </a:lnTo>
                    <a:lnTo>
                      <a:pt x="1710690" y="891540"/>
                    </a:lnTo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/>
              </a:p>
            </p:txBody>
          </p:sp>
          <p:sp>
            <p:nvSpPr>
              <p:cNvPr id="28" name="任意多边形 27"/>
              <p:cNvSpPr/>
              <p:nvPr/>
            </p:nvSpPr>
            <p:spPr>
              <a:xfrm flipH="1" flipV="1">
                <a:off x="4534298" y="1784421"/>
                <a:ext cx="1438969" cy="711574"/>
              </a:xfrm>
              <a:custGeom>
                <a:avLst/>
                <a:gdLst>
                  <a:gd name="connsiteX0" fmla="*/ 0 w 1401318"/>
                  <a:gd name="connsiteY0" fmla="*/ 597122 h 597122"/>
                  <a:gd name="connsiteX1" fmla="*/ 1401318 w 1401318"/>
                  <a:gd name="connsiteY1" fmla="*/ 597122 h 597122"/>
                  <a:gd name="connsiteX2" fmla="*/ 1401318 w 1401318"/>
                  <a:gd name="connsiteY2" fmla="*/ 0 h 597122"/>
                  <a:gd name="connsiteX3" fmla="*/ 342520 w 1401318"/>
                  <a:gd name="connsiteY3" fmla="*/ 6571 h 597122"/>
                  <a:gd name="connsiteX4" fmla="*/ 0 w 1401318"/>
                  <a:gd name="connsiteY4" fmla="*/ 597122 h 597122"/>
                  <a:gd name="connsiteX0-1" fmla="*/ 1401318 w 1492758"/>
                  <a:gd name="connsiteY0-2" fmla="*/ 0 h 688562"/>
                  <a:gd name="connsiteX1-3" fmla="*/ 342520 w 1492758"/>
                  <a:gd name="connsiteY1-4" fmla="*/ 6571 h 688562"/>
                  <a:gd name="connsiteX2-5" fmla="*/ 0 w 1492758"/>
                  <a:gd name="connsiteY2-6" fmla="*/ 597122 h 688562"/>
                  <a:gd name="connsiteX3-7" fmla="*/ 1492758 w 1492758"/>
                  <a:gd name="connsiteY3-8" fmla="*/ 688562 h 688562"/>
                  <a:gd name="connsiteX0-9" fmla="*/ 1401318 w 1479311"/>
                  <a:gd name="connsiteY0-10" fmla="*/ 0 h 597122"/>
                  <a:gd name="connsiteX1-11" fmla="*/ 342520 w 1479311"/>
                  <a:gd name="connsiteY1-12" fmla="*/ 6571 h 597122"/>
                  <a:gd name="connsiteX2-13" fmla="*/ 0 w 1479311"/>
                  <a:gd name="connsiteY2-14" fmla="*/ 597122 h 597122"/>
                  <a:gd name="connsiteX3-15" fmla="*/ 1479311 w 1479311"/>
                  <a:gd name="connsiteY3-16" fmla="*/ 580985 h 597122"/>
                  <a:gd name="connsiteX0-17" fmla="*/ 1401318 w 1519652"/>
                  <a:gd name="connsiteY0-18" fmla="*/ 0 h 597122"/>
                  <a:gd name="connsiteX1-19" fmla="*/ 342520 w 1519652"/>
                  <a:gd name="connsiteY1-20" fmla="*/ 6571 h 597122"/>
                  <a:gd name="connsiteX2-21" fmla="*/ 0 w 1519652"/>
                  <a:gd name="connsiteY2-22" fmla="*/ 597122 h 597122"/>
                  <a:gd name="connsiteX3-23" fmla="*/ 1519652 w 1519652"/>
                  <a:gd name="connsiteY3-24" fmla="*/ 594432 h 597122"/>
                  <a:gd name="connsiteX0-25" fmla="*/ 1401318 w 1438969"/>
                  <a:gd name="connsiteY0-26" fmla="*/ 0 h 607880"/>
                  <a:gd name="connsiteX1-27" fmla="*/ 342520 w 1438969"/>
                  <a:gd name="connsiteY1-28" fmla="*/ 6571 h 607880"/>
                  <a:gd name="connsiteX2-29" fmla="*/ 0 w 1438969"/>
                  <a:gd name="connsiteY2-30" fmla="*/ 597122 h 607880"/>
                  <a:gd name="connsiteX3-31" fmla="*/ 1438969 w 1438969"/>
                  <a:gd name="connsiteY3-32" fmla="*/ 607880 h 607880"/>
                  <a:gd name="connsiteX0-33" fmla="*/ 1401318 w 1438969"/>
                  <a:gd name="connsiteY0-34" fmla="*/ 0 h 597122"/>
                  <a:gd name="connsiteX1-35" fmla="*/ 342520 w 1438969"/>
                  <a:gd name="connsiteY1-36" fmla="*/ 6571 h 597122"/>
                  <a:gd name="connsiteX2-37" fmla="*/ 0 w 1438969"/>
                  <a:gd name="connsiteY2-38" fmla="*/ 597122 h 597122"/>
                  <a:gd name="connsiteX3-39" fmla="*/ 1438969 w 1438969"/>
                  <a:gd name="connsiteY3-40" fmla="*/ 580986 h 597122"/>
                  <a:gd name="connsiteX0-41" fmla="*/ 1401318 w 1438969"/>
                  <a:gd name="connsiteY0-42" fmla="*/ 0 h 597122"/>
                  <a:gd name="connsiteX1-43" fmla="*/ 342520 w 1438969"/>
                  <a:gd name="connsiteY1-44" fmla="*/ 6571 h 597122"/>
                  <a:gd name="connsiteX2-45" fmla="*/ 0 w 1438969"/>
                  <a:gd name="connsiteY2-46" fmla="*/ 597122 h 597122"/>
                  <a:gd name="connsiteX3-47" fmla="*/ 1438969 w 1438969"/>
                  <a:gd name="connsiteY3-48" fmla="*/ 594433 h 597122"/>
                  <a:gd name="connsiteX0-49" fmla="*/ 1401318 w 1401318"/>
                  <a:gd name="connsiteY0-50" fmla="*/ 0 h 597122"/>
                  <a:gd name="connsiteX1-51" fmla="*/ 342520 w 1401318"/>
                  <a:gd name="connsiteY1-52" fmla="*/ 6571 h 597122"/>
                  <a:gd name="connsiteX2-53" fmla="*/ 0 w 1401318"/>
                  <a:gd name="connsiteY2-54" fmla="*/ 597122 h 597122"/>
                  <a:gd name="connsiteX3-55" fmla="*/ 1385181 w 1401318"/>
                  <a:gd name="connsiteY3-56" fmla="*/ 594433 h 597122"/>
                  <a:gd name="connsiteX0-57" fmla="*/ 1401318 w 1401318"/>
                  <a:gd name="connsiteY0-58" fmla="*/ 0 h 597122"/>
                  <a:gd name="connsiteX1-59" fmla="*/ 342520 w 1401318"/>
                  <a:gd name="connsiteY1-60" fmla="*/ 6571 h 597122"/>
                  <a:gd name="connsiteX2-61" fmla="*/ 0 w 1401318"/>
                  <a:gd name="connsiteY2-62" fmla="*/ 597122 h 597122"/>
                  <a:gd name="connsiteX3-63" fmla="*/ 1398628 w 1401318"/>
                  <a:gd name="connsiteY3-64" fmla="*/ 594433 h 597122"/>
                  <a:gd name="connsiteX0-65" fmla="*/ 1401318 w 1438969"/>
                  <a:gd name="connsiteY0-66" fmla="*/ 0 h 597122"/>
                  <a:gd name="connsiteX1-67" fmla="*/ 342520 w 1438969"/>
                  <a:gd name="connsiteY1-68" fmla="*/ 6571 h 597122"/>
                  <a:gd name="connsiteX2-69" fmla="*/ 0 w 1438969"/>
                  <a:gd name="connsiteY2-70" fmla="*/ 597122 h 597122"/>
                  <a:gd name="connsiteX3-71" fmla="*/ 1438969 w 1438969"/>
                  <a:gd name="connsiteY3-72" fmla="*/ 594433 h 597122"/>
                  <a:gd name="connsiteX0-73" fmla="*/ 342520 w 1438969"/>
                  <a:gd name="connsiteY0-74" fmla="*/ 0 h 590551"/>
                  <a:gd name="connsiteX1-75" fmla="*/ 0 w 1438969"/>
                  <a:gd name="connsiteY1-76" fmla="*/ 590551 h 590551"/>
                  <a:gd name="connsiteX2-77" fmla="*/ 1438969 w 1438969"/>
                  <a:gd name="connsiteY2-78" fmla="*/ 587862 h 590551"/>
                  <a:gd name="connsiteX0-79" fmla="*/ 436650 w 1438969"/>
                  <a:gd name="connsiteY0-80" fmla="*/ 0 h 765363"/>
                  <a:gd name="connsiteX1-81" fmla="*/ 0 w 1438969"/>
                  <a:gd name="connsiteY1-82" fmla="*/ 765363 h 765363"/>
                  <a:gd name="connsiteX2-83" fmla="*/ 1438969 w 1438969"/>
                  <a:gd name="connsiteY2-84" fmla="*/ 762674 h 765363"/>
                  <a:gd name="connsiteX0-85" fmla="*/ 409756 w 1438969"/>
                  <a:gd name="connsiteY0-86" fmla="*/ 0 h 711574"/>
                  <a:gd name="connsiteX1-87" fmla="*/ 0 w 1438969"/>
                  <a:gd name="connsiteY1-88" fmla="*/ 711574 h 711574"/>
                  <a:gd name="connsiteX2-89" fmla="*/ 1438969 w 1438969"/>
                  <a:gd name="connsiteY2-90" fmla="*/ 708885 h 71157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438969" h="711574">
                    <a:moveTo>
                      <a:pt x="409756" y="0"/>
                    </a:moveTo>
                    <a:lnTo>
                      <a:pt x="0" y="711574"/>
                    </a:lnTo>
                    <a:lnTo>
                      <a:pt x="1438969" y="708885"/>
                    </a:lnTo>
                  </a:path>
                </a:pathLst>
              </a:custGeom>
              <a:noFill/>
              <a:ln w="1016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grpSp>
            <p:nvGrpSpPr>
              <p:cNvPr id="29" name="组合 28"/>
              <p:cNvGrpSpPr/>
              <p:nvPr/>
            </p:nvGrpSpPr>
            <p:grpSpPr>
              <a:xfrm>
                <a:off x="2982602" y="996543"/>
                <a:ext cx="1593372" cy="1133196"/>
                <a:chOff x="1743075" y="720725"/>
                <a:chExt cx="5573713" cy="3963988"/>
              </a:xfrm>
              <a:solidFill>
                <a:schemeClr val="bg1"/>
              </a:solidFill>
            </p:grpSpPr>
            <p:sp>
              <p:nvSpPr>
                <p:cNvPr id="30" name="Freeform 27"/>
                <p:cNvSpPr/>
                <p:nvPr/>
              </p:nvSpPr>
              <p:spPr bwMode="auto">
                <a:xfrm>
                  <a:off x="1743075" y="720725"/>
                  <a:ext cx="5573713" cy="2676525"/>
                </a:xfrm>
                <a:custGeom>
                  <a:avLst/>
                  <a:gdLst>
                    <a:gd name="T0" fmla="*/ 944 w 2050"/>
                    <a:gd name="T1" fmla="*/ 28 h 988"/>
                    <a:gd name="T2" fmla="*/ 1101 w 2050"/>
                    <a:gd name="T3" fmla="*/ 25 h 988"/>
                    <a:gd name="T4" fmla="*/ 2021 w 2050"/>
                    <a:gd name="T5" fmla="*/ 464 h 988"/>
                    <a:gd name="T6" fmla="*/ 2049 w 2050"/>
                    <a:gd name="T7" fmla="*/ 497 h 988"/>
                    <a:gd name="T8" fmla="*/ 2022 w 2050"/>
                    <a:gd name="T9" fmla="*/ 526 h 988"/>
                    <a:gd name="T10" fmla="*/ 1090 w 2050"/>
                    <a:gd name="T11" fmla="*/ 970 h 988"/>
                    <a:gd name="T12" fmla="*/ 966 w 2050"/>
                    <a:gd name="T13" fmla="*/ 973 h 988"/>
                    <a:gd name="T14" fmla="*/ 637 w 2050"/>
                    <a:gd name="T15" fmla="*/ 817 h 988"/>
                    <a:gd name="T16" fmla="*/ 573 w 2050"/>
                    <a:gd name="T17" fmla="*/ 784 h 988"/>
                    <a:gd name="T18" fmla="*/ 579 w 2050"/>
                    <a:gd name="T19" fmla="*/ 763 h 988"/>
                    <a:gd name="T20" fmla="*/ 972 w 2050"/>
                    <a:gd name="T21" fmla="*/ 559 h 988"/>
                    <a:gd name="T22" fmla="*/ 1099 w 2050"/>
                    <a:gd name="T23" fmla="*/ 550 h 988"/>
                    <a:gd name="T24" fmla="*/ 1138 w 2050"/>
                    <a:gd name="T25" fmla="*/ 500 h 988"/>
                    <a:gd name="T26" fmla="*/ 1110 w 2050"/>
                    <a:gd name="T27" fmla="*/ 448 h 988"/>
                    <a:gd name="T28" fmla="*/ 996 w 2050"/>
                    <a:gd name="T29" fmla="*/ 427 h 988"/>
                    <a:gd name="T30" fmla="*/ 922 w 2050"/>
                    <a:gd name="T31" fmla="*/ 466 h 988"/>
                    <a:gd name="T32" fmla="*/ 916 w 2050"/>
                    <a:gd name="T33" fmla="*/ 516 h 988"/>
                    <a:gd name="T34" fmla="*/ 521 w 2050"/>
                    <a:gd name="T35" fmla="*/ 721 h 988"/>
                    <a:gd name="T36" fmla="*/ 500 w 2050"/>
                    <a:gd name="T37" fmla="*/ 749 h 988"/>
                    <a:gd name="T38" fmla="*/ 269 w 2050"/>
                    <a:gd name="T39" fmla="*/ 641 h 988"/>
                    <a:gd name="T40" fmla="*/ 28 w 2050"/>
                    <a:gd name="T41" fmla="*/ 526 h 988"/>
                    <a:gd name="T42" fmla="*/ 1 w 2050"/>
                    <a:gd name="T43" fmla="*/ 493 h 988"/>
                    <a:gd name="T44" fmla="*/ 31 w 2050"/>
                    <a:gd name="T45" fmla="*/ 463 h 988"/>
                    <a:gd name="T46" fmla="*/ 944 w 2050"/>
                    <a:gd name="T47" fmla="*/ 28 h 9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2050" h="988">
                      <a:moveTo>
                        <a:pt x="944" y="28"/>
                      </a:moveTo>
                      <a:cubicBezTo>
                        <a:pt x="992" y="1"/>
                        <a:pt x="1053" y="0"/>
                        <a:pt x="1101" y="25"/>
                      </a:cubicBezTo>
                      <a:cubicBezTo>
                        <a:pt x="1408" y="172"/>
                        <a:pt x="1715" y="318"/>
                        <a:pt x="2021" y="464"/>
                      </a:cubicBezTo>
                      <a:cubicBezTo>
                        <a:pt x="2035" y="470"/>
                        <a:pt x="2050" y="481"/>
                        <a:pt x="2049" y="497"/>
                      </a:cubicBezTo>
                      <a:cubicBezTo>
                        <a:pt x="2047" y="512"/>
                        <a:pt x="2034" y="521"/>
                        <a:pt x="2022" y="526"/>
                      </a:cubicBezTo>
                      <a:cubicBezTo>
                        <a:pt x="1711" y="674"/>
                        <a:pt x="1400" y="822"/>
                        <a:pt x="1090" y="970"/>
                      </a:cubicBezTo>
                      <a:cubicBezTo>
                        <a:pt x="1051" y="988"/>
                        <a:pt x="1005" y="988"/>
                        <a:pt x="966" y="973"/>
                      </a:cubicBezTo>
                      <a:cubicBezTo>
                        <a:pt x="856" y="921"/>
                        <a:pt x="747" y="869"/>
                        <a:pt x="637" y="817"/>
                      </a:cubicBezTo>
                      <a:cubicBezTo>
                        <a:pt x="616" y="806"/>
                        <a:pt x="594" y="797"/>
                        <a:pt x="573" y="784"/>
                      </a:cubicBezTo>
                      <a:cubicBezTo>
                        <a:pt x="567" y="777"/>
                        <a:pt x="570" y="766"/>
                        <a:pt x="579" y="763"/>
                      </a:cubicBezTo>
                      <a:cubicBezTo>
                        <a:pt x="710" y="695"/>
                        <a:pt x="841" y="627"/>
                        <a:pt x="972" y="559"/>
                      </a:cubicBezTo>
                      <a:cubicBezTo>
                        <a:pt x="1013" y="572"/>
                        <a:pt x="1060" y="570"/>
                        <a:pt x="1099" y="550"/>
                      </a:cubicBezTo>
                      <a:cubicBezTo>
                        <a:pt x="1118" y="540"/>
                        <a:pt x="1136" y="523"/>
                        <a:pt x="1138" y="500"/>
                      </a:cubicBezTo>
                      <a:cubicBezTo>
                        <a:pt x="1141" y="479"/>
                        <a:pt x="1126" y="460"/>
                        <a:pt x="1110" y="448"/>
                      </a:cubicBezTo>
                      <a:cubicBezTo>
                        <a:pt x="1077" y="426"/>
                        <a:pt x="1035" y="421"/>
                        <a:pt x="996" y="427"/>
                      </a:cubicBezTo>
                      <a:cubicBezTo>
                        <a:pt x="968" y="432"/>
                        <a:pt x="940" y="443"/>
                        <a:pt x="922" y="466"/>
                      </a:cubicBezTo>
                      <a:cubicBezTo>
                        <a:pt x="911" y="480"/>
                        <a:pt x="908" y="499"/>
                        <a:pt x="916" y="516"/>
                      </a:cubicBezTo>
                      <a:cubicBezTo>
                        <a:pt x="784" y="584"/>
                        <a:pt x="652" y="652"/>
                        <a:pt x="521" y="721"/>
                      </a:cubicBezTo>
                      <a:cubicBezTo>
                        <a:pt x="509" y="725"/>
                        <a:pt x="500" y="736"/>
                        <a:pt x="500" y="749"/>
                      </a:cubicBezTo>
                      <a:cubicBezTo>
                        <a:pt x="422" y="715"/>
                        <a:pt x="346" y="677"/>
                        <a:pt x="269" y="641"/>
                      </a:cubicBezTo>
                      <a:cubicBezTo>
                        <a:pt x="189" y="602"/>
                        <a:pt x="108" y="564"/>
                        <a:pt x="28" y="526"/>
                      </a:cubicBezTo>
                      <a:cubicBezTo>
                        <a:pt x="15" y="520"/>
                        <a:pt x="0" y="509"/>
                        <a:pt x="1" y="493"/>
                      </a:cubicBezTo>
                      <a:cubicBezTo>
                        <a:pt x="3" y="478"/>
                        <a:pt x="18" y="469"/>
                        <a:pt x="31" y="463"/>
                      </a:cubicBezTo>
                      <a:cubicBezTo>
                        <a:pt x="335" y="318"/>
                        <a:pt x="640" y="173"/>
                        <a:pt x="944" y="2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350" dirty="0">
                    <a:solidFill>
                      <a:srgbClr val="222524"/>
                    </a:solidFill>
                  </a:endParaRPr>
                </a:p>
              </p:txBody>
            </p:sp>
            <p:sp>
              <p:nvSpPr>
                <p:cNvPr id="31" name="Freeform 28"/>
                <p:cNvSpPr/>
                <p:nvPr/>
              </p:nvSpPr>
              <p:spPr bwMode="auto">
                <a:xfrm>
                  <a:off x="2773363" y="2760663"/>
                  <a:ext cx="236538" cy="971550"/>
                </a:xfrm>
                <a:custGeom>
                  <a:avLst/>
                  <a:gdLst>
                    <a:gd name="T0" fmla="*/ 0 w 87"/>
                    <a:gd name="T1" fmla="*/ 0 h 359"/>
                    <a:gd name="T2" fmla="*/ 87 w 87"/>
                    <a:gd name="T3" fmla="*/ 42 h 359"/>
                    <a:gd name="T4" fmla="*/ 48 w 87"/>
                    <a:gd name="T5" fmla="*/ 359 h 359"/>
                    <a:gd name="T6" fmla="*/ 0 w 87"/>
                    <a:gd name="T7" fmla="*/ 252 h 359"/>
                    <a:gd name="T8" fmla="*/ 0 w 87"/>
                    <a:gd name="T9" fmla="*/ 0 h 3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359">
                      <a:moveTo>
                        <a:pt x="0" y="0"/>
                      </a:moveTo>
                      <a:cubicBezTo>
                        <a:pt x="29" y="14"/>
                        <a:pt x="58" y="28"/>
                        <a:pt x="87" y="42"/>
                      </a:cubicBezTo>
                      <a:cubicBezTo>
                        <a:pt x="74" y="148"/>
                        <a:pt x="61" y="253"/>
                        <a:pt x="48" y="359"/>
                      </a:cubicBezTo>
                      <a:cubicBezTo>
                        <a:pt x="23" y="328"/>
                        <a:pt x="0" y="293"/>
                        <a:pt x="0" y="252"/>
                      </a:cubicBezTo>
                      <a:cubicBezTo>
                        <a:pt x="1" y="168"/>
                        <a:pt x="0" y="8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350">
                    <a:solidFill>
                      <a:srgbClr val="222524"/>
                    </a:solidFill>
                  </a:endParaRPr>
                </a:p>
              </p:txBody>
            </p:sp>
            <p:sp>
              <p:nvSpPr>
                <p:cNvPr id="32" name="Freeform 29"/>
                <p:cNvSpPr/>
                <p:nvPr/>
              </p:nvSpPr>
              <p:spPr bwMode="auto">
                <a:xfrm>
                  <a:off x="3363913" y="2768600"/>
                  <a:ext cx="2900363" cy="1693863"/>
                </a:xfrm>
                <a:custGeom>
                  <a:avLst/>
                  <a:gdLst>
                    <a:gd name="T0" fmla="*/ 496 w 1067"/>
                    <a:gd name="T1" fmla="*/ 275 h 625"/>
                    <a:gd name="T2" fmla="*/ 1067 w 1067"/>
                    <a:gd name="T3" fmla="*/ 0 h 625"/>
                    <a:gd name="T4" fmla="*/ 1067 w 1067"/>
                    <a:gd name="T5" fmla="*/ 253 h 625"/>
                    <a:gd name="T6" fmla="*/ 1022 w 1067"/>
                    <a:gd name="T7" fmla="*/ 353 h 625"/>
                    <a:gd name="T8" fmla="*/ 871 w 1067"/>
                    <a:gd name="T9" fmla="*/ 479 h 625"/>
                    <a:gd name="T10" fmla="*/ 285 w 1067"/>
                    <a:gd name="T11" fmla="*/ 591 h 625"/>
                    <a:gd name="T12" fmla="*/ 52 w 1067"/>
                    <a:gd name="T13" fmla="*/ 518 h 625"/>
                    <a:gd name="T14" fmla="*/ 0 w 1067"/>
                    <a:gd name="T15" fmla="*/ 101 h 625"/>
                    <a:gd name="T16" fmla="*/ 356 w 1067"/>
                    <a:gd name="T17" fmla="*/ 273 h 625"/>
                    <a:gd name="T18" fmla="*/ 496 w 1067"/>
                    <a:gd name="T19" fmla="*/ 275 h 6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67" h="625">
                      <a:moveTo>
                        <a:pt x="496" y="275"/>
                      </a:moveTo>
                      <a:cubicBezTo>
                        <a:pt x="686" y="184"/>
                        <a:pt x="876" y="92"/>
                        <a:pt x="1067" y="0"/>
                      </a:cubicBezTo>
                      <a:cubicBezTo>
                        <a:pt x="1066" y="85"/>
                        <a:pt x="1067" y="169"/>
                        <a:pt x="1067" y="253"/>
                      </a:cubicBezTo>
                      <a:cubicBezTo>
                        <a:pt x="1065" y="291"/>
                        <a:pt x="1044" y="324"/>
                        <a:pt x="1022" y="353"/>
                      </a:cubicBezTo>
                      <a:cubicBezTo>
                        <a:pt x="980" y="404"/>
                        <a:pt x="927" y="445"/>
                        <a:pt x="871" y="479"/>
                      </a:cubicBezTo>
                      <a:cubicBezTo>
                        <a:pt x="697" y="583"/>
                        <a:pt x="486" y="625"/>
                        <a:pt x="285" y="591"/>
                      </a:cubicBezTo>
                      <a:cubicBezTo>
                        <a:pt x="204" y="578"/>
                        <a:pt x="126" y="552"/>
                        <a:pt x="52" y="518"/>
                      </a:cubicBezTo>
                      <a:cubicBezTo>
                        <a:pt x="34" y="379"/>
                        <a:pt x="17" y="240"/>
                        <a:pt x="0" y="101"/>
                      </a:cubicBezTo>
                      <a:cubicBezTo>
                        <a:pt x="118" y="159"/>
                        <a:pt x="238" y="216"/>
                        <a:pt x="356" y="273"/>
                      </a:cubicBezTo>
                      <a:cubicBezTo>
                        <a:pt x="400" y="295"/>
                        <a:pt x="452" y="297"/>
                        <a:pt x="496" y="27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350">
                    <a:solidFill>
                      <a:srgbClr val="222524"/>
                    </a:solidFill>
                  </a:endParaRPr>
                </a:p>
              </p:txBody>
            </p:sp>
            <p:sp>
              <p:nvSpPr>
                <p:cNvPr id="33" name="Freeform 30"/>
                <p:cNvSpPr/>
                <p:nvPr/>
              </p:nvSpPr>
              <p:spPr bwMode="auto">
                <a:xfrm>
                  <a:off x="2974975" y="2955925"/>
                  <a:ext cx="404813" cy="1728788"/>
                </a:xfrm>
                <a:custGeom>
                  <a:avLst/>
                  <a:gdLst>
                    <a:gd name="T0" fmla="*/ 0 w 149"/>
                    <a:gd name="T1" fmla="*/ 568 h 638"/>
                    <a:gd name="T2" fmla="*/ 74 w 149"/>
                    <a:gd name="T3" fmla="*/ 0 h 638"/>
                    <a:gd name="T4" fmla="*/ 145 w 149"/>
                    <a:gd name="T5" fmla="*/ 538 h 638"/>
                    <a:gd name="T6" fmla="*/ 149 w 149"/>
                    <a:gd name="T7" fmla="*/ 572 h 638"/>
                    <a:gd name="T8" fmla="*/ 101 w 149"/>
                    <a:gd name="T9" fmla="*/ 629 h 638"/>
                    <a:gd name="T10" fmla="*/ 27 w 149"/>
                    <a:gd name="T11" fmla="*/ 617 h 638"/>
                    <a:gd name="T12" fmla="*/ 0 w 149"/>
                    <a:gd name="T13" fmla="*/ 568 h 6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49" h="638">
                      <a:moveTo>
                        <a:pt x="0" y="568"/>
                      </a:moveTo>
                      <a:cubicBezTo>
                        <a:pt x="24" y="379"/>
                        <a:pt x="49" y="190"/>
                        <a:pt x="74" y="0"/>
                      </a:cubicBezTo>
                      <a:cubicBezTo>
                        <a:pt x="98" y="180"/>
                        <a:pt x="121" y="359"/>
                        <a:pt x="145" y="538"/>
                      </a:cubicBezTo>
                      <a:cubicBezTo>
                        <a:pt x="146" y="549"/>
                        <a:pt x="148" y="560"/>
                        <a:pt x="149" y="572"/>
                      </a:cubicBezTo>
                      <a:cubicBezTo>
                        <a:pt x="142" y="596"/>
                        <a:pt x="126" y="620"/>
                        <a:pt x="101" y="629"/>
                      </a:cubicBezTo>
                      <a:cubicBezTo>
                        <a:pt x="77" y="638"/>
                        <a:pt x="47" y="635"/>
                        <a:pt x="27" y="617"/>
                      </a:cubicBezTo>
                      <a:cubicBezTo>
                        <a:pt x="13" y="605"/>
                        <a:pt x="2" y="587"/>
                        <a:pt x="0" y="56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350">
                    <a:solidFill>
                      <a:srgbClr val="222524"/>
                    </a:solidFill>
                  </a:endParaRPr>
                </a:p>
              </p:txBody>
            </p:sp>
          </p:grpSp>
        </p:grpSp>
        <p:sp>
          <p:nvSpPr>
            <p:cNvPr id="20" name="文本框 19"/>
            <p:cNvSpPr txBox="1"/>
            <p:nvPr/>
          </p:nvSpPr>
          <p:spPr>
            <a:xfrm>
              <a:off x="1190373" y="2955982"/>
              <a:ext cx="2154377" cy="17868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01</a:t>
              </a:r>
              <a:endParaRPr lang="zh-CN" altLang="en-US" sz="1600" b="1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2966201" y="1434393"/>
            <a:ext cx="3719947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项目概述</a:t>
            </a:r>
            <a:endParaRPr lang="en-US" altLang="zh-CN" sz="2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300" b="1" dirty="0">
                <a:solidFill>
                  <a:schemeClr val="bg1"/>
                </a:solidFill>
              </a:rPr>
              <a:t>Project Overview</a:t>
            </a:r>
            <a:endParaRPr lang="en-US" altLang="zh-CN" sz="23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E961346-B51E-4381-A3AC-4EFC8A9F11FB}"/>
              </a:ext>
            </a:extLst>
          </p:cNvPr>
          <p:cNvGrpSpPr/>
          <p:nvPr/>
        </p:nvGrpSpPr>
        <p:grpSpPr>
          <a:xfrm>
            <a:off x="1080000" y="2508952"/>
            <a:ext cx="6364229" cy="680029"/>
            <a:chOff x="7007763" y="2035760"/>
            <a:chExt cx="6364229" cy="680029"/>
          </a:xfrm>
        </p:grpSpPr>
        <p:sp>
          <p:nvSpPr>
            <p:cNvPr id="19" name="Rounded Rectangle 106">
              <a:extLst>
                <a:ext uri="{FF2B5EF4-FFF2-40B4-BE49-F238E27FC236}">
                  <a16:creationId xmlns:a16="http://schemas.microsoft.com/office/drawing/2014/main" id="{D72E7F79-0B22-42A4-9FDB-19274CC3CF9E}"/>
                </a:ext>
              </a:extLst>
            </p:cNvPr>
            <p:cNvSpPr/>
            <p:nvPr/>
          </p:nvSpPr>
          <p:spPr>
            <a:xfrm>
              <a:off x="7007763" y="2085143"/>
              <a:ext cx="630646" cy="63064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2BBB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+mj-lt"/>
              </a:endParaRPr>
            </a:p>
          </p:txBody>
        </p:sp>
        <p:sp>
          <p:nvSpPr>
            <p:cNvPr id="21" name="TextBox 107">
              <a:extLst>
                <a:ext uri="{FF2B5EF4-FFF2-40B4-BE49-F238E27FC236}">
                  <a16:creationId xmlns:a16="http://schemas.microsoft.com/office/drawing/2014/main" id="{971925C7-14C6-49B0-B981-E4E5AC25F030}"/>
                </a:ext>
              </a:extLst>
            </p:cNvPr>
            <p:cNvSpPr txBox="1"/>
            <p:nvPr/>
          </p:nvSpPr>
          <p:spPr>
            <a:xfrm>
              <a:off x="7027433" y="2120294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089DA3"/>
                  </a:solidFill>
                  <a:latin typeface="+mj-lt"/>
                </a:rPr>
                <a:t>01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54DE8516-E050-4A43-B8F7-8BEDD582E9FE}"/>
                </a:ext>
              </a:extLst>
            </p:cNvPr>
            <p:cNvSpPr txBox="1"/>
            <p:nvPr/>
          </p:nvSpPr>
          <p:spPr>
            <a:xfrm>
              <a:off x="7825575" y="2035760"/>
              <a:ext cx="5546417" cy="6166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3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项目介绍   </a:t>
              </a:r>
              <a:r>
                <a:rPr lang="en-US" altLang="zh-CN" sz="2800" dirty="0">
                  <a:solidFill>
                    <a:schemeClr val="bg1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rPr>
                <a:t>Project introduction</a:t>
              </a: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BBEE1B0-42A2-4C3C-9DEF-D550260B1B8A}"/>
              </a:ext>
            </a:extLst>
          </p:cNvPr>
          <p:cNvGrpSpPr/>
          <p:nvPr/>
        </p:nvGrpSpPr>
        <p:grpSpPr>
          <a:xfrm>
            <a:off x="1080000" y="5057566"/>
            <a:ext cx="6834693" cy="680029"/>
            <a:chOff x="7007763" y="2035760"/>
            <a:chExt cx="6834693" cy="680029"/>
          </a:xfrm>
        </p:grpSpPr>
        <p:sp>
          <p:nvSpPr>
            <p:cNvPr id="46" name="Rounded Rectangle 106">
              <a:extLst>
                <a:ext uri="{FF2B5EF4-FFF2-40B4-BE49-F238E27FC236}">
                  <a16:creationId xmlns:a16="http://schemas.microsoft.com/office/drawing/2014/main" id="{841A99AC-D295-4A05-A454-17FB1AFD0BE1}"/>
                </a:ext>
              </a:extLst>
            </p:cNvPr>
            <p:cNvSpPr/>
            <p:nvPr/>
          </p:nvSpPr>
          <p:spPr>
            <a:xfrm>
              <a:off x="7007763" y="2085143"/>
              <a:ext cx="630646" cy="63064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2BBB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+mj-lt"/>
              </a:endParaRPr>
            </a:p>
          </p:txBody>
        </p:sp>
        <p:sp>
          <p:nvSpPr>
            <p:cNvPr id="47" name="TextBox 107">
              <a:extLst>
                <a:ext uri="{FF2B5EF4-FFF2-40B4-BE49-F238E27FC236}">
                  <a16:creationId xmlns:a16="http://schemas.microsoft.com/office/drawing/2014/main" id="{1E9F0CDA-BDC0-432D-B2D0-8EC7D075268F}"/>
                </a:ext>
              </a:extLst>
            </p:cNvPr>
            <p:cNvSpPr txBox="1"/>
            <p:nvPr/>
          </p:nvSpPr>
          <p:spPr>
            <a:xfrm>
              <a:off x="7027433" y="2120294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089DA3"/>
                  </a:solidFill>
                  <a:latin typeface="+mj-lt"/>
                </a:rPr>
                <a:t>04</a:t>
              </a: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85FF8439-7F8E-471D-A8E2-5F9C7AB3FCF7}"/>
                </a:ext>
              </a:extLst>
            </p:cNvPr>
            <p:cNvSpPr txBox="1"/>
            <p:nvPr/>
          </p:nvSpPr>
          <p:spPr>
            <a:xfrm>
              <a:off x="7825575" y="2035760"/>
              <a:ext cx="6016881" cy="6166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3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界面设计   </a:t>
              </a:r>
              <a:r>
                <a:rPr lang="en-US" altLang="zh-CN" sz="2800" dirty="0">
                  <a:solidFill>
                    <a:schemeClr val="bg1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rPr>
                <a:t>User Interface Design</a:t>
              </a: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76BBD5E6-C78C-4596-A987-9DC16CBE0655}"/>
              </a:ext>
            </a:extLst>
          </p:cNvPr>
          <p:cNvGrpSpPr/>
          <p:nvPr/>
        </p:nvGrpSpPr>
        <p:grpSpPr>
          <a:xfrm>
            <a:off x="1080000" y="4208028"/>
            <a:ext cx="6834693" cy="680029"/>
            <a:chOff x="7007763" y="2035760"/>
            <a:chExt cx="6834693" cy="680029"/>
          </a:xfrm>
        </p:grpSpPr>
        <p:sp>
          <p:nvSpPr>
            <p:cNvPr id="50" name="Rounded Rectangle 106">
              <a:extLst>
                <a:ext uri="{FF2B5EF4-FFF2-40B4-BE49-F238E27FC236}">
                  <a16:creationId xmlns:a16="http://schemas.microsoft.com/office/drawing/2014/main" id="{27716B6B-A5D8-46FA-9D9F-76C64114553E}"/>
                </a:ext>
              </a:extLst>
            </p:cNvPr>
            <p:cNvSpPr/>
            <p:nvPr/>
          </p:nvSpPr>
          <p:spPr>
            <a:xfrm>
              <a:off x="7007763" y="2085143"/>
              <a:ext cx="630646" cy="63064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2BBB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+mj-lt"/>
              </a:endParaRPr>
            </a:p>
          </p:txBody>
        </p:sp>
        <p:sp>
          <p:nvSpPr>
            <p:cNvPr id="52" name="TextBox 107">
              <a:extLst>
                <a:ext uri="{FF2B5EF4-FFF2-40B4-BE49-F238E27FC236}">
                  <a16:creationId xmlns:a16="http://schemas.microsoft.com/office/drawing/2014/main" id="{B82997B1-E965-40E0-AF32-2538EC21F827}"/>
                </a:ext>
              </a:extLst>
            </p:cNvPr>
            <p:cNvSpPr txBox="1"/>
            <p:nvPr/>
          </p:nvSpPr>
          <p:spPr>
            <a:xfrm>
              <a:off x="7027433" y="2120294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089DA3"/>
                  </a:solidFill>
                  <a:latin typeface="+mj-lt"/>
                </a:rPr>
                <a:t>03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E9EFA286-73E4-42E0-891F-5F8DCAE88B57}"/>
                </a:ext>
              </a:extLst>
            </p:cNvPr>
            <p:cNvSpPr txBox="1"/>
            <p:nvPr/>
          </p:nvSpPr>
          <p:spPr>
            <a:xfrm>
              <a:off x="7825575" y="2035760"/>
              <a:ext cx="6016881" cy="6166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3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功能介绍   </a:t>
              </a:r>
              <a:r>
                <a:rPr lang="en-US" altLang="zh-CN" sz="2800" dirty="0">
                  <a:solidFill>
                    <a:schemeClr val="bg1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rPr>
                <a:t>Function introduction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CFCF3297-5A55-4CB1-8225-4A025B55335A}"/>
              </a:ext>
            </a:extLst>
          </p:cNvPr>
          <p:cNvGrpSpPr/>
          <p:nvPr/>
        </p:nvGrpSpPr>
        <p:grpSpPr>
          <a:xfrm>
            <a:off x="1080000" y="3358490"/>
            <a:ext cx="6364229" cy="680029"/>
            <a:chOff x="7007763" y="2035760"/>
            <a:chExt cx="6364229" cy="680029"/>
          </a:xfrm>
        </p:grpSpPr>
        <p:sp>
          <p:nvSpPr>
            <p:cNvPr id="55" name="Rounded Rectangle 106">
              <a:extLst>
                <a:ext uri="{FF2B5EF4-FFF2-40B4-BE49-F238E27FC236}">
                  <a16:creationId xmlns:a16="http://schemas.microsoft.com/office/drawing/2014/main" id="{236A9882-81E9-4995-8520-6C9BD7FF6226}"/>
                </a:ext>
              </a:extLst>
            </p:cNvPr>
            <p:cNvSpPr/>
            <p:nvPr/>
          </p:nvSpPr>
          <p:spPr>
            <a:xfrm>
              <a:off x="7007763" y="2085143"/>
              <a:ext cx="630646" cy="63064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2BBB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+mj-lt"/>
              </a:endParaRPr>
            </a:p>
          </p:txBody>
        </p:sp>
        <p:sp>
          <p:nvSpPr>
            <p:cNvPr id="56" name="TextBox 107">
              <a:extLst>
                <a:ext uri="{FF2B5EF4-FFF2-40B4-BE49-F238E27FC236}">
                  <a16:creationId xmlns:a16="http://schemas.microsoft.com/office/drawing/2014/main" id="{5A10382B-DF5B-4093-BDD1-03EA75CC1A87}"/>
                </a:ext>
              </a:extLst>
            </p:cNvPr>
            <p:cNvSpPr txBox="1"/>
            <p:nvPr/>
          </p:nvSpPr>
          <p:spPr>
            <a:xfrm>
              <a:off x="7027433" y="2120294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089DA3"/>
                  </a:solidFill>
                  <a:latin typeface="+mj-lt"/>
                </a:rPr>
                <a:t>02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E8C5BA74-D056-4532-A269-B5B29E6104F7}"/>
                </a:ext>
              </a:extLst>
            </p:cNvPr>
            <p:cNvSpPr txBox="1"/>
            <p:nvPr/>
          </p:nvSpPr>
          <p:spPr>
            <a:xfrm>
              <a:off x="7825575" y="2035760"/>
              <a:ext cx="5546417" cy="6166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3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小组介绍   </a:t>
              </a:r>
              <a:r>
                <a:rPr lang="en-US" altLang="zh-CN" sz="2800" dirty="0">
                  <a:solidFill>
                    <a:schemeClr val="bg1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rPr>
                <a:t>Group introduction</a:t>
              </a: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78E378D3-BADB-40B8-8961-D760D231A1C7}"/>
              </a:ext>
            </a:extLst>
          </p:cNvPr>
          <p:cNvGrpSpPr/>
          <p:nvPr/>
        </p:nvGrpSpPr>
        <p:grpSpPr>
          <a:xfrm>
            <a:off x="1080000" y="5907104"/>
            <a:ext cx="7583709" cy="680029"/>
            <a:chOff x="7007763" y="2035760"/>
            <a:chExt cx="7583709" cy="680029"/>
          </a:xfrm>
        </p:grpSpPr>
        <p:sp>
          <p:nvSpPr>
            <p:cNvPr id="59" name="Rounded Rectangle 106">
              <a:extLst>
                <a:ext uri="{FF2B5EF4-FFF2-40B4-BE49-F238E27FC236}">
                  <a16:creationId xmlns:a16="http://schemas.microsoft.com/office/drawing/2014/main" id="{3C2FCAFB-6BDB-4A7A-BC6A-32CD36E8A149}"/>
                </a:ext>
              </a:extLst>
            </p:cNvPr>
            <p:cNvSpPr/>
            <p:nvPr/>
          </p:nvSpPr>
          <p:spPr>
            <a:xfrm>
              <a:off x="7007763" y="2085143"/>
              <a:ext cx="630646" cy="63064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2BBB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+mj-lt"/>
              </a:endParaRPr>
            </a:p>
          </p:txBody>
        </p:sp>
        <p:sp>
          <p:nvSpPr>
            <p:cNvPr id="60" name="TextBox 107">
              <a:extLst>
                <a:ext uri="{FF2B5EF4-FFF2-40B4-BE49-F238E27FC236}">
                  <a16:creationId xmlns:a16="http://schemas.microsoft.com/office/drawing/2014/main" id="{4EFA16EE-BABD-4B2E-8C76-E5791A3D214D}"/>
                </a:ext>
              </a:extLst>
            </p:cNvPr>
            <p:cNvSpPr txBox="1"/>
            <p:nvPr/>
          </p:nvSpPr>
          <p:spPr>
            <a:xfrm>
              <a:off x="7027433" y="2120294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089DA3"/>
                  </a:solidFill>
                  <a:latin typeface="+mj-lt"/>
                </a:rPr>
                <a:t>04</a:t>
              </a: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61E3B542-4ABA-4A39-B2F3-EE3F39222FF2}"/>
                </a:ext>
              </a:extLst>
            </p:cNvPr>
            <p:cNvSpPr txBox="1"/>
            <p:nvPr/>
          </p:nvSpPr>
          <p:spPr>
            <a:xfrm>
              <a:off x="7825575" y="2035760"/>
              <a:ext cx="6765897" cy="6166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3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开发环境   </a:t>
              </a:r>
              <a:r>
                <a:rPr lang="en-US" altLang="zh-CN" sz="2800" dirty="0">
                  <a:solidFill>
                    <a:schemeClr val="bg1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rPr>
                <a:t>Development environment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4458898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16F3F8EA-045E-43AA-B945-EDDB43406590}"/>
              </a:ext>
            </a:extLst>
          </p:cNvPr>
          <p:cNvSpPr/>
          <p:nvPr/>
        </p:nvSpPr>
        <p:spPr>
          <a:xfrm>
            <a:off x="241269" y="1320248"/>
            <a:ext cx="8661461" cy="5348147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25400" sx="102000" sy="102000" algn="ctr" rotWithShape="0">
              <a:schemeClr val="bg1">
                <a:lumMod val="65000"/>
                <a:alpha val="3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8408" y="2683749"/>
            <a:ext cx="2190750" cy="2190750"/>
          </a:xfrm>
          <a:prstGeom prst="rect">
            <a:avLst/>
          </a:prstGeom>
          <a:ln w="28575">
            <a:solidFill>
              <a:schemeClr val="bg1"/>
            </a:solidFill>
          </a:ln>
          <a:effectLst>
            <a:reflection blurRad="6350" stA="52000" endA="300" endPos="35000" dir="5400000" sy="-100000" algn="bl" rotWithShape="0"/>
          </a:effectLst>
        </p:spPr>
      </p:pic>
      <p:sp>
        <p:nvSpPr>
          <p:cNvPr id="49" name="文本框 48"/>
          <p:cNvSpPr txBox="1"/>
          <p:nvPr/>
        </p:nvSpPr>
        <p:spPr>
          <a:xfrm>
            <a:off x="3850916" y="2476501"/>
            <a:ext cx="4785355" cy="3713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医院施行预约诊疗服务，有利于患者进行就医咨询，提前安排就医计划，减少候诊时间，也有利于医院提升管理水平，提高工作效率和医疗质量，降低医疗安全风险。</a:t>
            </a:r>
          </a:p>
          <a:p>
            <a:pPr algn="just">
              <a:lnSpc>
                <a:spcPct val="125000"/>
              </a:lnSpc>
            </a:pPr>
            <a:r>
              <a:rPr lang="zh-CN" alt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功能包括：医生患者注册登录、预约挂号等；预约挂号包含了选择就诊科室、选择医生等一些内容。</a:t>
            </a:r>
            <a:endParaRPr lang="en-US" altLang="zh-CN" sz="19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该项目采用了</a:t>
            </a:r>
            <a:r>
              <a:rPr lang="en-US" altLang="zh-CN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 boot</a:t>
            </a:r>
            <a:r>
              <a:rPr lang="zh-CN" alt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SSM</a:t>
            </a:r>
            <a:r>
              <a:rPr lang="zh-CN" alt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 cloud</a:t>
            </a:r>
            <a:r>
              <a:rPr lang="zh-CN" altLang="en-US" sz="1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作为后端技术框架，和前端结合使用。</a:t>
            </a:r>
          </a:p>
        </p:txBody>
      </p:sp>
      <p:cxnSp>
        <p:nvCxnSpPr>
          <p:cNvPr id="52" name="直接连接符 51"/>
          <p:cNvCxnSpPr/>
          <p:nvPr/>
        </p:nvCxnSpPr>
        <p:spPr>
          <a:xfrm>
            <a:off x="3584457" y="2475368"/>
            <a:ext cx="0" cy="3769857"/>
          </a:xfrm>
          <a:prstGeom prst="line">
            <a:avLst/>
          </a:prstGeom>
          <a:ln w="50800">
            <a:solidFill>
              <a:srgbClr val="089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99087D0-FB19-436C-A9D5-397C329376B8}"/>
              </a:ext>
            </a:extLst>
          </p:cNvPr>
          <p:cNvGrpSpPr/>
          <p:nvPr/>
        </p:nvGrpSpPr>
        <p:grpSpPr>
          <a:xfrm>
            <a:off x="460477" y="1465054"/>
            <a:ext cx="2935517" cy="641199"/>
            <a:chOff x="392464" y="1414203"/>
            <a:chExt cx="2935517" cy="641199"/>
          </a:xfrm>
        </p:grpSpPr>
        <p:sp>
          <p:nvSpPr>
            <p:cNvPr id="26" name="椭圆 80">
              <a:extLst>
                <a:ext uri="{FF2B5EF4-FFF2-40B4-BE49-F238E27FC236}">
                  <a16:creationId xmlns:a16="http://schemas.microsoft.com/office/drawing/2014/main" id="{734334C4-94F3-4AE3-9C09-45DC88D72D28}"/>
                </a:ext>
              </a:extLst>
            </p:cNvPr>
            <p:cNvSpPr/>
            <p:nvPr/>
          </p:nvSpPr>
          <p:spPr bwMode="auto">
            <a:xfrm>
              <a:off x="491907" y="1429120"/>
              <a:ext cx="574292" cy="575454"/>
            </a:xfrm>
            <a:prstGeom prst="ellipse">
              <a:avLst/>
            </a:prstGeom>
            <a:solidFill>
              <a:schemeClr val="bg2"/>
            </a:solidFill>
            <a:ln w="50800" cap="flat" cmpd="sng" algn="ctr">
              <a:solidFill>
                <a:srgbClr val="123891"/>
              </a:solidFill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2389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3ECAB285-5F62-4D9F-8C1B-843006926465}"/>
                </a:ext>
              </a:extLst>
            </p:cNvPr>
            <p:cNvSpPr txBox="1"/>
            <p:nvPr/>
          </p:nvSpPr>
          <p:spPr>
            <a:xfrm>
              <a:off x="392464" y="1424460"/>
              <a:ext cx="7954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rgbClr val="123891"/>
                  </a:solidFill>
                </a:rPr>
                <a:t>01</a:t>
              </a:r>
              <a:endParaRPr lang="zh-CN" altLang="en-US" sz="3200" b="1" dirty="0">
                <a:solidFill>
                  <a:srgbClr val="123891"/>
                </a:solidFill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53DD91B7-2649-480C-B66D-6BCFF397ECD6}"/>
                </a:ext>
              </a:extLst>
            </p:cNvPr>
            <p:cNvSpPr/>
            <p:nvPr/>
          </p:nvSpPr>
          <p:spPr>
            <a:xfrm>
              <a:off x="1187942" y="1414203"/>
              <a:ext cx="11769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12389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项目介绍 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E37997E-50E1-4845-B3DC-C6E001CDAD68}"/>
                </a:ext>
              </a:extLst>
            </p:cNvPr>
            <p:cNvSpPr txBox="1"/>
            <p:nvPr/>
          </p:nvSpPr>
          <p:spPr>
            <a:xfrm>
              <a:off x="1188646" y="1716848"/>
              <a:ext cx="2139335" cy="338554"/>
            </a:xfrm>
            <a:prstGeom prst="snip1Rect">
              <a:avLst>
                <a:gd name="adj" fmla="val 0"/>
              </a:avLst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123891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rPr>
                <a:t>Project introduction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B69CC7AA-D37B-45F9-9E01-2DC45AFB91D6}"/>
              </a:ext>
            </a:extLst>
          </p:cNvPr>
          <p:cNvSpPr/>
          <p:nvPr/>
        </p:nvSpPr>
        <p:spPr>
          <a:xfrm>
            <a:off x="241269" y="1320248"/>
            <a:ext cx="8661461" cy="5348147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25400" sx="102000" sy="102000" algn="ctr" rotWithShape="0">
              <a:schemeClr val="bg1">
                <a:lumMod val="65000"/>
                <a:alpha val="3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grpSp>
        <p:nvGrpSpPr>
          <p:cNvPr id="8" name="Group 32"/>
          <p:cNvGrpSpPr/>
          <p:nvPr/>
        </p:nvGrpSpPr>
        <p:grpSpPr>
          <a:xfrm>
            <a:off x="2976743" y="3455985"/>
            <a:ext cx="3060000" cy="3060000"/>
            <a:chOff x="4250764" y="1958124"/>
            <a:chExt cx="3690472" cy="3715717"/>
          </a:xfrm>
        </p:grpSpPr>
        <p:sp>
          <p:nvSpPr>
            <p:cNvPr id="9" name="Freeform 5"/>
            <p:cNvSpPr/>
            <p:nvPr/>
          </p:nvSpPr>
          <p:spPr bwMode="auto">
            <a:xfrm rot="21562516">
              <a:off x="4890461" y="1964899"/>
              <a:ext cx="2377801" cy="649507"/>
            </a:xfrm>
            <a:custGeom>
              <a:avLst/>
              <a:gdLst/>
              <a:ahLst/>
              <a:cxnLst>
                <a:cxn ang="0">
                  <a:pos x="688" y="47"/>
                </a:cxn>
                <a:cxn ang="0">
                  <a:pos x="735" y="160"/>
                </a:cxn>
                <a:cxn ang="0">
                  <a:pos x="735" y="201"/>
                </a:cxn>
                <a:cxn ang="0">
                  <a:pos x="0" y="201"/>
                </a:cxn>
                <a:cxn ang="0">
                  <a:pos x="0" y="160"/>
                </a:cxn>
                <a:cxn ang="0">
                  <a:pos x="47" y="47"/>
                </a:cxn>
                <a:cxn ang="0">
                  <a:pos x="160" y="0"/>
                </a:cxn>
                <a:cxn ang="0">
                  <a:pos x="575" y="0"/>
                </a:cxn>
                <a:cxn ang="0">
                  <a:pos x="688" y="47"/>
                </a:cxn>
              </a:cxnLst>
              <a:rect l="0" t="0" r="r" b="b"/>
              <a:pathLst>
                <a:path w="735" h="201">
                  <a:moveTo>
                    <a:pt x="688" y="47"/>
                  </a:moveTo>
                  <a:cubicBezTo>
                    <a:pt x="720" y="78"/>
                    <a:pt x="735" y="116"/>
                    <a:pt x="735" y="160"/>
                  </a:cubicBezTo>
                  <a:cubicBezTo>
                    <a:pt x="735" y="201"/>
                    <a:pt x="735" y="201"/>
                    <a:pt x="735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16"/>
                    <a:pt x="16" y="78"/>
                    <a:pt x="47" y="47"/>
                  </a:cubicBezTo>
                  <a:cubicBezTo>
                    <a:pt x="78" y="16"/>
                    <a:pt x="116" y="0"/>
                    <a:pt x="160" y="0"/>
                  </a:cubicBezTo>
                  <a:cubicBezTo>
                    <a:pt x="575" y="0"/>
                    <a:pt x="575" y="0"/>
                    <a:pt x="575" y="0"/>
                  </a:cubicBezTo>
                  <a:cubicBezTo>
                    <a:pt x="619" y="0"/>
                    <a:pt x="657" y="16"/>
                    <a:pt x="688" y="47"/>
                  </a:cubicBezTo>
                  <a:close/>
                </a:path>
              </a:pathLst>
            </a:custGeom>
            <a:solidFill>
              <a:srgbClr val="089DA3"/>
            </a:solidFill>
            <a:ln w="9525">
              <a:noFill/>
              <a:round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773373">
                <a:defRPr/>
              </a:pPr>
              <a:endParaRPr lang="en-US" sz="1500" kern="0">
                <a:solidFill>
                  <a:srgbClr val="262626"/>
                </a:solidFill>
                <a:latin typeface="Roboto Condensed"/>
              </a:endParaRPr>
            </a:p>
          </p:txBody>
        </p:sp>
        <p:sp>
          <p:nvSpPr>
            <p:cNvPr id="10" name="Freeform 6"/>
            <p:cNvSpPr/>
            <p:nvPr/>
          </p:nvSpPr>
          <p:spPr bwMode="auto">
            <a:xfrm rot="21562516">
              <a:off x="7284955" y="2623344"/>
              <a:ext cx="649507" cy="2377801"/>
            </a:xfrm>
            <a:custGeom>
              <a:avLst/>
              <a:gdLst/>
              <a:ahLst/>
              <a:cxnLst>
                <a:cxn ang="0">
                  <a:pos x="154" y="688"/>
                </a:cxn>
                <a:cxn ang="0">
                  <a:pos x="41" y="735"/>
                </a:cxn>
                <a:cxn ang="0">
                  <a:pos x="0" y="735"/>
                </a:cxn>
                <a:cxn ang="0">
                  <a:pos x="0" y="0"/>
                </a:cxn>
                <a:cxn ang="0">
                  <a:pos x="41" y="0"/>
                </a:cxn>
                <a:cxn ang="0">
                  <a:pos x="154" y="47"/>
                </a:cxn>
                <a:cxn ang="0">
                  <a:pos x="201" y="160"/>
                </a:cxn>
                <a:cxn ang="0">
                  <a:pos x="201" y="575"/>
                </a:cxn>
                <a:cxn ang="0">
                  <a:pos x="154" y="688"/>
                </a:cxn>
              </a:cxnLst>
              <a:rect l="0" t="0" r="r" b="b"/>
              <a:pathLst>
                <a:path w="201" h="735">
                  <a:moveTo>
                    <a:pt x="154" y="688"/>
                  </a:moveTo>
                  <a:cubicBezTo>
                    <a:pt x="123" y="720"/>
                    <a:pt x="85" y="735"/>
                    <a:pt x="41" y="735"/>
                  </a:cubicBezTo>
                  <a:cubicBezTo>
                    <a:pt x="0" y="735"/>
                    <a:pt x="0" y="735"/>
                    <a:pt x="0" y="73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85" y="0"/>
                    <a:pt x="123" y="16"/>
                    <a:pt x="154" y="47"/>
                  </a:cubicBezTo>
                  <a:cubicBezTo>
                    <a:pt x="186" y="78"/>
                    <a:pt x="201" y="116"/>
                    <a:pt x="201" y="160"/>
                  </a:cubicBezTo>
                  <a:cubicBezTo>
                    <a:pt x="201" y="575"/>
                    <a:pt x="201" y="575"/>
                    <a:pt x="201" y="575"/>
                  </a:cubicBezTo>
                  <a:cubicBezTo>
                    <a:pt x="201" y="619"/>
                    <a:pt x="186" y="657"/>
                    <a:pt x="154" y="688"/>
                  </a:cubicBezTo>
                  <a:close/>
                </a:path>
              </a:pathLst>
            </a:custGeom>
            <a:solidFill>
              <a:srgbClr val="089DA3"/>
            </a:solidFill>
            <a:ln w="9525">
              <a:noFill/>
              <a:round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773373">
                <a:defRPr/>
              </a:pPr>
              <a:endParaRPr lang="en-US" sz="1500" kern="0">
                <a:solidFill>
                  <a:srgbClr val="262626"/>
                </a:solidFill>
                <a:latin typeface="Roboto Condensed"/>
              </a:endParaRPr>
            </a:p>
          </p:txBody>
        </p:sp>
        <p:sp>
          <p:nvSpPr>
            <p:cNvPr id="11" name="Freeform 9"/>
            <p:cNvSpPr/>
            <p:nvPr/>
          </p:nvSpPr>
          <p:spPr bwMode="auto">
            <a:xfrm rot="21562516">
              <a:off x="4923747" y="5017560"/>
              <a:ext cx="2377801" cy="649507"/>
            </a:xfrm>
            <a:custGeom>
              <a:avLst/>
              <a:gdLst/>
              <a:ahLst/>
              <a:cxnLst>
                <a:cxn ang="0">
                  <a:pos x="735" y="41"/>
                </a:cxn>
                <a:cxn ang="0">
                  <a:pos x="688" y="154"/>
                </a:cxn>
                <a:cxn ang="0">
                  <a:pos x="575" y="201"/>
                </a:cxn>
                <a:cxn ang="0">
                  <a:pos x="160" y="201"/>
                </a:cxn>
                <a:cxn ang="0">
                  <a:pos x="47" y="154"/>
                </a:cxn>
                <a:cxn ang="0">
                  <a:pos x="0" y="41"/>
                </a:cxn>
                <a:cxn ang="0">
                  <a:pos x="0" y="0"/>
                </a:cxn>
                <a:cxn ang="0">
                  <a:pos x="735" y="0"/>
                </a:cxn>
                <a:cxn ang="0">
                  <a:pos x="735" y="41"/>
                </a:cxn>
              </a:cxnLst>
              <a:rect l="0" t="0" r="r" b="b"/>
              <a:pathLst>
                <a:path w="735" h="201">
                  <a:moveTo>
                    <a:pt x="735" y="41"/>
                  </a:moveTo>
                  <a:cubicBezTo>
                    <a:pt x="735" y="85"/>
                    <a:pt x="720" y="123"/>
                    <a:pt x="688" y="154"/>
                  </a:cubicBezTo>
                  <a:cubicBezTo>
                    <a:pt x="657" y="186"/>
                    <a:pt x="619" y="201"/>
                    <a:pt x="575" y="201"/>
                  </a:cubicBezTo>
                  <a:cubicBezTo>
                    <a:pt x="160" y="201"/>
                    <a:pt x="160" y="201"/>
                    <a:pt x="160" y="201"/>
                  </a:cubicBezTo>
                  <a:cubicBezTo>
                    <a:pt x="116" y="201"/>
                    <a:pt x="78" y="186"/>
                    <a:pt x="47" y="154"/>
                  </a:cubicBezTo>
                  <a:cubicBezTo>
                    <a:pt x="16" y="123"/>
                    <a:pt x="0" y="85"/>
                    <a:pt x="0" y="4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35" y="0"/>
                    <a:pt x="735" y="0"/>
                    <a:pt x="735" y="0"/>
                  </a:cubicBezTo>
                  <a:lnTo>
                    <a:pt x="735" y="41"/>
                  </a:lnTo>
                  <a:close/>
                </a:path>
              </a:pathLst>
            </a:custGeom>
            <a:solidFill>
              <a:srgbClr val="089DA3"/>
            </a:solidFill>
            <a:ln w="9525">
              <a:noFill/>
              <a:round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773373">
                <a:defRPr/>
              </a:pPr>
              <a:endParaRPr lang="en-US" sz="1500" kern="0" dirty="0">
                <a:solidFill>
                  <a:srgbClr val="262626"/>
                </a:solidFill>
                <a:latin typeface="Roboto Condensed"/>
              </a:endParaRPr>
            </a:p>
          </p:txBody>
        </p:sp>
        <p:sp>
          <p:nvSpPr>
            <p:cNvPr id="12" name="Freeform 11"/>
            <p:cNvSpPr/>
            <p:nvPr/>
          </p:nvSpPr>
          <p:spPr bwMode="auto">
            <a:xfrm rot="21562516">
              <a:off x="4257548" y="2630821"/>
              <a:ext cx="649507" cy="2377801"/>
            </a:xfrm>
            <a:custGeom>
              <a:avLst/>
              <a:gdLst/>
              <a:ahLst/>
              <a:cxnLst>
                <a:cxn ang="0">
                  <a:pos x="160" y="735"/>
                </a:cxn>
                <a:cxn ang="0">
                  <a:pos x="47" y="688"/>
                </a:cxn>
                <a:cxn ang="0">
                  <a:pos x="0" y="575"/>
                </a:cxn>
                <a:cxn ang="0">
                  <a:pos x="0" y="160"/>
                </a:cxn>
                <a:cxn ang="0">
                  <a:pos x="47" y="47"/>
                </a:cxn>
                <a:cxn ang="0">
                  <a:pos x="160" y="0"/>
                </a:cxn>
                <a:cxn ang="0">
                  <a:pos x="201" y="0"/>
                </a:cxn>
                <a:cxn ang="0">
                  <a:pos x="201" y="735"/>
                </a:cxn>
                <a:cxn ang="0">
                  <a:pos x="160" y="735"/>
                </a:cxn>
              </a:cxnLst>
              <a:rect l="0" t="0" r="r" b="b"/>
              <a:pathLst>
                <a:path w="201" h="735">
                  <a:moveTo>
                    <a:pt x="160" y="735"/>
                  </a:moveTo>
                  <a:cubicBezTo>
                    <a:pt x="116" y="735"/>
                    <a:pt x="78" y="720"/>
                    <a:pt x="47" y="688"/>
                  </a:cubicBezTo>
                  <a:cubicBezTo>
                    <a:pt x="15" y="657"/>
                    <a:pt x="0" y="619"/>
                    <a:pt x="0" y="575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16"/>
                    <a:pt x="15" y="78"/>
                    <a:pt x="47" y="47"/>
                  </a:cubicBezTo>
                  <a:cubicBezTo>
                    <a:pt x="78" y="16"/>
                    <a:pt x="116" y="0"/>
                    <a:pt x="160" y="0"/>
                  </a:cubicBezTo>
                  <a:cubicBezTo>
                    <a:pt x="201" y="0"/>
                    <a:pt x="201" y="0"/>
                    <a:pt x="201" y="0"/>
                  </a:cubicBezTo>
                  <a:cubicBezTo>
                    <a:pt x="201" y="735"/>
                    <a:pt x="201" y="735"/>
                    <a:pt x="201" y="735"/>
                  </a:cubicBezTo>
                  <a:lnTo>
                    <a:pt x="160" y="735"/>
                  </a:lnTo>
                  <a:close/>
                </a:path>
              </a:pathLst>
            </a:custGeom>
            <a:solidFill>
              <a:srgbClr val="089DA3"/>
            </a:solidFill>
            <a:ln w="9525">
              <a:noFill/>
              <a:round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773373">
                <a:defRPr/>
              </a:pPr>
              <a:endParaRPr lang="en-US" sz="1500" kern="0">
                <a:solidFill>
                  <a:srgbClr val="262626"/>
                </a:solidFill>
                <a:latin typeface="Roboto Condensed"/>
              </a:endParaRPr>
            </a:p>
          </p:txBody>
        </p:sp>
        <p:sp>
          <p:nvSpPr>
            <p:cNvPr id="13" name="Freeform 8"/>
            <p:cNvSpPr/>
            <p:nvPr/>
          </p:nvSpPr>
          <p:spPr bwMode="auto">
            <a:xfrm rot="21562516">
              <a:off x="6089734" y="1958598"/>
              <a:ext cx="1139430" cy="1458597"/>
            </a:xfrm>
            <a:custGeom>
              <a:avLst/>
              <a:gdLst/>
              <a:ahLst/>
              <a:cxnLst>
                <a:cxn ang="0">
                  <a:pos x="192" y="0"/>
                </a:cxn>
                <a:cxn ang="0">
                  <a:pos x="305" y="47"/>
                </a:cxn>
                <a:cxn ang="0">
                  <a:pos x="352" y="160"/>
                </a:cxn>
                <a:cxn ang="0">
                  <a:pos x="352" y="451"/>
                </a:cxn>
                <a:cxn ang="0">
                  <a:pos x="108" y="451"/>
                </a:cxn>
                <a:cxn ang="0">
                  <a:pos x="108" y="152"/>
                </a:cxn>
                <a:cxn ang="0">
                  <a:pos x="61" y="39"/>
                </a:cxn>
                <a:cxn ang="0">
                  <a:pos x="0" y="0"/>
                </a:cxn>
                <a:cxn ang="0">
                  <a:pos x="192" y="0"/>
                </a:cxn>
              </a:cxnLst>
              <a:rect l="0" t="0" r="r" b="b"/>
              <a:pathLst>
                <a:path w="352" h="451">
                  <a:moveTo>
                    <a:pt x="192" y="0"/>
                  </a:moveTo>
                  <a:cubicBezTo>
                    <a:pt x="236" y="0"/>
                    <a:pt x="274" y="16"/>
                    <a:pt x="305" y="47"/>
                  </a:cubicBezTo>
                  <a:cubicBezTo>
                    <a:pt x="337" y="78"/>
                    <a:pt x="352" y="116"/>
                    <a:pt x="352" y="160"/>
                  </a:cubicBezTo>
                  <a:cubicBezTo>
                    <a:pt x="352" y="451"/>
                    <a:pt x="352" y="451"/>
                    <a:pt x="352" y="451"/>
                  </a:cubicBezTo>
                  <a:cubicBezTo>
                    <a:pt x="108" y="451"/>
                    <a:pt x="108" y="451"/>
                    <a:pt x="108" y="451"/>
                  </a:cubicBezTo>
                  <a:cubicBezTo>
                    <a:pt x="108" y="152"/>
                    <a:pt x="108" y="152"/>
                    <a:pt x="108" y="152"/>
                  </a:cubicBezTo>
                  <a:cubicBezTo>
                    <a:pt x="108" y="108"/>
                    <a:pt x="93" y="70"/>
                    <a:pt x="61" y="39"/>
                  </a:cubicBezTo>
                  <a:cubicBezTo>
                    <a:pt x="43" y="21"/>
                    <a:pt x="23" y="8"/>
                    <a:pt x="0" y="0"/>
                  </a:cubicBezTo>
                  <a:lnTo>
                    <a:pt x="192" y="0"/>
                  </a:lnTo>
                  <a:close/>
                </a:path>
              </a:pathLst>
            </a:custGeom>
            <a:solidFill>
              <a:srgbClr val="067A80"/>
            </a:solidFill>
            <a:ln w="9525">
              <a:noFill/>
              <a:round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773373">
                <a:defRPr/>
              </a:pPr>
              <a:endParaRPr lang="en-US" sz="1500" kern="0">
                <a:solidFill>
                  <a:srgbClr val="262626"/>
                </a:solidFill>
                <a:latin typeface="Roboto Condensed"/>
              </a:endParaRPr>
            </a:p>
          </p:txBody>
        </p:sp>
        <p:sp>
          <p:nvSpPr>
            <p:cNvPr id="14" name="Freeform 9"/>
            <p:cNvSpPr/>
            <p:nvPr/>
          </p:nvSpPr>
          <p:spPr bwMode="auto">
            <a:xfrm rot="21562516">
              <a:off x="6133207" y="1958124"/>
              <a:ext cx="1139430" cy="1458597"/>
            </a:xfrm>
            <a:custGeom>
              <a:avLst/>
              <a:gdLst/>
              <a:ahLst/>
              <a:cxnLst>
                <a:cxn ang="0">
                  <a:pos x="192" y="0"/>
                </a:cxn>
                <a:cxn ang="0">
                  <a:pos x="305" y="47"/>
                </a:cxn>
                <a:cxn ang="0">
                  <a:pos x="352" y="160"/>
                </a:cxn>
                <a:cxn ang="0">
                  <a:pos x="352" y="451"/>
                </a:cxn>
                <a:cxn ang="0">
                  <a:pos x="108" y="451"/>
                </a:cxn>
                <a:cxn ang="0">
                  <a:pos x="108" y="152"/>
                </a:cxn>
                <a:cxn ang="0">
                  <a:pos x="61" y="39"/>
                </a:cxn>
                <a:cxn ang="0">
                  <a:pos x="0" y="0"/>
                </a:cxn>
                <a:cxn ang="0">
                  <a:pos x="192" y="0"/>
                </a:cxn>
              </a:cxnLst>
              <a:rect l="0" t="0" r="r" b="b"/>
              <a:pathLst>
                <a:path w="352" h="451">
                  <a:moveTo>
                    <a:pt x="192" y="0"/>
                  </a:moveTo>
                  <a:cubicBezTo>
                    <a:pt x="236" y="0"/>
                    <a:pt x="274" y="16"/>
                    <a:pt x="305" y="47"/>
                  </a:cubicBezTo>
                  <a:cubicBezTo>
                    <a:pt x="337" y="78"/>
                    <a:pt x="352" y="116"/>
                    <a:pt x="352" y="160"/>
                  </a:cubicBezTo>
                  <a:cubicBezTo>
                    <a:pt x="352" y="451"/>
                    <a:pt x="352" y="451"/>
                    <a:pt x="352" y="451"/>
                  </a:cubicBezTo>
                  <a:cubicBezTo>
                    <a:pt x="108" y="451"/>
                    <a:pt x="108" y="451"/>
                    <a:pt x="108" y="451"/>
                  </a:cubicBezTo>
                  <a:cubicBezTo>
                    <a:pt x="108" y="152"/>
                    <a:pt x="108" y="152"/>
                    <a:pt x="108" y="152"/>
                  </a:cubicBezTo>
                  <a:cubicBezTo>
                    <a:pt x="108" y="108"/>
                    <a:pt x="93" y="70"/>
                    <a:pt x="61" y="39"/>
                  </a:cubicBezTo>
                  <a:cubicBezTo>
                    <a:pt x="43" y="21"/>
                    <a:pt x="23" y="8"/>
                    <a:pt x="0" y="0"/>
                  </a:cubicBezTo>
                  <a:lnTo>
                    <a:pt x="192" y="0"/>
                  </a:lnTo>
                  <a:close/>
                </a:path>
              </a:pathLst>
            </a:custGeom>
            <a:solidFill>
              <a:srgbClr val="089DA3"/>
            </a:solidFill>
            <a:ln w="9525">
              <a:noFill/>
              <a:round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773373">
                <a:defRPr/>
              </a:pPr>
              <a:endParaRPr lang="en-US" sz="1500" kern="0">
                <a:solidFill>
                  <a:srgbClr val="262626"/>
                </a:solidFill>
                <a:latin typeface="Roboto Condensed"/>
              </a:endParaRPr>
            </a:p>
          </p:txBody>
        </p:sp>
        <p:sp>
          <p:nvSpPr>
            <p:cNvPr id="15" name="Freeform 7"/>
            <p:cNvSpPr/>
            <p:nvPr/>
          </p:nvSpPr>
          <p:spPr bwMode="auto">
            <a:xfrm rot="21562516">
              <a:off x="6482197" y="3825516"/>
              <a:ext cx="1458597" cy="1139430"/>
            </a:xfrm>
            <a:custGeom>
              <a:avLst/>
              <a:gdLst/>
              <a:ahLst/>
              <a:cxnLst>
                <a:cxn ang="0">
                  <a:pos x="451" y="192"/>
                </a:cxn>
                <a:cxn ang="0">
                  <a:pos x="404" y="305"/>
                </a:cxn>
                <a:cxn ang="0">
                  <a:pos x="291" y="352"/>
                </a:cxn>
                <a:cxn ang="0">
                  <a:pos x="0" y="352"/>
                </a:cxn>
                <a:cxn ang="0">
                  <a:pos x="0" y="108"/>
                </a:cxn>
                <a:cxn ang="0">
                  <a:pos x="299" y="108"/>
                </a:cxn>
                <a:cxn ang="0">
                  <a:pos x="412" y="61"/>
                </a:cxn>
                <a:cxn ang="0">
                  <a:pos x="451" y="0"/>
                </a:cxn>
                <a:cxn ang="0">
                  <a:pos x="451" y="192"/>
                </a:cxn>
              </a:cxnLst>
              <a:rect l="0" t="0" r="r" b="b"/>
              <a:pathLst>
                <a:path w="451" h="352">
                  <a:moveTo>
                    <a:pt x="451" y="192"/>
                  </a:moveTo>
                  <a:cubicBezTo>
                    <a:pt x="451" y="236"/>
                    <a:pt x="436" y="274"/>
                    <a:pt x="404" y="305"/>
                  </a:cubicBezTo>
                  <a:cubicBezTo>
                    <a:pt x="373" y="337"/>
                    <a:pt x="335" y="352"/>
                    <a:pt x="291" y="352"/>
                  </a:cubicBezTo>
                  <a:cubicBezTo>
                    <a:pt x="0" y="352"/>
                    <a:pt x="0" y="352"/>
                    <a:pt x="0" y="352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299" y="108"/>
                    <a:pt x="299" y="108"/>
                    <a:pt x="299" y="108"/>
                  </a:cubicBezTo>
                  <a:cubicBezTo>
                    <a:pt x="344" y="108"/>
                    <a:pt x="381" y="93"/>
                    <a:pt x="412" y="61"/>
                  </a:cubicBezTo>
                  <a:cubicBezTo>
                    <a:pt x="431" y="43"/>
                    <a:pt x="444" y="23"/>
                    <a:pt x="451" y="0"/>
                  </a:cubicBezTo>
                  <a:lnTo>
                    <a:pt x="451" y="192"/>
                  </a:lnTo>
                  <a:close/>
                </a:path>
              </a:pathLst>
            </a:custGeom>
            <a:solidFill>
              <a:srgbClr val="067A80">
                <a:alpha val="82000"/>
              </a:srgbClr>
            </a:solidFill>
            <a:ln w="9525">
              <a:noFill/>
              <a:round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773373">
                <a:defRPr/>
              </a:pPr>
              <a:endParaRPr lang="en-US" sz="1500" kern="0">
                <a:solidFill>
                  <a:srgbClr val="262626"/>
                </a:solidFill>
                <a:latin typeface="Roboto Condensed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 rot="21562516">
              <a:off x="6482639" y="3866090"/>
              <a:ext cx="1458597" cy="1139430"/>
            </a:xfrm>
            <a:custGeom>
              <a:avLst/>
              <a:gdLst/>
              <a:ahLst/>
              <a:cxnLst>
                <a:cxn ang="0">
                  <a:pos x="451" y="192"/>
                </a:cxn>
                <a:cxn ang="0">
                  <a:pos x="404" y="305"/>
                </a:cxn>
                <a:cxn ang="0">
                  <a:pos x="291" y="352"/>
                </a:cxn>
                <a:cxn ang="0">
                  <a:pos x="0" y="352"/>
                </a:cxn>
                <a:cxn ang="0">
                  <a:pos x="0" y="108"/>
                </a:cxn>
                <a:cxn ang="0">
                  <a:pos x="299" y="108"/>
                </a:cxn>
                <a:cxn ang="0">
                  <a:pos x="412" y="61"/>
                </a:cxn>
                <a:cxn ang="0">
                  <a:pos x="451" y="0"/>
                </a:cxn>
                <a:cxn ang="0">
                  <a:pos x="451" y="192"/>
                </a:cxn>
              </a:cxnLst>
              <a:rect l="0" t="0" r="r" b="b"/>
              <a:pathLst>
                <a:path w="451" h="352">
                  <a:moveTo>
                    <a:pt x="451" y="192"/>
                  </a:moveTo>
                  <a:cubicBezTo>
                    <a:pt x="451" y="236"/>
                    <a:pt x="436" y="274"/>
                    <a:pt x="404" y="305"/>
                  </a:cubicBezTo>
                  <a:cubicBezTo>
                    <a:pt x="373" y="337"/>
                    <a:pt x="335" y="352"/>
                    <a:pt x="291" y="352"/>
                  </a:cubicBezTo>
                  <a:cubicBezTo>
                    <a:pt x="0" y="352"/>
                    <a:pt x="0" y="352"/>
                    <a:pt x="0" y="352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299" y="108"/>
                    <a:pt x="299" y="108"/>
                    <a:pt x="299" y="108"/>
                  </a:cubicBezTo>
                  <a:cubicBezTo>
                    <a:pt x="344" y="108"/>
                    <a:pt x="381" y="93"/>
                    <a:pt x="412" y="61"/>
                  </a:cubicBezTo>
                  <a:cubicBezTo>
                    <a:pt x="431" y="43"/>
                    <a:pt x="444" y="23"/>
                    <a:pt x="451" y="0"/>
                  </a:cubicBezTo>
                  <a:lnTo>
                    <a:pt x="451" y="192"/>
                  </a:lnTo>
                  <a:close/>
                </a:path>
              </a:pathLst>
            </a:custGeom>
            <a:solidFill>
              <a:srgbClr val="089DA3"/>
            </a:solidFill>
            <a:ln w="9525">
              <a:noFill/>
              <a:round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773373">
                <a:defRPr/>
              </a:pPr>
              <a:endParaRPr lang="en-US" sz="1500" kern="0">
                <a:solidFill>
                  <a:srgbClr val="262626"/>
                </a:solidFill>
                <a:latin typeface="Roboto Condensed"/>
              </a:endParaRPr>
            </a:p>
          </p:txBody>
        </p:sp>
        <p:sp>
          <p:nvSpPr>
            <p:cNvPr id="17" name="Freeform 10"/>
            <p:cNvSpPr/>
            <p:nvPr/>
          </p:nvSpPr>
          <p:spPr bwMode="auto">
            <a:xfrm rot="21562516">
              <a:off x="4974906" y="4214638"/>
              <a:ext cx="1139430" cy="1458597"/>
            </a:xfrm>
            <a:custGeom>
              <a:avLst/>
              <a:gdLst/>
              <a:ahLst/>
              <a:cxnLst>
                <a:cxn ang="0">
                  <a:pos x="291" y="412"/>
                </a:cxn>
                <a:cxn ang="0">
                  <a:pos x="352" y="451"/>
                </a:cxn>
                <a:cxn ang="0">
                  <a:pos x="160" y="451"/>
                </a:cxn>
                <a:cxn ang="0">
                  <a:pos x="47" y="404"/>
                </a:cxn>
                <a:cxn ang="0">
                  <a:pos x="0" y="291"/>
                </a:cxn>
                <a:cxn ang="0">
                  <a:pos x="0" y="0"/>
                </a:cxn>
                <a:cxn ang="0">
                  <a:pos x="244" y="0"/>
                </a:cxn>
                <a:cxn ang="0">
                  <a:pos x="244" y="299"/>
                </a:cxn>
                <a:cxn ang="0">
                  <a:pos x="291" y="412"/>
                </a:cxn>
              </a:cxnLst>
              <a:rect l="0" t="0" r="r" b="b"/>
              <a:pathLst>
                <a:path w="352" h="451">
                  <a:moveTo>
                    <a:pt x="291" y="412"/>
                  </a:moveTo>
                  <a:cubicBezTo>
                    <a:pt x="309" y="431"/>
                    <a:pt x="329" y="444"/>
                    <a:pt x="352" y="451"/>
                  </a:cubicBezTo>
                  <a:cubicBezTo>
                    <a:pt x="160" y="451"/>
                    <a:pt x="160" y="451"/>
                    <a:pt x="160" y="451"/>
                  </a:cubicBezTo>
                  <a:cubicBezTo>
                    <a:pt x="116" y="451"/>
                    <a:pt x="78" y="436"/>
                    <a:pt x="47" y="404"/>
                  </a:cubicBezTo>
                  <a:cubicBezTo>
                    <a:pt x="16" y="373"/>
                    <a:pt x="0" y="335"/>
                    <a:pt x="0" y="29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44" y="0"/>
                    <a:pt x="244" y="0"/>
                    <a:pt x="244" y="0"/>
                  </a:cubicBezTo>
                  <a:cubicBezTo>
                    <a:pt x="244" y="299"/>
                    <a:pt x="244" y="299"/>
                    <a:pt x="244" y="299"/>
                  </a:cubicBezTo>
                  <a:cubicBezTo>
                    <a:pt x="244" y="344"/>
                    <a:pt x="260" y="381"/>
                    <a:pt x="291" y="412"/>
                  </a:cubicBezTo>
                  <a:close/>
                </a:path>
              </a:pathLst>
            </a:custGeom>
            <a:solidFill>
              <a:srgbClr val="067A80">
                <a:alpha val="82000"/>
              </a:srgbClr>
            </a:solidFill>
            <a:ln w="9525">
              <a:noFill/>
              <a:round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773373">
                <a:defRPr/>
              </a:pPr>
              <a:endParaRPr lang="en-US" sz="1500" kern="0">
                <a:solidFill>
                  <a:srgbClr val="262626"/>
                </a:solidFill>
                <a:latin typeface="Roboto Condensed"/>
              </a:endParaRPr>
            </a:p>
          </p:txBody>
        </p:sp>
        <p:sp>
          <p:nvSpPr>
            <p:cNvPr id="18" name="Freeform 10"/>
            <p:cNvSpPr/>
            <p:nvPr/>
          </p:nvSpPr>
          <p:spPr bwMode="auto">
            <a:xfrm rot="21562516">
              <a:off x="4919375" y="4215244"/>
              <a:ext cx="1139430" cy="1458597"/>
            </a:xfrm>
            <a:custGeom>
              <a:avLst/>
              <a:gdLst/>
              <a:ahLst/>
              <a:cxnLst>
                <a:cxn ang="0">
                  <a:pos x="291" y="412"/>
                </a:cxn>
                <a:cxn ang="0">
                  <a:pos x="352" y="451"/>
                </a:cxn>
                <a:cxn ang="0">
                  <a:pos x="160" y="451"/>
                </a:cxn>
                <a:cxn ang="0">
                  <a:pos x="47" y="404"/>
                </a:cxn>
                <a:cxn ang="0">
                  <a:pos x="0" y="291"/>
                </a:cxn>
                <a:cxn ang="0">
                  <a:pos x="0" y="0"/>
                </a:cxn>
                <a:cxn ang="0">
                  <a:pos x="244" y="0"/>
                </a:cxn>
                <a:cxn ang="0">
                  <a:pos x="244" y="299"/>
                </a:cxn>
                <a:cxn ang="0">
                  <a:pos x="291" y="412"/>
                </a:cxn>
              </a:cxnLst>
              <a:rect l="0" t="0" r="r" b="b"/>
              <a:pathLst>
                <a:path w="352" h="451">
                  <a:moveTo>
                    <a:pt x="291" y="412"/>
                  </a:moveTo>
                  <a:cubicBezTo>
                    <a:pt x="309" y="431"/>
                    <a:pt x="329" y="444"/>
                    <a:pt x="352" y="451"/>
                  </a:cubicBezTo>
                  <a:cubicBezTo>
                    <a:pt x="160" y="451"/>
                    <a:pt x="160" y="451"/>
                    <a:pt x="160" y="451"/>
                  </a:cubicBezTo>
                  <a:cubicBezTo>
                    <a:pt x="116" y="451"/>
                    <a:pt x="78" y="436"/>
                    <a:pt x="47" y="404"/>
                  </a:cubicBezTo>
                  <a:cubicBezTo>
                    <a:pt x="16" y="373"/>
                    <a:pt x="0" y="335"/>
                    <a:pt x="0" y="29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44" y="0"/>
                    <a:pt x="244" y="0"/>
                    <a:pt x="244" y="0"/>
                  </a:cubicBezTo>
                  <a:cubicBezTo>
                    <a:pt x="244" y="299"/>
                    <a:pt x="244" y="299"/>
                    <a:pt x="244" y="299"/>
                  </a:cubicBezTo>
                  <a:cubicBezTo>
                    <a:pt x="244" y="344"/>
                    <a:pt x="260" y="381"/>
                    <a:pt x="291" y="412"/>
                  </a:cubicBezTo>
                  <a:close/>
                </a:path>
              </a:pathLst>
            </a:custGeom>
            <a:solidFill>
              <a:srgbClr val="089DA3"/>
            </a:solidFill>
            <a:ln w="9525">
              <a:noFill/>
              <a:round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773373">
                <a:defRPr/>
              </a:pPr>
              <a:endParaRPr lang="en-US" sz="1500" kern="0">
                <a:solidFill>
                  <a:srgbClr val="262626"/>
                </a:solidFill>
                <a:latin typeface="Roboto Condensed"/>
              </a:endParaRPr>
            </a:p>
          </p:txBody>
        </p:sp>
        <p:sp>
          <p:nvSpPr>
            <p:cNvPr id="19" name="Freeform 12"/>
            <p:cNvSpPr/>
            <p:nvPr/>
          </p:nvSpPr>
          <p:spPr bwMode="auto">
            <a:xfrm rot="21562516">
              <a:off x="4251931" y="2676677"/>
              <a:ext cx="1458598" cy="1137834"/>
            </a:xfrm>
            <a:custGeom>
              <a:avLst/>
              <a:gdLst/>
              <a:ahLst/>
              <a:cxnLst>
                <a:cxn ang="0">
                  <a:pos x="47" y="47"/>
                </a:cxn>
                <a:cxn ang="0">
                  <a:pos x="160" y="0"/>
                </a:cxn>
                <a:cxn ang="0">
                  <a:pos x="451" y="0"/>
                </a:cxn>
                <a:cxn ang="0">
                  <a:pos x="451" y="244"/>
                </a:cxn>
                <a:cxn ang="0">
                  <a:pos x="152" y="244"/>
                </a:cxn>
                <a:cxn ang="0">
                  <a:pos x="39" y="291"/>
                </a:cxn>
                <a:cxn ang="0">
                  <a:pos x="0" y="352"/>
                </a:cxn>
                <a:cxn ang="0">
                  <a:pos x="0" y="160"/>
                </a:cxn>
                <a:cxn ang="0">
                  <a:pos x="47" y="47"/>
                </a:cxn>
              </a:cxnLst>
              <a:rect l="0" t="0" r="r" b="b"/>
              <a:pathLst>
                <a:path w="451" h="352">
                  <a:moveTo>
                    <a:pt x="47" y="47"/>
                  </a:moveTo>
                  <a:cubicBezTo>
                    <a:pt x="78" y="16"/>
                    <a:pt x="116" y="0"/>
                    <a:pt x="160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1" y="244"/>
                    <a:pt x="451" y="244"/>
                    <a:pt x="451" y="244"/>
                  </a:cubicBezTo>
                  <a:cubicBezTo>
                    <a:pt x="152" y="244"/>
                    <a:pt x="152" y="244"/>
                    <a:pt x="152" y="244"/>
                  </a:cubicBezTo>
                  <a:cubicBezTo>
                    <a:pt x="107" y="244"/>
                    <a:pt x="70" y="260"/>
                    <a:pt x="39" y="291"/>
                  </a:cubicBezTo>
                  <a:cubicBezTo>
                    <a:pt x="20" y="309"/>
                    <a:pt x="7" y="329"/>
                    <a:pt x="0" y="352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16"/>
                    <a:pt x="15" y="78"/>
                    <a:pt x="47" y="47"/>
                  </a:cubicBezTo>
                  <a:close/>
                </a:path>
              </a:pathLst>
            </a:custGeom>
            <a:solidFill>
              <a:srgbClr val="067A80">
                <a:alpha val="82000"/>
              </a:srgbClr>
            </a:solidFill>
            <a:ln w="9525">
              <a:noFill/>
              <a:round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773373">
                <a:defRPr/>
              </a:pPr>
              <a:endParaRPr lang="en-US" sz="1500" kern="0">
                <a:solidFill>
                  <a:srgbClr val="262626"/>
                </a:solidFill>
                <a:latin typeface="Roboto Condensed"/>
              </a:endParaRPr>
            </a:p>
          </p:txBody>
        </p:sp>
        <p:sp>
          <p:nvSpPr>
            <p:cNvPr id="20" name="Freeform 12"/>
            <p:cNvSpPr/>
            <p:nvPr/>
          </p:nvSpPr>
          <p:spPr bwMode="auto">
            <a:xfrm rot="21562516">
              <a:off x="4250764" y="2626447"/>
              <a:ext cx="1458599" cy="1137834"/>
            </a:xfrm>
            <a:custGeom>
              <a:avLst/>
              <a:gdLst/>
              <a:ahLst/>
              <a:cxnLst>
                <a:cxn ang="0">
                  <a:pos x="47" y="47"/>
                </a:cxn>
                <a:cxn ang="0">
                  <a:pos x="160" y="0"/>
                </a:cxn>
                <a:cxn ang="0">
                  <a:pos x="451" y="0"/>
                </a:cxn>
                <a:cxn ang="0">
                  <a:pos x="451" y="244"/>
                </a:cxn>
                <a:cxn ang="0">
                  <a:pos x="152" y="244"/>
                </a:cxn>
                <a:cxn ang="0">
                  <a:pos x="39" y="291"/>
                </a:cxn>
                <a:cxn ang="0">
                  <a:pos x="0" y="352"/>
                </a:cxn>
                <a:cxn ang="0">
                  <a:pos x="0" y="160"/>
                </a:cxn>
                <a:cxn ang="0">
                  <a:pos x="47" y="47"/>
                </a:cxn>
              </a:cxnLst>
              <a:rect l="0" t="0" r="r" b="b"/>
              <a:pathLst>
                <a:path w="451" h="352">
                  <a:moveTo>
                    <a:pt x="47" y="47"/>
                  </a:moveTo>
                  <a:cubicBezTo>
                    <a:pt x="78" y="16"/>
                    <a:pt x="116" y="0"/>
                    <a:pt x="160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1" y="244"/>
                    <a:pt x="451" y="244"/>
                    <a:pt x="451" y="244"/>
                  </a:cubicBezTo>
                  <a:cubicBezTo>
                    <a:pt x="152" y="244"/>
                    <a:pt x="152" y="244"/>
                    <a:pt x="152" y="244"/>
                  </a:cubicBezTo>
                  <a:cubicBezTo>
                    <a:pt x="107" y="244"/>
                    <a:pt x="70" y="260"/>
                    <a:pt x="39" y="291"/>
                  </a:cubicBezTo>
                  <a:cubicBezTo>
                    <a:pt x="20" y="309"/>
                    <a:pt x="7" y="329"/>
                    <a:pt x="0" y="352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16"/>
                    <a:pt x="15" y="78"/>
                    <a:pt x="47" y="47"/>
                  </a:cubicBezTo>
                  <a:close/>
                </a:path>
              </a:pathLst>
            </a:custGeom>
            <a:solidFill>
              <a:srgbClr val="089DA3"/>
            </a:solidFill>
            <a:ln w="9525">
              <a:noFill/>
              <a:round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773373">
                <a:defRPr/>
              </a:pPr>
              <a:endParaRPr lang="en-US" sz="1500" kern="0">
                <a:solidFill>
                  <a:srgbClr val="262626"/>
                </a:solidFill>
                <a:latin typeface="Roboto Condensed"/>
              </a:endParaRPr>
            </a:p>
          </p:txBody>
        </p:sp>
        <p:sp>
          <p:nvSpPr>
            <p:cNvPr id="21" name="Text Placeholder 3"/>
            <p:cNvSpPr txBox="1"/>
            <p:nvPr/>
          </p:nvSpPr>
          <p:spPr>
            <a:xfrm rot="21562516">
              <a:off x="6680150" y="2831079"/>
              <a:ext cx="375057" cy="392415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>
                <a:spcBef>
                  <a:spcPct val="20000"/>
                </a:spcBef>
                <a:defRPr/>
              </a:pPr>
              <a:r>
                <a:rPr lang="en-US" sz="2100" b="0" dirty="0">
                  <a:solidFill>
                    <a:schemeClr val="bg1"/>
                  </a:solidFill>
                  <a:latin typeface="Lato Black" panose="020F0A02020204030203" pitchFamily="34" charset="0"/>
                </a:rPr>
                <a:t>03</a:t>
              </a:r>
            </a:p>
          </p:txBody>
        </p:sp>
        <p:sp>
          <p:nvSpPr>
            <p:cNvPr id="22" name="Text Placeholder 3"/>
            <p:cNvSpPr txBox="1"/>
            <p:nvPr/>
          </p:nvSpPr>
          <p:spPr>
            <a:xfrm rot="21562516">
              <a:off x="6772166" y="4397141"/>
              <a:ext cx="375057" cy="392415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>
                <a:spcBef>
                  <a:spcPct val="20000"/>
                </a:spcBef>
                <a:defRPr/>
              </a:pPr>
              <a:r>
                <a:rPr lang="en-US" sz="2100" b="0" dirty="0">
                  <a:solidFill>
                    <a:schemeClr val="bg1"/>
                  </a:solidFill>
                  <a:latin typeface="Lato Black" panose="020F0A02020204030203" pitchFamily="34" charset="0"/>
                </a:rPr>
                <a:t>03</a:t>
              </a:r>
            </a:p>
          </p:txBody>
        </p:sp>
        <p:sp>
          <p:nvSpPr>
            <p:cNvPr id="23" name="Text Placeholder 3"/>
            <p:cNvSpPr txBox="1"/>
            <p:nvPr/>
          </p:nvSpPr>
          <p:spPr>
            <a:xfrm rot="21562516">
              <a:off x="5058841" y="2827167"/>
              <a:ext cx="375057" cy="392415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en-US" sz="2100" b="0" dirty="0">
                  <a:solidFill>
                    <a:schemeClr val="bg1"/>
                  </a:solidFill>
                  <a:latin typeface="Lato Black" panose="020F0A02020204030203" pitchFamily="34" charset="0"/>
                </a:rPr>
                <a:t>02</a:t>
              </a:r>
            </a:p>
          </p:txBody>
        </p:sp>
        <p:sp>
          <p:nvSpPr>
            <p:cNvPr id="24" name="Text Placeholder 3"/>
            <p:cNvSpPr txBox="1"/>
            <p:nvPr/>
          </p:nvSpPr>
          <p:spPr>
            <a:xfrm rot="21562516">
              <a:off x="5136704" y="4442993"/>
              <a:ext cx="375057" cy="392415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>
                <a:spcBef>
                  <a:spcPct val="20000"/>
                </a:spcBef>
                <a:defRPr/>
              </a:pPr>
              <a:r>
                <a:rPr lang="en-US" sz="2100" b="0" dirty="0">
                  <a:solidFill>
                    <a:schemeClr val="bg1"/>
                  </a:solidFill>
                  <a:latin typeface="Lato Black" panose="020F0A02020204030203" pitchFamily="34" charset="0"/>
                </a:rPr>
                <a:t>05</a:t>
              </a:r>
            </a:p>
          </p:txBody>
        </p:sp>
        <p:sp>
          <p:nvSpPr>
            <p:cNvPr id="29" name="Freeform 27"/>
            <p:cNvSpPr>
              <a:spLocks noChangeArrowheads="1"/>
            </p:cNvSpPr>
            <p:nvPr/>
          </p:nvSpPr>
          <p:spPr bwMode="auto">
            <a:xfrm>
              <a:off x="7360400" y="4443591"/>
              <a:ext cx="382712" cy="299513"/>
            </a:xfrm>
            <a:custGeom>
              <a:avLst/>
              <a:gdLst>
                <a:gd name="T0" fmla="*/ 434 w 506"/>
                <a:gd name="T1" fmla="*/ 70 h 399"/>
                <a:gd name="T2" fmla="*/ 434 w 506"/>
                <a:gd name="T3" fmla="*/ 70 h 399"/>
                <a:gd name="T4" fmla="*/ 168 w 506"/>
                <a:gd name="T5" fmla="*/ 35 h 399"/>
                <a:gd name="T6" fmla="*/ 9 w 506"/>
                <a:gd name="T7" fmla="*/ 221 h 399"/>
                <a:gd name="T8" fmla="*/ 195 w 506"/>
                <a:gd name="T9" fmla="*/ 398 h 399"/>
                <a:gd name="T10" fmla="*/ 381 w 506"/>
                <a:gd name="T11" fmla="*/ 310 h 399"/>
                <a:gd name="T12" fmla="*/ 363 w 506"/>
                <a:gd name="T13" fmla="*/ 212 h 399"/>
                <a:gd name="T14" fmla="*/ 469 w 506"/>
                <a:gd name="T15" fmla="*/ 203 h 399"/>
                <a:gd name="T16" fmla="*/ 434 w 506"/>
                <a:gd name="T17" fmla="*/ 70 h 399"/>
                <a:gd name="T18" fmla="*/ 274 w 506"/>
                <a:gd name="T19" fmla="*/ 301 h 399"/>
                <a:gd name="T20" fmla="*/ 274 w 506"/>
                <a:gd name="T21" fmla="*/ 301 h 399"/>
                <a:gd name="T22" fmla="*/ 239 w 506"/>
                <a:gd name="T23" fmla="*/ 265 h 399"/>
                <a:gd name="T24" fmla="*/ 274 w 506"/>
                <a:gd name="T25" fmla="*/ 230 h 399"/>
                <a:gd name="T26" fmla="*/ 309 w 506"/>
                <a:gd name="T27" fmla="*/ 265 h 399"/>
                <a:gd name="T28" fmla="*/ 274 w 506"/>
                <a:gd name="T29" fmla="*/ 301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06" h="399">
                  <a:moveTo>
                    <a:pt x="434" y="70"/>
                  </a:moveTo>
                  <a:lnTo>
                    <a:pt x="434" y="70"/>
                  </a:lnTo>
                  <a:cubicBezTo>
                    <a:pt x="354" y="17"/>
                    <a:pt x="265" y="0"/>
                    <a:pt x="168" y="35"/>
                  </a:cubicBezTo>
                  <a:cubicBezTo>
                    <a:pt x="89" y="53"/>
                    <a:pt x="9" y="141"/>
                    <a:pt x="9" y="221"/>
                  </a:cubicBezTo>
                  <a:cubicBezTo>
                    <a:pt x="0" y="319"/>
                    <a:pt x="71" y="398"/>
                    <a:pt x="195" y="398"/>
                  </a:cubicBezTo>
                  <a:cubicBezTo>
                    <a:pt x="337" y="398"/>
                    <a:pt x="381" y="328"/>
                    <a:pt x="381" y="310"/>
                  </a:cubicBezTo>
                  <a:cubicBezTo>
                    <a:pt x="390" y="292"/>
                    <a:pt x="328" y="248"/>
                    <a:pt x="363" y="212"/>
                  </a:cubicBezTo>
                  <a:cubicBezTo>
                    <a:pt x="408" y="168"/>
                    <a:pt x="452" y="203"/>
                    <a:pt x="469" y="203"/>
                  </a:cubicBezTo>
                  <a:cubicBezTo>
                    <a:pt x="496" y="194"/>
                    <a:pt x="505" y="124"/>
                    <a:pt x="434" y="70"/>
                  </a:cubicBezTo>
                  <a:close/>
                  <a:moveTo>
                    <a:pt x="274" y="301"/>
                  </a:moveTo>
                  <a:lnTo>
                    <a:pt x="274" y="301"/>
                  </a:lnTo>
                  <a:cubicBezTo>
                    <a:pt x="248" y="301"/>
                    <a:pt x="239" y="283"/>
                    <a:pt x="239" y="265"/>
                  </a:cubicBezTo>
                  <a:cubicBezTo>
                    <a:pt x="239" y="248"/>
                    <a:pt x="248" y="230"/>
                    <a:pt x="274" y="230"/>
                  </a:cubicBezTo>
                  <a:cubicBezTo>
                    <a:pt x="293" y="230"/>
                    <a:pt x="309" y="248"/>
                    <a:pt x="309" y="265"/>
                  </a:cubicBezTo>
                  <a:cubicBezTo>
                    <a:pt x="309" y="283"/>
                    <a:pt x="293" y="301"/>
                    <a:pt x="274" y="3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75"/>
            </a:p>
          </p:txBody>
        </p:sp>
        <p:sp>
          <p:nvSpPr>
            <p:cNvPr id="31" name="Freeform 28"/>
            <p:cNvSpPr>
              <a:spLocks noChangeArrowheads="1"/>
            </p:cNvSpPr>
            <p:nvPr/>
          </p:nvSpPr>
          <p:spPr bwMode="auto">
            <a:xfrm>
              <a:off x="4505630" y="2865295"/>
              <a:ext cx="376056" cy="316152"/>
            </a:xfrm>
            <a:custGeom>
              <a:avLst/>
              <a:gdLst>
                <a:gd name="T0" fmla="*/ 124 w 498"/>
                <a:gd name="T1" fmla="*/ 81 h 418"/>
                <a:gd name="T2" fmla="*/ 124 w 498"/>
                <a:gd name="T3" fmla="*/ 81 h 418"/>
                <a:gd name="T4" fmla="*/ 36 w 498"/>
                <a:gd name="T5" fmla="*/ 258 h 418"/>
                <a:gd name="T6" fmla="*/ 346 w 498"/>
                <a:gd name="T7" fmla="*/ 116 h 418"/>
                <a:gd name="T8" fmla="*/ 9 w 498"/>
                <a:gd name="T9" fmla="*/ 382 h 418"/>
                <a:gd name="T10" fmla="*/ 44 w 498"/>
                <a:gd name="T11" fmla="*/ 400 h 418"/>
                <a:gd name="T12" fmla="*/ 97 w 498"/>
                <a:gd name="T13" fmla="*/ 311 h 418"/>
                <a:gd name="T14" fmla="*/ 293 w 498"/>
                <a:gd name="T15" fmla="*/ 311 h 418"/>
                <a:gd name="T16" fmla="*/ 469 w 498"/>
                <a:gd name="T17" fmla="*/ 72 h 418"/>
                <a:gd name="T18" fmla="*/ 124 w 498"/>
                <a:gd name="T19" fmla="*/ 81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8" h="418">
                  <a:moveTo>
                    <a:pt x="124" y="81"/>
                  </a:moveTo>
                  <a:lnTo>
                    <a:pt x="124" y="81"/>
                  </a:lnTo>
                  <a:cubicBezTo>
                    <a:pt x="27" y="134"/>
                    <a:pt x="36" y="222"/>
                    <a:pt x="36" y="258"/>
                  </a:cubicBezTo>
                  <a:cubicBezTo>
                    <a:pt x="159" y="107"/>
                    <a:pt x="346" y="116"/>
                    <a:pt x="346" y="116"/>
                  </a:cubicBezTo>
                  <a:cubicBezTo>
                    <a:pt x="346" y="116"/>
                    <a:pt x="80" y="204"/>
                    <a:pt x="9" y="382"/>
                  </a:cubicBezTo>
                  <a:cubicBezTo>
                    <a:pt x="0" y="400"/>
                    <a:pt x="36" y="417"/>
                    <a:pt x="44" y="400"/>
                  </a:cubicBezTo>
                  <a:cubicBezTo>
                    <a:pt x="62" y="355"/>
                    <a:pt x="97" y="311"/>
                    <a:pt x="97" y="311"/>
                  </a:cubicBezTo>
                  <a:cubicBezTo>
                    <a:pt x="151" y="329"/>
                    <a:pt x="230" y="355"/>
                    <a:pt x="293" y="311"/>
                  </a:cubicBezTo>
                  <a:cubicBezTo>
                    <a:pt x="363" y="258"/>
                    <a:pt x="363" y="134"/>
                    <a:pt x="469" y="72"/>
                  </a:cubicBezTo>
                  <a:cubicBezTo>
                    <a:pt x="497" y="63"/>
                    <a:pt x="249" y="0"/>
                    <a:pt x="124" y="81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75"/>
            </a:p>
          </p:txBody>
        </p:sp>
        <p:sp>
          <p:nvSpPr>
            <p:cNvPr id="33" name="Freeform 100"/>
            <p:cNvSpPr>
              <a:spLocks noChangeArrowheads="1"/>
            </p:cNvSpPr>
            <p:nvPr/>
          </p:nvSpPr>
          <p:spPr bwMode="auto">
            <a:xfrm>
              <a:off x="5136204" y="4956712"/>
              <a:ext cx="376055" cy="242941"/>
            </a:xfrm>
            <a:custGeom>
              <a:avLst/>
              <a:gdLst>
                <a:gd name="T0" fmla="*/ 381 w 498"/>
                <a:gd name="T1" fmla="*/ 89 h 320"/>
                <a:gd name="T2" fmla="*/ 381 w 498"/>
                <a:gd name="T3" fmla="*/ 89 h 320"/>
                <a:gd name="T4" fmla="*/ 355 w 498"/>
                <a:gd name="T5" fmla="*/ 89 h 320"/>
                <a:gd name="T6" fmla="*/ 231 w 498"/>
                <a:gd name="T7" fmla="*/ 0 h 320"/>
                <a:gd name="T8" fmla="*/ 98 w 498"/>
                <a:gd name="T9" fmla="*/ 134 h 320"/>
                <a:gd name="T10" fmla="*/ 98 w 498"/>
                <a:gd name="T11" fmla="*/ 150 h 320"/>
                <a:gd name="T12" fmla="*/ 89 w 498"/>
                <a:gd name="T13" fmla="*/ 150 h 320"/>
                <a:gd name="T14" fmla="*/ 0 w 498"/>
                <a:gd name="T15" fmla="*/ 240 h 320"/>
                <a:gd name="T16" fmla="*/ 89 w 498"/>
                <a:gd name="T17" fmla="*/ 319 h 320"/>
                <a:gd name="T18" fmla="*/ 381 w 498"/>
                <a:gd name="T19" fmla="*/ 319 h 320"/>
                <a:gd name="T20" fmla="*/ 497 w 498"/>
                <a:gd name="T21" fmla="*/ 204 h 320"/>
                <a:gd name="T22" fmla="*/ 381 w 498"/>
                <a:gd name="T23" fmla="*/ 89 h 320"/>
                <a:gd name="T24" fmla="*/ 284 w 498"/>
                <a:gd name="T25" fmla="*/ 195 h 320"/>
                <a:gd name="T26" fmla="*/ 284 w 498"/>
                <a:gd name="T27" fmla="*/ 195 h 320"/>
                <a:gd name="T28" fmla="*/ 213 w 498"/>
                <a:gd name="T29" fmla="*/ 275 h 320"/>
                <a:gd name="T30" fmla="*/ 195 w 498"/>
                <a:gd name="T31" fmla="*/ 275 h 320"/>
                <a:gd name="T32" fmla="*/ 195 w 498"/>
                <a:gd name="T33" fmla="*/ 266 h 320"/>
                <a:gd name="T34" fmla="*/ 195 w 498"/>
                <a:gd name="T35" fmla="*/ 257 h 320"/>
                <a:gd name="T36" fmla="*/ 222 w 498"/>
                <a:gd name="T37" fmla="*/ 204 h 320"/>
                <a:gd name="T38" fmla="*/ 204 w 498"/>
                <a:gd name="T39" fmla="*/ 195 h 320"/>
                <a:gd name="T40" fmla="*/ 204 w 498"/>
                <a:gd name="T41" fmla="*/ 195 h 320"/>
                <a:gd name="T42" fmla="*/ 186 w 498"/>
                <a:gd name="T43" fmla="*/ 178 h 320"/>
                <a:gd name="T44" fmla="*/ 195 w 498"/>
                <a:gd name="T45" fmla="*/ 160 h 320"/>
                <a:gd name="T46" fmla="*/ 258 w 498"/>
                <a:gd name="T47" fmla="*/ 89 h 320"/>
                <a:gd name="T48" fmla="*/ 275 w 498"/>
                <a:gd name="T49" fmla="*/ 80 h 320"/>
                <a:gd name="T50" fmla="*/ 284 w 498"/>
                <a:gd name="T51" fmla="*/ 89 h 320"/>
                <a:gd name="T52" fmla="*/ 275 w 498"/>
                <a:gd name="T53" fmla="*/ 106 h 320"/>
                <a:gd name="T54" fmla="*/ 249 w 498"/>
                <a:gd name="T55" fmla="*/ 160 h 320"/>
                <a:gd name="T56" fmla="*/ 275 w 498"/>
                <a:gd name="T57" fmla="*/ 169 h 320"/>
                <a:gd name="T58" fmla="*/ 275 w 498"/>
                <a:gd name="T59" fmla="*/ 169 h 320"/>
                <a:gd name="T60" fmla="*/ 293 w 498"/>
                <a:gd name="T61" fmla="*/ 187 h 320"/>
                <a:gd name="T62" fmla="*/ 284 w 498"/>
                <a:gd name="T63" fmla="*/ 1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98" h="320">
                  <a:moveTo>
                    <a:pt x="381" y="89"/>
                  </a:moveTo>
                  <a:lnTo>
                    <a:pt x="381" y="89"/>
                  </a:lnTo>
                  <a:cubicBezTo>
                    <a:pt x="372" y="89"/>
                    <a:pt x="364" y="89"/>
                    <a:pt x="355" y="89"/>
                  </a:cubicBezTo>
                  <a:cubicBezTo>
                    <a:pt x="337" y="36"/>
                    <a:pt x="293" y="0"/>
                    <a:pt x="231" y="0"/>
                  </a:cubicBezTo>
                  <a:cubicBezTo>
                    <a:pt x="160" y="0"/>
                    <a:pt x="98" y="62"/>
                    <a:pt x="98" y="134"/>
                  </a:cubicBezTo>
                  <a:cubicBezTo>
                    <a:pt x="98" y="134"/>
                    <a:pt x="98" y="142"/>
                    <a:pt x="98" y="150"/>
                  </a:cubicBezTo>
                  <a:cubicBezTo>
                    <a:pt x="98" y="150"/>
                    <a:pt x="98" y="150"/>
                    <a:pt x="89" y="150"/>
                  </a:cubicBezTo>
                  <a:cubicBezTo>
                    <a:pt x="45" y="150"/>
                    <a:pt x="0" y="187"/>
                    <a:pt x="0" y="240"/>
                  </a:cubicBezTo>
                  <a:cubicBezTo>
                    <a:pt x="0" y="284"/>
                    <a:pt x="45" y="319"/>
                    <a:pt x="89" y="319"/>
                  </a:cubicBezTo>
                  <a:cubicBezTo>
                    <a:pt x="381" y="319"/>
                    <a:pt x="381" y="319"/>
                    <a:pt x="381" y="319"/>
                  </a:cubicBezTo>
                  <a:cubicBezTo>
                    <a:pt x="443" y="319"/>
                    <a:pt x="497" y="275"/>
                    <a:pt x="497" y="204"/>
                  </a:cubicBezTo>
                  <a:cubicBezTo>
                    <a:pt x="497" y="142"/>
                    <a:pt x="443" y="89"/>
                    <a:pt x="381" y="89"/>
                  </a:cubicBezTo>
                  <a:close/>
                  <a:moveTo>
                    <a:pt x="284" y="195"/>
                  </a:moveTo>
                  <a:lnTo>
                    <a:pt x="284" y="195"/>
                  </a:lnTo>
                  <a:cubicBezTo>
                    <a:pt x="266" y="213"/>
                    <a:pt x="222" y="266"/>
                    <a:pt x="213" y="275"/>
                  </a:cubicBezTo>
                  <a:cubicBezTo>
                    <a:pt x="213" y="275"/>
                    <a:pt x="204" y="284"/>
                    <a:pt x="195" y="275"/>
                  </a:cubicBezTo>
                  <a:cubicBezTo>
                    <a:pt x="195" y="275"/>
                    <a:pt x="195" y="275"/>
                    <a:pt x="195" y="266"/>
                  </a:cubicBezTo>
                  <a:lnTo>
                    <a:pt x="195" y="257"/>
                  </a:lnTo>
                  <a:cubicBezTo>
                    <a:pt x="222" y="204"/>
                    <a:pt x="222" y="204"/>
                    <a:pt x="222" y="204"/>
                  </a:cubicBezTo>
                  <a:cubicBezTo>
                    <a:pt x="222" y="195"/>
                    <a:pt x="213" y="195"/>
                    <a:pt x="204" y="195"/>
                  </a:cubicBezTo>
                  <a:lnTo>
                    <a:pt x="204" y="195"/>
                  </a:lnTo>
                  <a:cubicBezTo>
                    <a:pt x="195" y="187"/>
                    <a:pt x="186" y="187"/>
                    <a:pt x="186" y="178"/>
                  </a:cubicBezTo>
                  <a:cubicBezTo>
                    <a:pt x="186" y="169"/>
                    <a:pt x="186" y="169"/>
                    <a:pt x="195" y="160"/>
                  </a:cubicBezTo>
                  <a:cubicBezTo>
                    <a:pt x="204" y="142"/>
                    <a:pt x="258" y="89"/>
                    <a:pt x="258" y="89"/>
                  </a:cubicBezTo>
                  <a:cubicBezTo>
                    <a:pt x="266" y="80"/>
                    <a:pt x="266" y="80"/>
                    <a:pt x="275" y="80"/>
                  </a:cubicBezTo>
                  <a:cubicBezTo>
                    <a:pt x="275" y="89"/>
                    <a:pt x="284" y="89"/>
                    <a:pt x="284" y="89"/>
                  </a:cubicBezTo>
                  <a:cubicBezTo>
                    <a:pt x="284" y="97"/>
                    <a:pt x="275" y="97"/>
                    <a:pt x="275" y="106"/>
                  </a:cubicBezTo>
                  <a:cubicBezTo>
                    <a:pt x="249" y="160"/>
                    <a:pt x="249" y="160"/>
                    <a:pt x="249" y="160"/>
                  </a:cubicBezTo>
                  <a:cubicBezTo>
                    <a:pt x="258" y="160"/>
                    <a:pt x="266" y="169"/>
                    <a:pt x="275" y="169"/>
                  </a:cubicBezTo>
                  <a:lnTo>
                    <a:pt x="275" y="169"/>
                  </a:lnTo>
                  <a:cubicBezTo>
                    <a:pt x="284" y="169"/>
                    <a:pt x="293" y="178"/>
                    <a:pt x="293" y="187"/>
                  </a:cubicBezTo>
                  <a:lnTo>
                    <a:pt x="284" y="1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75"/>
            </a:p>
          </p:txBody>
        </p:sp>
        <p:sp>
          <p:nvSpPr>
            <p:cNvPr id="37" name="Freeform 104"/>
            <p:cNvSpPr>
              <a:spLocks noChangeArrowheads="1"/>
            </p:cNvSpPr>
            <p:nvPr/>
          </p:nvSpPr>
          <p:spPr bwMode="auto">
            <a:xfrm>
              <a:off x="6677406" y="2508641"/>
              <a:ext cx="376058" cy="252923"/>
            </a:xfrm>
            <a:custGeom>
              <a:avLst/>
              <a:gdLst>
                <a:gd name="T0" fmla="*/ 203 w 497"/>
                <a:gd name="T1" fmla="*/ 257 h 337"/>
                <a:gd name="T2" fmla="*/ 203 w 497"/>
                <a:gd name="T3" fmla="*/ 257 h 337"/>
                <a:gd name="T4" fmla="*/ 221 w 497"/>
                <a:gd name="T5" fmla="*/ 327 h 337"/>
                <a:gd name="T6" fmla="*/ 283 w 497"/>
                <a:gd name="T7" fmla="*/ 310 h 337"/>
                <a:gd name="T8" fmla="*/ 398 w 497"/>
                <a:gd name="T9" fmla="*/ 9 h 337"/>
                <a:gd name="T10" fmla="*/ 203 w 497"/>
                <a:gd name="T11" fmla="*/ 257 h 337"/>
                <a:gd name="T12" fmla="*/ 248 w 497"/>
                <a:gd name="T13" fmla="*/ 71 h 337"/>
                <a:gd name="T14" fmla="*/ 248 w 497"/>
                <a:gd name="T15" fmla="*/ 71 h 337"/>
                <a:gd name="T16" fmla="*/ 274 w 497"/>
                <a:gd name="T17" fmla="*/ 71 h 337"/>
                <a:gd name="T18" fmla="*/ 310 w 497"/>
                <a:gd name="T19" fmla="*/ 26 h 337"/>
                <a:gd name="T20" fmla="*/ 248 w 497"/>
                <a:gd name="T21" fmla="*/ 17 h 337"/>
                <a:gd name="T22" fmla="*/ 0 w 497"/>
                <a:gd name="T23" fmla="*/ 283 h 337"/>
                <a:gd name="T24" fmla="*/ 0 w 497"/>
                <a:gd name="T25" fmla="*/ 310 h 337"/>
                <a:gd name="T26" fmla="*/ 26 w 497"/>
                <a:gd name="T27" fmla="*/ 336 h 337"/>
                <a:gd name="T28" fmla="*/ 53 w 497"/>
                <a:gd name="T29" fmla="*/ 310 h 337"/>
                <a:gd name="T30" fmla="*/ 53 w 497"/>
                <a:gd name="T31" fmla="*/ 283 h 337"/>
                <a:gd name="T32" fmla="*/ 248 w 497"/>
                <a:gd name="T33" fmla="*/ 71 h 337"/>
                <a:gd name="T34" fmla="*/ 425 w 497"/>
                <a:gd name="T35" fmla="*/ 98 h 337"/>
                <a:gd name="T36" fmla="*/ 425 w 497"/>
                <a:gd name="T37" fmla="*/ 98 h 337"/>
                <a:gd name="T38" fmla="*/ 407 w 497"/>
                <a:gd name="T39" fmla="*/ 151 h 337"/>
                <a:gd name="T40" fmla="*/ 442 w 497"/>
                <a:gd name="T41" fmla="*/ 283 h 337"/>
                <a:gd name="T42" fmla="*/ 442 w 497"/>
                <a:gd name="T43" fmla="*/ 310 h 337"/>
                <a:gd name="T44" fmla="*/ 469 w 497"/>
                <a:gd name="T45" fmla="*/ 336 h 337"/>
                <a:gd name="T46" fmla="*/ 469 w 497"/>
                <a:gd name="T47" fmla="*/ 336 h 337"/>
                <a:gd name="T48" fmla="*/ 496 w 497"/>
                <a:gd name="T49" fmla="*/ 310 h 337"/>
                <a:gd name="T50" fmla="*/ 496 w 497"/>
                <a:gd name="T51" fmla="*/ 283 h 337"/>
                <a:gd name="T52" fmla="*/ 425 w 497"/>
                <a:gd name="T53" fmla="*/ 9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97" h="337">
                  <a:moveTo>
                    <a:pt x="203" y="257"/>
                  </a:moveTo>
                  <a:lnTo>
                    <a:pt x="203" y="257"/>
                  </a:lnTo>
                  <a:cubicBezTo>
                    <a:pt x="186" y="283"/>
                    <a:pt x="194" y="310"/>
                    <a:pt x="221" y="327"/>
                  </a:cubicBezTo>
                  <a:cubicBezTo>
                    <a:pt x="239" y="336"/>
                    <a:pt x="266" y="336"/>
                    <a:pt x="283" y="310"/>
                  </a:cubicBezTo>
                  <a:cubicBezTo>
                    <a:pt x="301" y="274"/>
                    <a:pt x="407" y="9"/>
                    <a:pt x="398" y="9"/>
                  </a:cubicBezTo>
                  <a:cubicBezTo>
                    <a:pt x="389" y="0"/>
                    <a:pt x="221" y="230"/>
                    <a:pt x="203" y="257"/>
                  </a:cubicBezTo>
                  <a:close/>
                  <a:moveTo>
                    <a:pt x="248" y="71"/>
                  </a:moveTo>
                  <a:lnTo>
                    <a:pt x="248" y="71"/>
                  </a:lnTo>
                  <a:cubicBezTo>
                    <a:pt x="257" y="71"/>
                    <a:pt x="266" y="71"/>
                    <a:pt x="274" y="71"/>
                  </a:cubicBezTo>
                  <a:cubicBezTo>
                    <a:pt x="292" y="53"/>
                    <a:pt x="301" y="44"/>
                    <a:pt x="310" y="26"/>
                  </a:cubicBezTo>
                  <a:cubicBezTo>
                    <a:pt x="292" y="17"/>
                    <a:pt x="274" y="17"/>
                    <a:pt x="248" y="17"/>
                  </a:cubicBezTo>
                  <a:cubicBezTo>
                    <a:pt x="106" y="17"/>
                    <a:pt x="0" y="133"/>
                    <a:pt x="0" y="283"/>
                  </a:cubicBezTo>
                  <a:cubicBezTo>
                    <a:pt x="0" y="292"/>
                    <a:pt x="0" y="301"/>
                    <a:pt x="0" y="310"/>
                  </a:cubicBezTo>
                  <a:cubicBezTo>
                    <a:pt x="0" y="327"/>
                    <a:pt x="17" y="336"/>
                    <a:pt x="26" y="336"/>
                  </a:cubicBezTo>
                  <a:cubicBezTo>
                    <a:pt x="44" y="336"/>
                    <a:pt x="53" y="319"/>
                    <a:pt x="53" y="310"/>
                  </a:cubicBezTo>
                  <a:cubicBezTo>
                    <a:pt x="53" y="301"/>
                    <a:pt x="53" y="292"/>
                    <a:pt x="53" y="283"/>
                  </a:cubicBezTo>
                  <a:cubicBezTo>
                    <a:pt x="53" y="160"/>
                    <a:pt x="132" y="71"/>
                    <a:pt x="248" y="71"/>
                  </a:cubicBezTo>
                  <a:close/>
                  <a:moveTo>
                    <a:pt x="425" y="98"/>
                  </a:moveTo>
                  <a:lnTo>
                    <a:pt x="425" y="98"/>
                  </a:lnTo>
                  <a:cubicBezTo>
                    <a:pt x="416" y="115"/>
                    <a:pt x="416" y="133"/>
                    <a:pt x="407" y="151"/>
                  </a:cubicBezTo>
                  <a:cubicBezTo>
                    <a:pt x="433" y="186"/>
                    <a:pt x="442" y="239"/>
                    <a:pt x="442" y="283"/>
                  </a:cubicBezTo>
                  <a:cubicBezTo>
                    <a:pt x="442" y="292"/>
                    <a:pt x="442" y="301"/>
                    <a:pt x="442" y="310"/>
                  </a:cubicBezTo>
                  <a:cubicBezTo>
                    <a:pt x="442" y="319"/>
                    <a:pt x="451" y="336"/>
                    <a:pt x="469" y="336"/>
                  </a:cubicBezTo>
                  <a:lnTo>
                    <a:pt x="469" y="336"/>
                  </a:lnTo>
                  <a:cubicBezTo>
                    <a:pt x="478" y="336"/>
                    <a:pt x="496" y="327"/>
                    <a:pt x="496" y="310"/>
                  </a:cubicBezTo>
                  <a:cubicBezTo>
                    <a:pt x="496" y="301"/>
                    <a:pt x="496" y="292"/>
                    <a:pt x="496" y="283"/>
                  </a:cubicBezTo>
                  <a:cubicBezTo>
                    <a:pt x="496" y="213"/>
                    <a:pt x="469" y="151"/>
                    <a:pt x="425" y="9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75"/>
            </a:p>
          </p:txBody>
        </p:sp>
      </p:grpSp>
      <p:sp>
        <p:nvSpPr>
          <p:cNvPr id="38" name="Rectangle 36"/>
          <p:cNvSpPr/>
          <p:nvPr/>
        </p:nvSpPr>
        <p:spPr>
          <a:xfrm>
            <a:off x="2310445" y="3784800"/>
            <a:ext cx="540000" cy="1080000"/>
          </a:xfrm>
          <a:prstGeom prst="rect">
            <a:avLst/>
          </a:prstGeom>
          <a:solidFill>
            <a:srgbClr val="089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+mj-lt"/>
              </a:rPr>
              <a:t>02</a:t>
            </a:r>
          </a:p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lt"/>
              </a:rPr>
              <a:t>组员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583937" y="1994287"/>
            <a:ext cx="2037285" cy="1341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200" dirty="0">
                <a:solidFill>
                  <a:srgbClr val="2A617A"/>
                </a:solidFill>
                <a:latin typeface="方正粗黑宋简体" pitchFamily="2" charset="-122"/>
                <a:ea typeface="方正粗黑宋简体" pitchFamily="2" charset="-122"/>
              </a:rPr>
              <a:t>李    卓</a:t>
            </a:r>
            <a:endParaRPr lang="en-US" altLang="zh-CN" sz="2200" dirty="0">
              <a:solidFill>
                <a:srgbClr val="2A617A"/>
              </a:solidFill>
              <a:latin typeface="方正粗黑宋简体" pitchFamily="2" charset="-122"/>
              <a:ea typeface="方正粗黑宋简体" pitchFamily="2" charset="-122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1500" b="1" dirty="0">
                <a:solidFill>
                  <a:srgbClr val="2A617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项目规划</a:t>
            </a:r>
            <a:endParaRPr lang="en-US" altLang="zh-CN" sz="1500" b="1" dirty="0">
              <a:solidFill>
                <a:srgbClr val="2A617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1500" b="1" dirty="0">
                <a:solidFill>
                  <a:srgbClr val="2A617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任务安排</a:t>
            </a:r>
            <a:endParaRPr lang="en-US" altLang="zh-CN" sz="1500" b="1" dirty="0">
              <a:solidFill>
                <a:srgbClr val="2A617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1500" b="1" dirty="0">
                <a:solidFill>
                  <a:srgbClr val="2A617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数据库设计和建立</a:t>
            </a:r>
          </a:p>
        </p:txBody>
      </p:sp>
      <p:sp>
        <p:nvSpPr>
          <p:cNvPr id="146" name="Rectangle 36">
            <a:extLst>
              <a:ext uri="{FF2B5EF4-FFF2-40B4-BE49-F238E27FC236}">
                <a16:creationId xmlns:a16="http://schemas.microsoft.com/office/drawing/2014/main" id="{690E491E-404D-4CEB-956E-D31168727227}"/>
              </a:ext>
            </a:extLst>
          </p:cNvPr>
          <p:cNvSpPr/>
          <p:nvPr/>
        </p:nvSpPr>
        <p:spPr>
          <a:xfrm>
            <a:off x="6227780" y="3779986"/>
            <a:ext cx="540000" cy="1080000"/>
          </a:xfrm>
          <a:prstGeom prst="rect">
            <a:avLst/>
          </a:prstGeom>
          <a:solidFill>
            <a:srgbClr val="089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+mj-lt"/>
              </a:rPr>
              <a:t>03</a:t>
            </a:r>
          </a:p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lt"/>
              </a:rPr>
              <a:t>组员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7" name="Rectangle 36">
            <a:extLst>
              <a:ext uri="{FF2B5EF4-FFF2-40B4-BE49-F238E27FC236}">
                <a16:creationId xmlns:a16="http://schemas.microsoft.com/office/drawing/2014/main" id="{924149CC-B55E-4AE7-96F3-1D7A80EEEE52}"/>
              </a:ext>
            </a:extLst>
          </p:cNvPr>
          <p:cNvSpPr/>
          <p:nvPr/>
        </p:nvSpPr>
        <p:spPr>
          <a:xfrm>
            <a:off x="2313238" y="5443341"/>
            <a:ext cx="540000" cy="1080000"/>
          </a:xfrm>
          <a:prstGeom prst="rect">
            <a:avLst/>
          </a:prstGeom>
          <a:solidFill>
            <a:srgbClr val="089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+mj-lt"/>
              </a:rPr>
              <a:t>05</a:t>
            </a:r>
          </a:p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lt"/>
              </a:rPr>
              <a:t>组员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8" name="Rectangle 36">
            <a:extLst>
              <a:ext uri="{FF2B5EF4-FFF2-40B4-BE49-F238E27FC236}">
                <a16:creationId xmlns:a16="http://schemas.microsoft.com/office/drawing/2014/main" id="{5704F814-65AE-417B-BA11-9998C071B430}"/>
              </a:ext>
            </a:extLst>
          </p:cNvPr>
          <p:cNvSpPr/>
          <p:nvPr/>
        </p:nvSpPr>
        <p:spPr>
          <a:xfrm>
            <a:off x="6227539" y="5424786"/>
            <a:ext cx="540000" cy="1080000"/>
          </a:xfrm>
          <a:prstGeom prst="rect">
            <a:avLst/>
          </a:prstGeom>
          <a:solidFill>
            <a:srgbClr val="089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+mj-lt"/>
              </a:rPr>
              <a:t>04</a:t>
            </a:r>
          </a:p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lt"/>
              </a:rPr>
              <a:t>组员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373AAEB0-3562-49B8-89B7-C510C7E9EC33}"/>
              </a:ext>
            </a:extLst>
          </p:cNvPr>
          <p:cNvSpPr txBox="1"/>
          <p:nvPr/>
        </p:nvSpPr>
        <p:spPr>
          <a:xfrm>
            <a:off x="6848013" y="4646450"/>
            <a:ext cx="2037285" cy="1918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200" dirty="0">
                <a:solidFill>
                  <a:srgbClr val="2A617A"/>
                </a:solidFill>
                <a:latin typeface="方正粗黑宋简体" pitchFamily="2" charset="-122"/>
                <a:ea typeface="方正粗黑宋简体" pitchFamily="2" charset="-122"/>
              </a:rPr>
              <a:t>马潇逸</a:t>
            </a:r>
            <a:endParaRPr lang="en-US" altLang="zh-CN" sz="2200" dirty="0">
              <a:solidFill>
                <a:srgbClr val="2A617A"/>
              </a:solidFill>
              <a:latin typeface="方正粗黑宋简体" pitchFamily="2" charset="-122"/>
              <a:ea typeface="方正粗黑宋简体" pitchFamily="2" charset="-122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1500" b="1" dirty="0">
                <a:solidFill>
                  <a:srgbClr val="2A617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系统功能结构设计</a:t>
            </a:r>
            <a:endParaRPr lang="en-US" altLang="zh-CN" sz="1500" b="1" dirty="0">
              <a:solidFill>
                <a:srgbClr val="2A617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1500" b="1" dirty="0">
                <a:solidFill>
                  <a:srgbClr val="2A617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数据库关系图</a:t>
            </a:r>
            <a:endParaRPr lang="en-US" altLang="zh-CN" sz="1500" b="1" dirty="0">
              <a:solidFill>
                <a:srgbClr val="2A617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1500" b="1" dirty="0">
                <a:solidFill>
                  <a:srgbClr val="2A617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需求分析编写完善</a:t>
            </a:r>
            <a:endParaRPr lang="en-US" altLang="zh-CN" sz="1500" b="1" dirty="0">
              <a:solidFill>
                <a:srgbClr val="2A617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1500" b="1" dirty="0">
                <a:solidFill>
                  <a:srgbClr val="2A617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概要设计编写完善</a:t>
            </a:r>
            <a:endParaRPr lang="en-US" altLang="zh-CN" sz="1500" b="1" dirty="0">
              <a:solidFill>
                <a:srgbClr val="2A617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1500" b="1" dirty="0">
                <a:solidFill>
                  <a:srgbClr val="2A617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PPT</a:t>
            </a:r>
            <a:r>
              <a:rPr lang="zh-CN" altLang="en-US" sz="1500" b="1" dirty="0">
                <a:solidFill>
                  <a:srgbClr val="2A617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</a:t>
            </a: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1578BDC1-F11C-4CF5-84E3-F4672B3EB245}"/>
              </a:ext>
            </a:extLst>
          </p:cNvPr>
          <p:cNvSpPr txBox="1"/>
          <p:nvPr/>
        </p:nvSpPr>
        <p:spPr>
          <a:xfrm>
            <a:off x="6883637" y="3609380"/>
            <a:ext cx="2037285" cy="1052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200" dirty="0">
                <a:solidFill>
                  <a:srgbClr val="2A617A"/>
                </a:solidFill>
                <a:latin typeface="方正粗黑宋简体" pitchFamily="2" charset="-122"/>
                <a:ea typeface="方正粗黑宋简体" pitchFamily="2" charset="-122"/>
              </a:rPr>
              <a:t>王静如</a:t>
            </a:r>
            <a:endParaRPr lang="en-US" altLang="zh-CN" sz="2200" dirty="0">
              <a:solidFill>
                <a:srgbClr val="2A617A"/>
              </a:solidFill>
              <a:latin typeface="方正粗黑宋简体" pitchFamily="2" charset="-122"/>
              <a:ea typeface="方正粗黑宋简体" pitchFamily="2" charset="-122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1500" b="1" dirty="0">
                <a:solidFill>
                  <a:srgbClr val="2A617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</a:t>
            </a:r>
            <a:r>
              <a:rPr lang="en-US" altLang="zh-CN" sz="1500" b="1" dirty="0">
                <a:solidFill>
                  <a:srgbClr val="2A617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ER</a:t>
            </a:r>
            <a:r>
              <a:rPr lang="zh-CN" altLang="en-US" sz="1500" b="1" dirty="0">
                <a:solidFill>
                  <a:srgbClr val="2A617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endParaRPr lang="en-US" altLang="zh-CN" sz="1500" b="1" dirty="0">
              <a:solidFill>
                <a:srgbClr val="2A617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1500" b="1" dirty="0">
                <a:solidFill>
                  <a:srgbClr val="2A617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前端</a:t>
            </a:r>
            <a:r>
              <a:rPr lang="en-US" altLang="zh-CN" sz="1500" b="1" dirty="0">
                <a:solidFill>
                  <a:srgbClr val="2A617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UI</a:t>
            </a:r>
            <a:r>
              <a:rPr lang="zh-CN" altLang="en-US" sz="1500" b="1" dirty="0">
                <a:solidFill>
                  <a:srgbClr val="2A617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设计及编码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F529DD5D-CA1C-4A28-8769-9C6A1D21160D}"/>
              </a:ext>
            </a:extLst>
          </p:cNvPr>
          <p:cNvSpPr txBox="1"/>
          <p:nvPr/>
        </p:nvSpPr>
        <p:spPr>
          <a:xfrm>
            <a:off x="321503" y="3653192"/>
            <a:ext cx="2037285" cy="1052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200" dirty="0">
                <a:solidFill>
                  <a:srgbClr val="2A617A"/>
                </a:solidFill>
                <a:latin typeface="方正粗黑宋简体" pitchFamily="2" charset="-122"/>
                <a:ea typeface="方正粗黑宋简体" pitchFamily="2" charset="-122"/>
              </a:rPr>
              <a:t>张婉婷</a:t>
            </a:r>
            <a:endParaRPr lang="en-US" altLang="zh-CN" sz="2200" dirty="0">
              <a:solidFill>
                <a:srgbClr val="2A617A"/>
              </a:solidFill>
              <a:latin typeface="方正粗黑宋简体" pitchFamily="2" charset="-122"/>
              <a:ea typeface="方正粗黑宋简体" pitchFamily="2" charset="-122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1500" b="1" dirty="0">
                <a:solidFill>
                  <a:srgbClr val="2A617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数据库设计和建立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1500" b="1" dirty="0">
                <a:solidFill>
                  <a:srgbClr val="2A617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前后端代码编写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8171370-7C44-492C-ACE4-E4DA4D4773F4}"/>
              </a:ext>
            </a:extLst>
          </p:cNvPr>
          <p:cNvGrpSpPr/>
          <p:nvPr/>
        </p:nvGrpSpPr>
        <p:grpSpPr>
          <a:xfrm>
            <a:off x="460477" y="1465054"/>
            <a:ext cx="3183755" cy="641199"/>
            <a:chOff x="392464" y="1414203"/>
            <a:chExt cx="3183755" cy="641199"/>
          </a:xfrm>
        </p:grpSpPr>
        <p:sp>
          <p:nvSpPr>
            <p:cNvPr id="58" name="椭圆 80">
              <a:extLst>
                <a:ext uri="{FF2B5EF4-FFF2-40B4-BE49-F238E27FC236}">
                  <a16:creationId xmlns:a16="http://schemas.microsoft.com/office/drawing/2014/main" id="{48589B38-AC4C-40F5-9A8E-FDACD742527C}"/>
                </a:ext>
              </a:extLst>
            </p:cNvPr>
            <p:cNvSpPr/>
            <p:nvPr/>
          </p:nvSpPr>
          <p:spPr bwMode="auto">
            <a:xfrm>
              <a:off x="491907" y="1429120"/>
              <a:ext cx="574292" cy="575454"/>
            </a:xfrm>
            <a:prstGeom prst="ellipse">
              <a:avLst/>
            </a:prstGeom>
            <a:solidFill>
              <a:schemeClr val="bg2"/>
            </a:solidFill>
            <a:ln w="50800" cap="flat" cmpd="sng" algn="ctr">
              <a:solidFill>
                <a:srgbClr val="123891"/>
              </a:solidFill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2389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27E687C6-7677-4BD7-AAB3-7932B3192A2F}"/>
                </a:ext>
              </a:extLst>
            </p:cNvPr>
            <p:cNvSpPr txBox="1"/>
            <p:nvPr/>
          </p:nvSpPr>
          <p:spPr>
            <a:xfrm>
              <a:off x="392464" y="1424460"/>
              <a:ext cx="7954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rgbClr val="123891"/>
                  </a:solidFill>
                </a:rPr>
                <a:t>02</a:t>
              </a:r>
              <a:endParaRPr lang="zh-CN" altLang="en-US" sz="3200" b="1" dirty="0">
                <a:solidFill>
                  <a:srgbClr val="123891"/>
                </a:solidFill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456ACF8B-CD0B-482D-AED1-0043D31563CB}"/>
                </a:ext>
              </a:extLst>
            </p:cNvPr>
            <p:cNvSpPr/>
            <p:nvPr/>
          </p:nvSpPr>
          <p:spPr>
            <a:xfrm>
              <a:off x="1187942" y="1414203"/>
              <a:ext cx="11769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12389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小组介绍 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840D209F-9529-4CA2-B8AB-00127CF84446}"/>
                </a:ext>
              </a:extLst>
            </p:cNvPr>
            <p:cNvSpPr txBox="1"/>
            <p:nvPr/>
          </p:nvSpPr>
          <p:spPr>
            <a:xfrm>
              <a:off x="1188646" y="1716848"/>
              <a:ext cx="2387573" cy="338554"/>
            </a:xfrm>
            <a:prstGeom prst="snip1Rect">
              <a:avLst>
                <a:gd name="adj" fmla="val 0"/>
              </a:avLst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123891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rPr>
                <a:t>Group introduction</a:t>
              </a: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90F95E4F-1CE9-4789-86AB-CDFD1740BAA2}"/>
              </a:ext>
            </a:extLst>
          </p:cNvPr>
          <p:cNvSpPr txBox="1"/>
          <p:nvPr/>
        </p:nvSpPr>
        <p:spPr>
          <a:xfrm>
            <a:off x="427886" y="5483431"/>
            <a:ext cx="1671895" cy="764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200" dirty="0">
                <a:solidFill>
                  <a:srgbClr val="2A617A"/>
                </a:solidFill>
                <a:latin typeface="方正粗黑宋简体" pitchFamily="2" charset="-122"/>
                <a:ea typeface="方正粗黑宋简体" pitchFamily="2" charset="-122"/>
              </a:rPr>
              <a:t>赵子恒</a:t>
            </a:r>
            <a:endParaRPr lang="en-US" altLang="zh-CN" sz="2200" dirty="0">
              <a:solidFill>
                <a:srgbClr val="2A617A"/>
              </a:solidFill>
              <a:latin typeface="方正粗黑宋简体" pitchFamily="2" charset="-122"/>
              <a:ea typeface="方正粗黑宋简体" pitchFamily="2" charset="-122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1500" b="1" dirty="0">
                <a:solidFill>
                  <a:srgbClr val="2A617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挂号透明方案</a:t>
            </a:r>
          </a:p>
        </p:txBody>
      </p:sp>
      <p:sp>
        <p:nvSpPr>
          <p:cNvPr id="42" name="Rectangle 36">
            <a:extLst>
              <a:ext uri="{FF2B5EF4-FFF2-40B4-BE49-F238E27FC236}">
                <a16:creationId xmlns:a16="http://schemas.microsoft.com/office/drawing/2014/main" id="{BEC47E99-1831-4D07-BAB8-796831142562}"/>
              </a:ext>
            </a:extLst>
          </p:cNvPr>
          <p:cNvSpPr/>
          <p:nvPr/>
        </p:nvSpPr>
        <p:spPr>
          <a:xfrm>
            <a:off x="2064874" y="2464368"/>
            <a:ext cx="1143751" cy="540000"/>
          </a:xfrm>
          <a:prstGeom prst="rect">
            <a:avLst/>
          </a:prstGeom>
          <a:solidFill>
            <a:srgbClr val="089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+mj-lt"/>
              </a:rPr>
              <a:t>01   </a:t>
            </a:r>
            <a:r>
              <a:rPr lang="zh-CN" altLang="en-US" sz="2000" b="1" dirty="0">
                <a:solidFill>
                  <a:schemeClr val="bg1"/>
                </a:solidFill>
                <a:latin typeface="+mj-lt"/>
              </a:rPr>
              <a:t>组长</a:t>
            </a:r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6283B891-4D6D-4F63-8398-F4931F421D10}"/>
              </a:ext>
            </a:extLst>
          </p:cNvPr>
          <p:cNvSpPr txBox="1"/>
          <p:nvPr/>
        </p:nvSpPr>
        <p:spPr>
          <a:xfrm rot="21562516">
            <a:off x="4269046" y="4749299"/>
            <a:ext cx="445635" cy="461665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3000" dirty="0">
                <a:solidFill>
                  <a:srgbClr val="089DA3"/>
                </a:solidFill>
                <a:latin typeface="Lato Black" panose="020F0A02020204030203" pitchFamily="34" charset="0"/>
              </a:rPr>
              <a:t>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151" grpId="0"/>
      <p:bldP spid="4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16F3F8EA-045E-43AA-B945-EDDB43406590}"/>
              </a:ext>
            </a:extLst>
          </p:cNvPr>
          <p:cNvSpPr/>
          <p:nvPr/>
        </p:nvSpPr>
        <p:spPr>
          <a:xfrm>
            <a:off x="241269" y="1276059"/>
            <a:ext cx="8661461" cy="5348147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25400" sx="102000" sy="102000" algn="ctr" rotWithShape="0">
              <a:schemeClr val="bg1">
                <a:lumMod val="65000"/>
                <a:alpha val="3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99087D0-FB19-436C-A9D5-397C329376B8}"/>
              </a:ext>
            </a:extLst>
          </p:cNvPr>
          <p:cNvGrpSpPr/>
          <p:nvPr/>
        </p:nvGrpSpPr>
        <p:grpSpPr>
          <a:xfrm>
            <a:off x="460477" y="1465054"/>
            <a:ext cx="3217443" cy="641199"/>
            <a:chOff x="392464" y="1414203"/>
            <a:chExt cx="3217443" cy="641199"/>
          </a:xfrm>
        </p:grpSpPr>
        <p:sp>
          <p:nvSpPr>
            <p:cNvPr id="26" name="椭圆 80">
              <a:extLst>
                <a:ext uri="{FF2B5EF4-FFF2-40B4-BE49-F238E27FC236}">
                  <a16:creationId xmlns:a16="http://schemas.microsoft.com/office/drawing/2014/main" id="{734334C4-94F3-4AE3-9C09-45DC88D72D28}"/>
                </a:ext>
              </a:extLst>
            </p:cNvPr>
            <p:cNvSpPr/>
            <p:nvPr/>
          </p:nvSpPr>
          <p:spPr bwMode="auto">
            <a:xfrm>
              <a:off x="491907" y="1429120"/>
              <a:ext cx="574292" cy="575454"/>
            </a:xfrm>
            <a:prstGeom prst="ellipse">
              <a:avLst/>
            </a:prstGeom>
            <a:solidFill>
              <a:schemeClr val="bg2"/>
            </a:solidFill>
            <a:ln w="50800" cap="flat" cmpd="sng" algn="ctr">
              <a:solidFill>
                <a:srgbClr val="123891"/>
              </a:solidFill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2389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3ECAB285-5F62-4D9F-8C1B-843006926465}"/>
                </a:ext>
              </a:extLst>
            </p:cNvPr>
            <p:cNvSpPr txBox="1"/>
            <p:nvPr/>
          </p:nvSpPr>
          <p:spPr>
            <a:xfrm>
              <a:off x="392464" y="1424460"/>
              <a:ext cx="7954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rgbClr val="123891"/>
                  </a:solidFill>
                </a:rPr>
                <a:t>03</a:t>
              </a:r>
              <a:endParaRPr lang="zh-CN" altLang="en-US" sz="3200" b="1" dirty="0">
                <a:solidFill>
                  <a:srgbClr val="123891"/>
                </a:solidFill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53DD91B7-2649-480C-B66D-6BCFF397ECD6}"/>
                </a:ext>
              </a:extLst>
            </p:cNvPr>
            <p:cNvSpPr/>
            <p:nvPr/>
          </p:nvSpPr>
          <p:spPr>
            <a:xfrm>
              <a:off x="1187942" y="1414203"/>
              <a:ext cx="11769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12389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功能介绍 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E37997E-50E1-4845-B3DC-C6E001CDAD68}"/>
                </a:ext>
              </a:extLst>
            </p:cNvPr>
            <p:cNvSpPr txBox="1"/>
            <p:nvPr/>
          </p:nvSpPr>
          <p:spPr>
            <a:xfrm>
              <a:off x="1188646" y="1716848"/>
              <a:ext cx="2421261" cy="338554"/>
            </a:xfrm>
            <a:prstGeom prst="snip1Rect">
              <a:avLst>
                <a:gd name="adj" fmla="val 0"/>
              </a:avLst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123891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rPr>
                <a:t>Function introduction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175D2FE-B0B1-48A0-A93C-3258BB95CF75}"/>
              </a:ext>
            </a:extLst>
          </p:cNvPr>
          <p:cNvGrpSpPr/>
          <p:nvPr/>
        </p:nvGrpSpPr>
        <p:grpSpPr>
          <a:xfrm>
            <a:off x="460477" y="2658887"/>
            <a:ext cx="3416593" cy="3349064"/>
            <a:chOff x="4545531" y="2017303"/>
            <a:chExt cx="3416593" cy="3349064"/>
          </a:xfrm>
        </p:grpSpPr>
        <p:grpSp>
          <p:nvGrpSpPr>
            <p:cNvPr id="12" name="Group 4">
              <a:extLst>
                <a:ext uri="{FF2B5EF4-FFF2-40B4-BE49-F238E27FC236}">
                  <a16:creationId xmlns:a16="http://schemas.microsoft.com/office/drawing/2014/main" id="{BD750C40-1F30-4E7B-AD63-6E71B0C8A0AD}"/>
                </a:ext>
              </a:extLst>
            </p:cNvPr>
            <p:cNvGrpSpPr/>
            <p:nvPr/>
          </p:nvGrpSpPr>
          <p:grpSpPr>
            <a:xfrm>
              <a:off x="4792288" y="2088526"/>
              <a:ext cx="3169836" cy="3277841"/>
              <a:chOff x="6506962" y="705229"/>
              <a:chExt cx="5279209" cy="5459086"/>
            </a:xfrm>
          </p:grpSpPr>
          <p:sp>
            <p:nvSpPr>
              <p:cNvPr id="65" name="Freeform 5">
                <a:extLst>
                  <a:ext uri="{FF2B5EF4-FFF2-40B4-BE49-F238E27FC236}">
                    <a16:creationId xmlns:a16="http://schemas.microsoft.com/office/drawing/2014/main" id="{E139D527-0629-4FA5-BFE0-8D6D5AFF7F50}"/>
                  </a:ext>
                </a:extLst>
              </p:cNvPr>
              <p:cNvSpPr/>
              <p:nvPr/>
            </p:nvSpPr>
            <p:spPr bwMode="auto">
              <a:xfrm>
                <a:off x="6506962" y="705229"/>
                <a:ext cx="5279209" cy="5459086"/>
              </a:xfrm>
              <a:custGeom>
                <a:avLst/>
                <a:gdLst>
                  <a:gd name="connsiteX0" fmla="*/ 3859967 w 5879683"/>
                  <a:gd name="connsiteY0" fmla="*/ 0 h 6080019"/>
                  <a:gd name="connsiteX1" fmla="*/ 4112189 w 5879683"/>
                  <a:gd name="connsiteY1" fmla="*/ 1506708 h 6080019"/>
                  <a:gd name="connsiteX2" fmla="*/ 2712241 w 5879683"/>
                  <a:gd name="connsiteY2" fmla="*/ 2332968 h 6080019"/>
                  <a:gd name="connsiteX3" fmla="*/ 606535 w 5879683"/>
                  <a:gd name="connsiteY3" fmla="*/ 4372000 h 6080019"/>
                  <a:gd name="connsiteX4" fmla="*/ 1316921 w 5879683"/>
                  <a:gd name="connsiteY4" fmla="*/ 5047820 h 6080019"/>
                  <a:gd name="connsiteX5" fmla="*/ 4723998 w 5879683"/>
                  <a:gd name="connsiteY5" fmla="*/ 5435664 h 6080019"/>
                  <a:gd name="connsiteX6" fmla="*/ 4808310 w 5879683"/>
                  <a:gd name="connsiteY6" fmla="*/ 5429676 h 6080019"/>
                  <a:gd name="connsiteX7" fmla="*/ 4961760 w 5879683"/>
                  <a:gd name="connsiteY7" fmla="*/ 5207111 h 6080019"/>
                  <a:gd name="connsiteX8" fmla="*/ 5879683 w 5879683"/>
                  <a:gd name="connsiteY8" fmla="*/ 5581914 h 6080019"/>
                  <a:gd name="connsiteX9" fmla="*/ 4359923 w 5879683"/>
                  <a:gd name="connsiteY9" fmla="*/ 6080019 h 6080019"/>
                  <a:gd name="connsiteX10" fmla="*/ 4478454 w 5879683"/>
                  <a:gd name="connsiteY10" fmla="*/ 5908101 h 6080019"/>
                  <a:gd name="connsiteX11" fmla="*/ 4184148 w 5879683"/>
                  <a:gd name="connsiteY11" fmla="*/ 5922625 h 6080019"/>
                  <a:gd name="connsiteX12" fmla="*/ 1205851 w 5879683"/>
                  <a:gd name="connsiteY12" fmla="*/ 5552371 h 6080019"/>
                  <a:gd name="connsiteX13" fmla="*/ 625046 w 5879683"/>
                  <a:gd name="connsiteY13" fmla="*/ 5223719 h 6080019"/>
                  <a:gd name="connsiteX14" fmla="*/ 264068 w 5879683"/>
                  <a:gd name="connsiteY14" fmla="*/ 3453163 h 6080019"/>
                  <a:gd name="connsiteX15" fmla="*/ 3019998 w 5879683"/>
                  <a:gd name="connsiteY15" fmla="*/ 2011259 h 6080019"/>
                  <a:gd name="connsiteX16" fmla="*/ 3816002 w 5879683"/>
                  <a:gd name="connsiteY16" fmla="*/ 1564570 h 6080019"/>
                  <a:gd name="connsiteX17" fmla="*/ 3859967 w 5879683"/>
                  <a:gd name="connsiteY17" fmla="*/ 0 h 6080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879683" h="6080019">
                    <a:moveTo>
                      <a:pt x="3859967" y="0"/>
                    </a:moveTo>
                    <a:cubicBezTo>
                      <a:pt x="4362097" y="358740"/>
                      <a:pt x="4642087" y="941982"/>
                      <a:pt x="4112189" y="1506708"/>
                    </a:cubicBezTo>
                    <a:cubicBezTo>
                      <a:pt x="3762781" y="1877021"/>
                      <a:pt x="3175034" y="2136239"/>
                      <a:pt x="2712241" y="2332968"/>
                    </a:cubicBezTo>
                    <a:cubicBezTo>
                      <a:pt x="1997227" y="2633847"/>
                      <a:pt x="171510" y="3247176"/>
                      <a:pt x="606535" y="4372000"/>
                    </a:cubicBezTo>
                    <a:cubicBezTo>
                      <a:pt x="729175" y="4686765"/>
                      <a:pt x="1029990" y="4897381"/>
                      <a:pt x="1316921" y="5047820"/>
                    </a:cubicBezTo>
                    <a:cubicBezTo>
                      <a:pt x="2186827" y="5499139"/>
                      <a:pt x="3628218" y="5507004"/>
                      <a:pt x="4723998" y="5435664"/>
                    </a:cubicBezTo>
                    <a:lnTo>
                      <a:pt x="4808310" y="5429676"/>
                    </a:lnTo>
                    <a:lnTo>
                      <a:pt x="4961760" y="5207111"/>
                    </a:lnTo>
                    <a:lnTo>
                      <a:pt x="5879683" y="5581914"/>
                    </a:lnTo>
                    <a:lnTo>
                      <a:pt x="4359923" y="6080019"/>
                    </a:lnTo>
                    <a:lnTo>
                      <a:pt x="4478454" y="5908101"/>
                    </a:lnTo>
                    <a:lnTo>
                      <a:pt x="4184148" y="5922625"/>
                    </a:lnTo>
                    <a:cubicBezTo>
                      <a:pt x="3187544" y="5964741"/>
                      <a:pt x="2102801" y="5947275"/>
                      <a:pt x="1205851" y="5552371"/>
                    </a:cubicBezTo>
                    <a:cubicBezTo>
                      <a:pt x="1002222" y="5462107"/>
                      <a:pt x="807849" y="5353328"/>
                      <a:pt x="625046" y="5223719"/>
                    </a:cubicBezTo>
                    <a:cubicBezTo>
                      <a:pt x="276" y="4774715"/>
                      <a:pt x="-221864" y="4103524"/>
                      <a:pt x="264068" y="3453163"/>
                    </a:cubicBezTo>
                    <a:cubicBezTo>
                      <a:pt x="743058" y="2809745"/>
                      <a:pt x="2263332" y="2351484"/>
                      <a:pt x="3019998" y="2011259"/>
                    </a:cubicBezTo>
                    <a:cubicBezTo>
                      <a:pt x="3293046" y="1888593"/>
                      <a:pt x="3577663" y="1745097"/>
                      <a:pt x="3816002" y="1564570"/>
                    </a:cubicBezTo>
                    <a:cubicBezTo>
                      <a:pt x="4491679" y="1057705"/>
                      <a:pt x="4359783" y="460576"/>
                      <a:pt x="3859967" y="0"/>
                    </a:cubicBezTo>
                    <a:close/>
                  </a:path>
                </a:pathLst>
              </a:custGeom>
              <a:solidFill>
                <a:srgbClr val="089D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noAutofit/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" name="Freeform 6">
                <a:extLst>
                  <a:ext uri="{FF2B5EF4-FFF2-40B4-BE49-F238E27FC236}">
                    <a16:creationId xmlns:a16="http://schemas.microsoft.com/office/drawing/2014/main" id="{78677197-388C-4C67-8503-0D1D407D8E3D}"/>
                  </a:ext>
                </a:extLst>
              </p:cNvPr>
              <p:cNvSpPr/>
              <p:nvPr/>
            </p:nvSpPr>
            <p:spPr bwMode="auto">
              <a:xfrm>
                <a:off x="6726851" y="793973"/>
                <a:ext cx="4081232" cy="5055161"/>
              </a:xfrm>
              <a:custGeom>
                <a:avLst/>
                <a:gdLst>
                  <a:gd name="connsiteX0" fmla="*/ 2256537 w 4545444"/>
                  <a:gd name="connsiteY0" fmla="*/ 5459202 h 5630150"/>
                  <a:gd name="connsiteX1" fmla="*/ 2494614 w 4545444"/>
                  <a:gd name="connsiteY1" fmla="*/ 5490324 h 5630150"/>
                  <a:gd name="connsiteX2" fmla="*/ 4501279 w 4545444"/>
                  <a:gd name="connsiteY2" fmla="*/ 5522041 h 5630150"/>
                  <a:gd name="connsiteX3" fmla="*/ 4545249 w 4545444"/>
                  <a:gd name="connsiteY3" fmla="*/ 5561385 h 5630150"/>
                  <a:gd name="connsiteX4" fmla="*/ 4505907 w 4545444"/>
                  <a:gd name="connsiteY4" fmla="*/ 5607672 h 5630150"/>
                  <a:gd name="connsiteX5" fmla="*/ 2419318 w 4545444"/>
                  <a:gd name="connsiteY5" fmla="*/ 5557726 h 5630150"/>
                  <a:gd name="connsiteX6" fmla="*/ 2235390 w 4545444"/>
                  <a:gd name="connsiteY6" fmla="*/ 5531069 h 5630150"/>
                  <a:gd name="connsiteX7" fmla="*/ 618660 w 4545444"/>
                  <a:gd name="connsiteY7" fmla="*/ 4907146 h 5630150"/>
                  <a:gd name="connsiteX8" fmla="*/ 632400 w 4545444"/>
                  <a:gd name="connsiteY8" fmla="*/ 4917588 h 5630150"/>
                  <a:gd name="connsiteX9" fmla="*/ 1856847 w 4545444"/>
                  <a:gd name="connsiteY9" fmla="*/ 5391925 h 5630150"/>
                  <a:gd name="connsiteX10" fmla="*/ 2034852 w 4545444"/>
                  <a:gd name="connsiteY10" fmla="*/ 5423658 h 5630150"/>
                  <a:gd name="connsiteX11" fmla="*/ 2014093 w 4545444"/>
                  <a:gd name="connsiteY11" fmla="*/ 5495358 h 5630150"/>
                  <a:gd name="connsiteX12" fmla="*/ 1758065 w 4545444"/>
                  <a:gd name="connsiteY12" fmla="*/ 5445168 h 5630150"/>
                  <a:gd name="connsiteX13" fmla="*/ 623058 w 4545444"/>
                  <a:gd name="connsiteY13" fmla="*/ 4995217 h 5630150"/>
                  <a:gd name="connsiteX14" fmla="*/ 574601 w 4545444"/>
                  <a:gd name="connsiteY14" fmla="*/ 4959683 h 5630150"/>
                  <a:gd name="connsiteX15" fmla="*/ 56894 w 4545444"/>
                  <a:gd name="connsiteY15" fmla="*/ 3655972 h 5630150"/>
                  <a:gd name="connsiteX16" fmla="*/ 114769 w 4545444"/>
                  <a:gd name="connsiteY16" fmla="*/ 3681320 h 5630150"/>
                  <a:gd name="connsiteX17" fmla="*/ 80108 w 4545444"/>
                  <a:gd name="connsiteY17" fmla="*/ 3791413 h 5630150"/>
                  <a:gd name="connsiteX18" fmla="*/ 203845 w 4545444"/>
                  <a:gd name="connsiteY18" fmla="*/ 4459754 h 5630150"/>
                  <a:gd name="connsiteX19" fmla="*/ 432817 w 4545444"/>
                  <a:gd name="connsiteY19" fmla="*/ 4753361 h 5630150"/>
                  <a:gd name="connsiteX20" fmla="*/ 437043 w 4545444"/>
                  <a:gd name="connsiteY20" fmla="*/ 4757128 h 5630150"/>
                  <a:gd name="connsiteX21" fmla="*/ 393339 w 4545444"/>
                  <a:gd name="connsiteY21" fmla="*/ 4809243 h 5630150"/>
                  <a:gd name="connsiteX22" fmla="*/ 316280 w 4545444"/>
                  <a:gd name="connsiteY22" fmla="*/ 4730599 h 5630150"/>
                  <a:gd name="connsiteX23" fmla="*/ 102021 w 4545444"/>
                  <a:gd name="connsiteY23" fmla="*/ 4404210 h 5630150"/>
                  <a:gd name="connsiteX24" fmla="*/ 42457 w 4545444"/>
                  <a:gd name="connsiteY24" fmla="*/ 3693267 h 5630150"/>
                  <a:gd name="connsiteX25" fmla="*/ 929004 w 4545444"/>
                  <a:gd name="connsiteY25" fmla="*/ 2786814 h 5630150"/>
                  <a:gd name="connsiteX26" fmla="*/ 956746 w 4545444"/>
                  <a:gd name="connsiteY26" fmla="*/ 2834023 h 5630150"/>
                  <a:gd name="connsiteX27" fmla="*/ 807170 w 4545444"/>
                  <a:gd name="connsiteY27" fmla="*/ 2926453 h 5630150"/>
                  <a:gd name="connsiteX28" fmla="*/ 289168 w 4545444"/>
                  <a:gd name="connsiteY28" fmla="*/ 3374474 h 5630150"/>
                  <a:gd name="connsiteX29" fmla="*/ 202845 w 4545444"/>
                  <a:gd name="connsiteY29" fmla="*/ 3497409 h 5630150"/>
                  <a:gd name="connsiteX30" fmla="*/ 145829 w 4545444"/>
                  <a:gd name="connsiteY30" fmla="*/ 3472437 h 5630150"/>
                  <a:gd name="connsiteX31" fmla="*/ 199129 w 4545444"/>
                  <a:gd name="connsiteY31" fmla="*/ 3391464 h 5630150"/>
                  <a:gd name="connsiteX32" fmla="*/ 889422 w 4545444"/>
                  <a:gd name="connsiteY32" fmla="*/ 2808754 h 5630150"/>
                  <a:gd name="connsiteX33" fmla="*/ 1866690 w 4545444"/>
                  <a:gd name="connsiteY33" fmla="*/ 2342652 h 5630150"/>
                  <a:gd name="connsiteX34" fmla="*/ 1887488 w 4545444"/>
                  <a:gd name="connsiteY34" fmla="*/ 2393291 h 5630150"/>
                  <a:gd name="connsiteX35" fmla="*/ 1840098 w 4545444"/>
                  <a:gd name="connsiteY35" fmla="*/ 2412028 h 5630150"/>
                  <a:gd name="connsiteX36" fmla="*/ 1553013 w 4545444"/>
                  <a:gd name="connsiteY36" fmla="*/ 2531900 h 5630150"/>
                  <a:gd name="connsiteX37" fmla="*/ 1263822 w 4545444"/>
                  <a:gd name="connsiteY37" fmla="*/ 2668275 h 5630150"/>
                  <a:gd name="connsiteX38" fmla="*/ 1050436 w 4545444"/>
                  <a:gd name="connsiteY38" fmla="*/ 2783374 h 5630150"/>
                  <a:gd name="connsiteX39" fmla="*/ 1022313 w 4545444"/>
                  <a:gd name="connsiteY39" fmla="*/ 2735091 h 5630150"/>
                  <a:gd name="connsiteX40" fmla="*/ 1139549 w 4545444"/>
                  <a:gd name="connsiteY40" fmla="*/ 2670106 h 5630150"/>
                  <a:gd name="connsiteX41" fmla="*/ 1666136 w 4545444"/>
                  <a:gd name="connsiteY41" fmla="*/ 2425016 h 5630150"/>
                  <a:gd name="connsiteX42" fmla="*/ 2691412 w 4545444"/>
                  <a:gd name="connsiteY42" fmla="*/ 2019045 h 5630150"/>
                  <a:gd name="connsiteX43" fmla="*/ 2709493 w 4545444"/>
                  <a:gd name="connsiteY43" fmla="*/ 2058447 h 5630150"/>
                  <a:gd name="connsiteX44" fmla="*/ 2515802 w 4545444"/>
                  <a:gd name="connsiteY44" fmla="*/ 2143103 h 5630150"/>
                  <a:gd name="connsiteX45" fmla="*/ 1999688 w 4545444"/>
                  <a:gd name="connsiteY45" fmla="*/ 2348928 h 5630150"/>
                  <a:gd name="connsiteX46" fmla="*/ 1967235 w 4545444"/>
                  <a:gd name="connsiteY46" fmla="*/ 2361760 h 5630150"/>
                  <a:gd name="connsiteX47" fmla="*/ 1946919 w 4545444"/>
                  <a:gd name="connsiteY47" fmla="*/ 2310047 h 5630150"/>
                  <a:gd name="connsiteX48" fmla="*/ 2182498 w 4545444"/>
                  <a:gd name="connsiteY48" fmla="*/ 2217829 h 5630150"/>
                  <a:gd name="connsiteX49" fmla="*/ 2634236 w 4545444"/>
                  <a:gd name="connsiteY49" fmla="*/ 2042495 h 5630150"/>
                  <a:gd name="connsiteX50" fmla="*/ 3419929 w 4545444"/>
                  <a:gd name="connsiteY50" fmla="*/ 1652893 h 5630150"/>
                  <a:gd name="connsiteX51" fmla="*/ 3435936 w 4545444"/>
                  <a:gd name="connsiteY51" fmla="*/ 1679865 h 5630150"/>
                  <a:gd name="connsiteX52" fmla="*/ 3366230 w 4545444"/>
                  <a:gd name="connsiteY52" fmla="*/ 1725659 h 5630150"/>
                  <a:gd name="connsiteX53" fmla="*/ 2868625 w 4545444"/>
                  <a:gd name="connsiteY53" fmla="*/ 1988895 h 5630150"/>
                  <a:gd name="connsiteX54" fmla="*/ 2779467 w 4545444"/>
                  <a:gd name="connsiteY54" fmla="*/ 2027864 h 5630150"/>
                  <a:gd name="connsiteX55" fmla="*/ 2761652 w 4545444"/>
                  <a:gd name="connsiteY55" fmla="*/ 1989574 h 5630150"/>
                  <a:gd name="connsiteX56" fmla="*/ 2818870 w 4545444"/>
                  <a:gd name="connsiteY56" fmla="*/ 1964884 h 5630150"/>
                  <a:gd name="connsiteX57" fmla="*/ 3218283 w 4545444"/>
                  <a:gd name="connsiteY57" fmla="*/ 1771311 h 5630150"/>
                  <a:gd name="connsiteX58" fmla="*/ 3856693 w 4545444"/>
                  <a:gd name="connsiteY58" fmla="*/ 1280930 h 5630150"/>
                  <a:gd name="connsiteX59" fmla="*/ 3878857 w 4545444"/>
                  <a:gd name="connsiteY59" fmla="*/ 1298486 h 5630150"/>
                  <a:gd name="connsiteX60" fmla="*/ 3876698 w 4545444"/>
                  <a:gd name="connsiteY60" fmla="*/ 1301552 h 5630150"/>
                  <a:gd name="connsiteX61" fmla="*/ 3514716 w 4545444"/>
                  <a:gd name="connsiteY61" fmla="*/ 1628110 h 5630150"/>
                  <a:gd name="connsiteX62" fmla="*/ 3492103 w 4545444"/>
                  <a:gd name="connsiteY62" fmla="*/ 1642966 h 5630150"/>
                  <a:gd name="connsiteX63" fmla="*/ 3475028 w 4545444"/>
                  <a:gd name="connsiteY63" fmla="*/ 1614196 h 5630150"/>
                  <a:gd name="connsiteX64" fmla="*/ 3617263 w 4545444"/>
                  <a:gd name="connsiteY64" fmla="*/ 1513296 h 5630150"/>
                  <a:gd name="connsiteX65" fmla="*/ 3790149 w 4545444"/>
                  <a:gd name="connsiteY65" fmla="*/ 1356801 h 5630150"/>
                  <a:gd name="connsiteX66" fmla="*/ 4049529 w 4545444"/>
                  <a:gd name="connsiteY66" fmla="*/ 911879 h 5630150"/>
                  <a:gd name="connsiteX67" fmla="*/ 4075412 w 4545444"/>
                  <a:gd name="connsiteY67" fmla="*/ 916031 h 5630150"/>
                  <a:gd name="connsiteX68" fmla="*/ 4071869 w 4545444"/>
                  <a:gd name="connsiteY68" fmla="*/ 931641 h 5630150"/>
                  <a:gd name="connsiteX69" fmla="*/ 3962076 w 4545444"/>
                  <a:gd name="connsiteY69" fmla="*/ 1180319 h 5630150"/>
                  <a:gd name="connsiteX70" fmla="*/ 3914053 w 4545444"/>
                  <a:gd name="connsiteY70" fmla="*/ 1248509 h 5630150"/>
                  <a:gd name="connsiteX71" fmla="*/ 3893587 w 4545444"/>
                  <a:gd name="connsiteY71" fmla="*/ 1232095 h 5630150"/>
                  <a:gd name="connsiteX72" fmla="*/ 3931196 w 4545444"/>
                  <a:gd name="connsiteY72" fmla="*/ 1180211 h 5630150"/>
                  <a:gd name="connsiteX73" fmla="*/ 4029829 w 4545444"/>
                  <a:gd name="connsiteY73" fmla="*/ 982194 h 5630150"/>
                  <a:gd name="connsiteX74" fmla="*/ 4087808 w 4545444"/>
                  <a:gd name="connsiteY74" fmla="*/ 593511 h 5630150"/>
                  <a:gd name="connsiteX75" fmla="*/ 4093474 w 4545444"/>
                  <a:gd name="connsiteY75" fmla="*/ 622281 h 5630150"/>
                  <a:gd name="connsiteX76" fmla="*/ 4089935 w 4545444"/>
                  <a:gd name="connsiteY76" fmla="*/ 852043 h 5630150"/>
                  <a:gd name="connsiteX77" fmla="*/ 4087219 w 4545444"/>
                  <a:gd name="connsiteY77" fmla="*/ 864013 h 5630150"/>
                  <a:gd name="connsiteX78" fmla="*/ 4061852 w 4545444"/>
                  <a:gd name="connsiteY78" fmla="*/ 860755 h 5630150"/>
                  <a:gd name="connsiteX79" fmla="*/ 4075471 w 4545444"/>
                  <a:gd name="connsiteY79" fmla="*/ 761421 h 5630150"/>
                  <a:gd name="connsiteX80" fmla="*/ 4074987 w 4545444"/>
                  <a:gd name="connsiteY80" fmla="*/ 646404 h 5630150"/>
                  <a:gd name="connsiteX81" fmla="*/ 4067029 w 4545444"/>
                  <a:gd name="connsiteY81" fmla="*/ 597339 h 5630150"/>
                  <a:gd name="connsiteX82" fmla="*/ 4011395 w 4545444"/>
                  <a:gd name="connsiteY82" fmla="*/ 373947 h 5630150"/>
                  <a:gd name="connsiteX83" fmla="*/ 4028427 w 4545444"/>
                  <a:gd name="connsiteY83" fmla="*/ 404785 h 5630150"/>
                  <a:gd name="connsiteX84" fmla="*/ 4078941 w 4545444"/>
                  <a:gd name="connsiteY84" fmla="*/ 548501 h 5630150"/>
                  <a:gd name="connsiteX85" fmla="*/ 4080499 w 4545444"/>
                  <a:gd name="connsiteY85" fmla="*/ 556408 h 5630150"/>
                  <a:gd name="connsiteX86" fmla="*/ 4060972 w 4545444"/>
                  <a:gd name="connsiteY86" fmla="*/ 560005 h 5630150"/>
                  <a:gd name="connsiteX87" fmla="*/ 4057716 w 4545444"/>
                  <a:gd name="connsiteY87" fmla="*/ 539931 h 5630150"/>
                  <a:gd name="connsiteX88" fmla="*/ 4025964 w 4545444"/>
                  <a:gd name="connsiteY88" fmla="*/ 440563 h 5630150"/>
                  <a:gd name="connsiteX89" fmla="*/ 3997595 w 4545444"/>
                  <a:gd name="connsiteY89" fmla="*/ 380051 h 5630150"/>
                  <a:gd name="connsiteX90" fmla="*/ 3901155 w 4545444"/>
                  <a:gd name="connsiteY90" fmla="*/ 197856 h 5630150"/>
                  <a:gd name="connsiteX91" fmla="*/ 3951662 w 4545444"/>
                  <a:gd name="connsiteY91" fmla="*/ 265789 h 5630150"/>
                  <a:gd name="connsiteX92" fmla="*/ 3997798 w 4545444"/>
                  <a:gd name="connsiteY92" fmla="*/ 349324 h 5630150"/>
                  <a:gd name="connsiteX93" fmla="*/ 3985699 w 4545444"/>
                  <a:gd name="connsiteY93" fmla="*/ 354676 h 5630150"/>
                  <a:gd name="connsiteX94" fmla="*/ 3982036 w 4545444"/>
                  <a:gd name="connsiteY94" fmla="*/ 346863 h 5630150"/>
                  <a:gd name="connsiteX95" fmla="*/ 3928236 w 4545444"/>
                  <a:gd name="connsiteY95" fmla="*/ 257395 h 5630150"/>
                  <a:gd name="connsiteX96" fmla="*/ 3891077 w 4545444"/>
                  <a:gd name="connsiteY96" fmla="*/ 204911 h 5630150"/>
                  <a:gd name="connsiteX97" fmla="*/ 3831079 w 4545444"/>
                  <a:gd name="connsiteY97" fmla="*/ 108914 h 5630150"/>
                  <a:gd name="connsiteX98" fmla="*/ 3851464 w 4545444"/>
                  <a:gd name="connsiteY98" fmla="*/ 131023 h 5630150"/>
                  <a:gd name="connsiteX99" fmla="*/ 3891271 w 4545444"/>
                  <a:gd name="connsiteY99" fmla="*/ 184563 h 5630150"/>
                  <a:gd name="connsiteX100" fmla="*/ 3881402 w 4545444"/>
                  <a:gd name="connsiteY100" fmla="*/ 191248 h 5630150"/>
                  <a:gd name="connsiteX101" fmla="*/ 3866868 w 4545444"/>
                  <a:gd name="connsiteY101" fmla="*/ 170720 h 5630150"/>
                  <a:gd name="connsiteX102" fmla="*/ 3823189 w 4545444"/>
                  <a:gd name="connsiteY102" fmla="*/ 115974 h 5630150"/>
                  <a:gd name="connsiteX103" fmla="*/ 3730658 w 4545444"/>
                  <a:gd name="connsiteY103" fmla="*/ 0 h 5630150"/>
                  <a:gd name="connsiteX104" fmla="*/ 3822781 w 4545444"/>
                  <a:gd name="connsiteY104" fmla="*/ 99914 h 5630150"/>
                  <a:gd name="connsiteX105" fmla="*/ 3814969 w 4545444"/>
                  <a:gd name="connsiteY105" fmla="*/ 105670 h 5630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</a:cxnLst>
                <a:rect l="l" t="t" r="r" b="b"/>
                <a:pathLst>
                  <a:path w="4545444" h="5630150">
                    <a:moveTo>
                      <a:pt x="2256537" y="5459202"/>
                    </a:moveTo>
                    <a:lnTo>
                      <a:pt x="2494614" y="5490324"/>
                    </a:lnTo>
                    <a:cubicBezTo>
                      <a:pt x="3248051" y="5573048"/>
                      <a:pt x="4008214" y="5552417"/>
                      <a:pt x="4501279" y="5522041"/>
                    </a:cubicBezTo>
                    <a:cubicBezTo>
                      <a:pt x="4524421" y="5522041"/>
                      <a:pt x="4542935" y="5538242"/>
                      <a:pt x="4545249" y="5561385"/>
                    </a:cubicBezTo>
                    <a:cubicBezTo>
                      <a:pt x="4547563" y="5584529"/>
                      <a:pt x="4529049" y="5605358"/>
                      <a:pt x="4505907" y="5607672"/>
                    </a:cubicBezTo>
                    <a:cubicBezTo>
                      <a:pt x="3998668" y="5636023"/>
                      <a:pt x="3202626" y="5653742"/>
                      <a:pt x="2419318" y="5557726"/>
                    </a:cubicBezTo>
                    <a:lnTo>
                      <a:pt x="2235390" y="5531069"/>
                    </a:lnTo>
                    <a:close/>
                    <a:moveTo>
                      <a:pt x="618660" y="4907146"/>
                    </a:moveTo>
                    <a:lnTo>
                      <a:pt x="632400" y="4917588"/>
                    </a:lnTo>
                    <a:cubicBezTo>
                      <a:pt x="956939" y="5146045"/>
                      <a:pt x="1389337" y="5295867"/>
                      <a:pt x="1856847" y="5391925"/>
                    </a:cubicBezTo>
                    <a:lnTo>
                      <a:pt x="2034852" y="5423658"/>
                    </a:lnTo>
                    <a:lnTo>
                      <a:pt x="2014093" y="5495358"/>
                    </a:lnTo>
                    <a:lnTo>
                      <a:pt x="1758065" y="5445168"/>
                    </a:lnTo>
                    <a:cubicBezTo>
                      <a:pt x="1328685" y="5348354"/>
                      <a:pt x="931595" y="5204783"/>
                      <a:pt x="623058" y="4995217"/>
                    </a:cubicBezTo>
                    <a:lnTo>
                      <a:pt x="574601" y="4959683"/>
                    </a:lnTo>
                    <a:close/>
                    <a:moveTo>
                      <a:pt x="56894" y="3655972"/>
                    </a:moveTo>
                    <a:lnTo>
                      <a:pt x="114769" y="3681320"/>
                    </a:lnTo>
                    <a:lnTo>
                      <a:pt x="80108" y="3791413"/>
                    </a:lnTo>
                    <a:cubicBezTo>
                      <a:pt x="36211" y="3992545"/>
                      <a:pt x="66151" y="4215012"/>
                      <a:pt x="203845" y="4459754"/>
                    </a:cubicBezTo>
                    <a:cubicBezTo>
                      <a:pt x="264592" y="4567588"/>
                      <a:pt x="341815" y="4665151"/>
                      <a:pt x="432817" y="4753361"/>
                    </a:cubicBezTo>
                    <a:lnTo>
                      <a:pt x="437043" y="4757128"/>
                    </a:lnTo>
                    <a:lnTo>
                      <a:pt x="393339" y="4809243"/>
                    </a:lnTo>
                    <a:lnTo>
                      <a:pt x="316280" y="4730599"/>
                    </a:lnTo>
                    <a:cubicBezTo>
                      <a:pt x="228451" y="4632436"/>
                      <a:pt x="156043" y="4523978"/>
                      <a:pt x="102021" y="4404210"/>
                    </a:cubicBezTo>
                    <a:cubicBezTo>
                      <a:pt x="-16002" y="4141676"/>
                      <a:pt x="-25657" y="3905829"/>
                      <a:pt x="42457" y="3693267"/>
                    </a:cubicBezTo>
                    <a:close/>
                    <a:moveTo>
                      <a:pt x="929004" y="2786814"/>
                    </a:moveTo>
                    <a:lnTo>
                      <a:pt x="956746" y="2834023"/>
                    </a:lnTo>
                    <a:lnTo>
                      <a:pt x="807170" y="2926453"/>
                    </a:lnTo>
                    <a:cubicBezTo>
                      <a:pt x="608715" y="3055790"/>
                      <a:pt x="424743" y="3204817"/>
                      <a:pt x="289168" y="3374474"/>
                    </a:cubicBezTo>
                    <a:lnTo>
                      <a:pt x="202845" y="3497409"/>
                    </a:lnTo>
                    <a:lnTo>
                      <a:pt x="145829" y="3472437"/>
                    </a:lnTo>
                    <a:lnTo>
                      <a:pt x="199129" y="3391464"/>
                    </a:lnTo>
                    <a:cubicBezTo>
                      <a:pt x="360399" y="3169649"/>
                      <a:pt x="606694" y="2977213"/>
                      <a:pt x="889422" y="2808754"/>
                    </a:cubicBezTo>
                    <a:close/>
                    <a:moveTo>
                      <a:pt x="1866690" y="2342652"/>
                    </a:moveTo>
                    <a:lnTo>
                      <a:pt x="1887488" y="2393291"/>
                    </a:lnTo>
                    <a:lnTo>
                      <a:pt x="1840098" y="2412028"/>
                    </a:lnTo>
                    <a:cubicBezTo>
                      <a:pt x="1736774" y="2453321"/>
                      <a:pt x="1640084" y="2493135"/>
                      <a:pt x="1553013" y="2531900"/>
                    </a:cubicBezTo>
                    <a:cubicBezTo>
                      <a:pt x="1462182" y="2572691"/>
                      <a:pt x="1364371" y="2618110"/>
                      <a:pt x="1263822" y="2668275"/>
                    </a:cubicBezTo>
                    <a:lnTo>
                      <a:pt x="1050436" y="2783374"/>
                    </a:lnTo>
                    <a:lnTo>
                      <a:pt x="1022313" y="2735091"/>
                    </a:lnTo>
                    <a:lnTo>
                      <a:pt x="1139549" y="2670106"/>
                    </a:lnTo>
                    <a:cubicBezTo>
                      <a:pt x="1310738" y="2581420"/>
                      <a:pt x="1489289" y="2500060"/>
                      <a:pt x="1666136" y="2425016"/>
                    </a:cubicBezTo>
                    <a:close/>
                    <a:moveTo>
                      <a:pt x="2691412" y="2019045"/>
                    </a:moveTo>
                    <a:lnTo>
                      <a:pt x="2709493" y="2058447"/>
                    </a:lnTo>
                    <a:lnTo>
                      <a:pt x="2515802" y="2143103"/>
                    </a:lnTo>
                    <a:cubicBezTo>
                      <a:pt x="2338903" y="2216486"/>
                      <a:pt x="2163509" y="2284612"/>
                      <a:pt x="1999688" y="2348928"/>
                    </a:cubicBezTo>
                    <a:lnTo>
                      <a:pt x="1967235" y="2361760"/>
                    </a:lnTo>
                    <a:lnTo>
                      <a:pt x="1946919" y="2310047"/>
                    </a:lnTo>
                    <a:lnTo>
                      <a:pt x="2182498" y="2217829"/>
                    </a:lnTo>
                    <a:cubicBezTo>
                      <a:pt x="2346871" y="2154412"/>
                      <a:pt x="2500473" y="2096303"/>
                      <a:pt x="2634236" y="2042495"/>
                    </a:cubicBezTo>
                    <a:close/>
                    <a:moveTo>
                      <a:pt x="3419929" y="1652893"/>
                    </a:moveTo>
                    <a:lnTo>
                      <a:pt x="3435936" y="1679865"/>
                    </a:lnTo>
                    <a:lnTo>
                      <a:pt x="3366230" y="1725659"/>
                    </a:lnTo>
                    <a:cubicBezTo>
                      <a:pt x="3212281" y="1820595"/>
                      <a:pt x="3043056" y="1907857"/>
                      <a:pt x="2868625" y="1988895"/>
                    </a:cubicBezTo>
                    <a:lnTo>
                      <a:pt x="2779467" y="2027864"/>
                    </a:lnTo>
                    <a:lnTo>
                      <a:pt x="2761652" y="1989574"/>
                    </a:lnTo>
                    <a:lnTo>
                      <a:pt x="2818870" y="1964884"/>
                    </a:lnTo>
                    <a:cubicBezTo>
                      <a:pt x="2942679" y="1909918"/>
                      <a:pt x="3080517" y="1845984"/>
                      <a:pt x="3218283" y="1771311"/>
                    </a:cubicBezTo>
                    <a:close/>
                    <a:moveTo>
                      <a:pt x="3856693" y="1280930"/>
                    </a:moveTo>
                    <a:lnTo>
                      <a:pt x="3878857" y="1298486"/>
                    </a:lnTo>
                    <a:lnTo>
                      <a:pt x="3876698" y="1301552"/>
                    </a:lnTo>
                    <a:cubicBezTo>
                      <a:pt x="3781380" y="1419528"/>
                      <a:pt x="3657364" y="1527897"/>
                      <a:pt x="3514716" y="1628110"/>
                    </a:cubicBezTo>
                    <a:lnTo>
                      <a:pt x="3492103" y="1642966"/>
                    </a:lnTo>
                    <a:lnTo>
                      <a:pt x="3475028" y="1614196"/>
                    </a:lnTo>
                    <a:lnTo>
                      <a:pt x="3617263" y="1513296"/>
                    </a:lnTo>
                    <a:cubicBezTo>
                      <a:pt x="3679023" y="1464333"/>
                      <a:pt x="3737239" y="1412242"/>
                      <a:pt x="3790149" y="1356801"/>
                    </a:cubicBezTo>
                    <a:close/>
                    <a:moveTo>
                      <a:pt x="4049529" y="911879"/>
                    </a:moveTo>
                    <a:lnTo>
                      <a:pt x="4075412" y="916031"/>
                    </a:lnTo>
                    <a:lnTo>
                      <a:pt x="4071869" y="931641"/>
                    </a:lnTo>
                    <a:cubicBezTo>
                      <a:pt x="4049346" y="1012031"/>
                      <a:pt x="4013278" y="1094833"/>
                      <a:pt x="3962076" y="1180319"/>
                    </a:cubicBezTo>
                    <a:lnTo>
                      <a:pt x="3914053" y="1248509"/>
                    </a:lnTo>
                    <a:lnTo>
                      <a:pt x="3893587" y="1232095"/>
                    </a:lnTo>
                    <a:lnTo>
                      <a:pt x="3931196" y="1180211"/>
                    </a:lnTo>
                    <a:cubicBezTo>
                      <a:pt x="3971731" y="1117849"/>
                      <a:pt x="4005196" y="1051917"/>
                      <a:pt x="4029829" y="982194"/>
                    </a:cubicBezTo>
                    <a:close/>
                    <a:moveTo>
                      <a:pt x="4087808" y="593511"/>
                    </a:moveTo>
                    <a:lnTo>
                      <a:pt x="4093474" y="622281"/>
                    </a:lnTo>
                    <a:cubicBezTo>
                      <a:pt x="4104254" y="696733"/>
                      <a:pt x="4103603" y="773228"/>
                      <a:pt x="4089935" y="852043"/>
                    </a:cubicBezTo>
                    <a:lnTo>
                      <a:pt x="4087219" y="864013"/>
                    </a:lnTo>
                    <a:lnTo>
                      <a:pt x="4061852" y="860755"/>
                    </a:lnTo>
                    <a:lnTo>
                      <a:pt x="4075471" y="761421"/>
                    </a:lnTo>
                    <a:cubicBezTo>
                      <a:pt x="4078364" y="721499"/>
                      <a:pt x="4078075" y="683239"/>
                      <a:pt x="4074987" y="646404"/>
                    </a:cubicBezTo>
                    <a:lnTo>
                      <a:pt x="4067029" y="597339"/>
                    </a:lnTo>
                    <a:close/>
                    <a:moveTo>
                      <a:pt x="4011395" y="373947"/>
                    </a:moveTo>
                    <a:lnTo>
                      <a:pt x="4028427" y="404785"/>
                    </a:lnTo>
                    <a:cubicBezTo>
                      <a:pt x="4049797" y="451877"/>
                      <a:pt x="4066792" y="499755"/>
                      <a:pt x="4078941" y="548501"/>
                    </a:cubicBezTo>
                    <a:lnTo>
                      <a:pt x="4080499" y="556408"/>
                    </a:lnTo>
                    <a:lnTo>
                      <a:pt x="4060972" y="560005"/>
                    </a:lnTo>
                    <a:lnTo>
                      <a:pt x="4057716" y="539931"/>
                    </a:lnTo>
                    <a:cubicBezTo>
                      <a:pt x="4049418" y="505704"/>
                      <a:pt x="4038706" y="472661"/>
                      <a:pt x="4025964" y="440563"/>
                    </a:cubicBezTo>
                    <a:lnTo>
                      <a:pt x="3997595" y="380051"/>
                    </a:lnTo>
                    <a:close/>
                    <a:moveTo>
                      <a:pt x="3901155" y="197856"/>
                    </a:moveTo>
                    <a:lnTo>
                      <a:pt x="3951662" y="265789"/>
                    </a:lnTo>
                    <a:lnTo>
                      <a:pt x="3997798" y="349324"/>
                    </a:lnTo>
                    <a:lnTo>
                      <a:pt x="3985699" y="354676"/>
                    </a:lnTo>
                    <a:lnTo>
                      <a:pt x="3982036" y="346863"/>
                    </a:lnTo>
                    <a:cubicBezTo>
                      <a:pt x="3965620" y="316415"/>
                      <a:pt x="3947559" y="286672"/>
                      <a:pt x="3928236" y="257395"/>
                    </a:cubicBezTo>
                    <a:lnTo>
                      <a:pt x="3891077" y="204911"/>
                    </a:lnTo>
                    <a:close/>
                    <a:moveTo>
                      <a:pt x="3831079" y="108914"/>
                    </a:moveTo>
                    <a:lnTo>
                      <a:pt x="3851464" y="131023"/>
                    </a:lnTo>
                    <a:lnTo>
                      <a:pt x="3891271" y="184563"/>
                    </a:lnTo>
                    <a:lnTo>
                      <a:pt x="3881402" y="191248"/>
                    </a:lnTo>
                    <a:lnTo>
                      <a:pt x="3866868" y="170720"/>
                    </a:lnTo>
                    <a:lnTo>
                      <a:pt x="3823189" y="115974"/>
                    </a:lnTo>
                    <a:close/>
                    <a:moveTo>
                      <a:pt x="3730658" y="0"/>
                    </a:moveTo>
                    <a:lnTo>
                      <a:pt x="3822781" y="99914"/>
                    </a:lnTo>
                    <a:lnTo>
                      <a:pt x="3814969" y="1056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noAutofit/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" name="Freeform 21">
                <a:extLst>
                  <a:ext uri="{FF2B5EF4-FFF2-40B4-BE49-F238E27FC236}">
                    <a16:creationId xmlns:a16="http://schemas.microsoft.com/office/drawing/2014/main" id="{6300DDA2-99BF-4083-979E-19E452A5F0C7}"/>
                  </a:ext>
                </a:extLst>
              </p:cNvPr>
              <p:cNvSpPr/>
              <p:nvPr/>
            </p:nvSpPr>
            <p:spPr bwMode="auto">
              <a:xfrm>
                <a:off x="10527058" y="5580009"/>
                <a:ext cx="471838" cy="430541"/>
              </a:xfrm>
              <a:custGeom>
                <a:avLst/>
                <a:gdLst>
                  <a:gd name="T0" fmla="*/ 0 w 537"/>
                  <a:gd name="T1" fmla="*/ 490 h 490"/>
                  <a:gd name="T2" fmla="*/ 339 w 537"/>
                  <a:gd name="T3" fmla="*/ 0 h 490"/>
                  <a:gd name="T4" fmla="*/ 537 w 537"/>
                  <a:gd name="T5" fmla="*/ 130 h 490"/>
                  <a:gd name="T6" fmla="*/ 433 w 537"/>
                  <a:gd name="T7" fmla="*/ 426 h 490"/>
                  <a:gd name="T8" fmla="*/ 0 w 537"/>
                  <a:gd name="T9" fmla="*/ 490 h 4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7" h="490">
                    <a:moveTo>
                      <a:pt x="0" y="490"/>
                    </a:moveTo>
                    <a:lnTo>
                      <a:pt x="339" y="0"/>
                    </a:lnTo>
                    <a:lnTo>
                      <a:pt x="537" y="130"/>
                    </a:lnTo>
                    <a:lnTo>
                      <a:pt x="433" y="426"/>
                    </a:lnTo>
                    <a:lnTo>
                      <a:pt x="0" y="490"/>
                    </a:lnTo>
                    <a:close/>
                  </a:path>
                </a:pathLst>
              </a:custGeom>
              <a:solidFill>
                <a:srgbClr val="089D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3" name="Group 8">
              <a:extLst>
                <a:ext uri="{FF2B5EF4-FFF2-40B4-BE49-F238E27FC236}">
                  <a16:creationId xmlns:a16="http://schemas.microsoft.com/office/drawing/2014/main" id="{922E87F9-185F-4575-8B6E-1BF79EC288F2}"/>
                </a:ext>
              </a:extLst>
            </p:cNvPr>
            <p:cNvGrpSpPr/>
            <p:nvPr/>
          </p:nvGrpSpPr>
          <p:grpSpPr>
            <a:xfrm>
              <a:off x="6482796" y="2309055"/>
              <a:ext cx="129784" cy="112372"/>
              <a:chOff x="9322422" y="1072507"/>
              <a:chExt cx="216149" cy="187150"/>
            </a:xfrm>
          </p:grpSpPr>
          <p:sp>
            <p:nvSpPr>
              <p:cNvPr id="62" name="Freeform 22">
                <a:extLst>
                  <a:ext uri="{FF2B5EF4-FFF2-40B4-BE49-F238E27FC236}">
                    <a16:creationId xmlns:a16="http://schemas.microsoft.com/office/drawing/2014/main" id="{38258A2E-8F12-440D-ADD4-265577922AD2}"/>
                  </a:ext>
                </a:extLst>
              </p:cNvPr>
              <p:cNvSpPr/>
              <p:nvPr/>
            </p:nvSpPr>
            <p:spPr bwMode="auto">
              <a:xfrm>
                <a:off x="9467400" y="1081292"/>
                <a:ext cx="36024" cy="43054"/>
              </a:xfrm>
              <a:custGeom>
                <a:avLst/>
                <a:gdLst>
                  <a:gd name="T0" fmla="*/ 41 w 41"/>
                  <a:gd name="T1" fmla="*/ 0 h 49"/>
                  <a:gd name="T2" fmla="*/ 0 w 41"/>
                  <a:gd name="T3" fmla="*/ 0 h 49"/>
                  <a:gd name="T4" fmla="*/ 0 w 41"/>
                  <a:gd name="T5" fmla="*/ 16 h 49"/>
                  <a:gd name="T6" fmla="*/ 41 w 41"/>
                  <a:gd name="T7" fmla="*/ 49 h 49"/>
                  <a:gd name="T8" fmla="*/ 41 w 41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49">
                    <a:moveTo>
                      <a:pt x="41" y="0"/>
                    </a:moveTo>
                    <a:lnTo>
                      <a:pt x="0" y="0"/>
                    </a:lnTo>
                    <a:lnTo>
                      <a:pt x="0" y="16"/>
                    </a:lnTo>
                    <a:lnTo>
                      <a:pt x="41" y="49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6C79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" name="Freeform 23">
                <a:extLst>
                  <a:ext uri="{FF2B5EF4-FFF2-40B4-BE49-F238E27FC236}">
                    <a16:creationId xmlns:a16="http://schemas.microsoft.com/office/drawing/2014/main" id="{DD678FE3-DA35-4BA3-94B2-D65E16CEC47B}"/>
                  </a:ext>
                </a:extLst>
              </p:cNvPr>
              <p:cNvSpPr/>
              <p:nvPr/>
            </p:nvSpPr>
            <p:spPr bwMode="auto">
              <a:xfrm>
                <a:off x="9357568" y="1118194"/>
                <a:ext cx="145856" cy="141463"/>
              </a:xfrm>
              <a:custGeom>
                <a:avLst/>
                <a:gdLst>
                  <a:gd name="T0" fmla="*/ 166 w 166"/>
                  <a:gd name="T1" fmla="*/ 85 h 161"/>
                  <a:gd name="T2" fmla="*/ 166 w 166"/>
                  <a:gd name="T3" fmla="*/ 69 h 161"/>
                  <a:gd name="T4" fmla="*/ 125 w 166"/>
                  <a:gd name="T5" fmla="*/ 36 h 161"/>
                  <a:gd name="T6" fmla="*/ 83 w 166"/>
                  <a:gd name="T7" fmla="*/ 0 h 161"/>
                  <a:gd name="T8" fmla="*/ 0 w 166"/>
                  <a:gd name="T9" fmla="*/ 69 h 161"/>
                  <a:gd name="T10" fmla="*/ 0 w 166"/>
                  <a:gd name="T11" fmla="*/ 161 h 161"/>
                  <a:gd name="T12" fmla="*/ 52 w 166"/>
                  <a:gd name="T13" fmla="*/ 161 h 161"/>
                  <a:gd name="T14" fmla="*/ 52 w 166"/>
                  <a:gd name="T15" fmla="*/ 69 h 161"/>
                  <a:gd name="T16" fmla="*/ 114 w 166"/>
                  <a:gd name="T17" fmla="*/ 69 h 161"/>
                  <a:gd name="T18" fmla="*/ 114 w 166"/>
                  <a:gd name="T19" fmla="*/ 161 h 161"/>
                  <a:gd name="T20" fmla="*/ 166 w 166"/>
                  <a:gd name="T21" fmla="*/ 161 h 161"/>
                  <a:gd name="T22" fmla="*/ 166 w 166"/>
                  <a:gd name="T23" fmla="*/ 85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6" h="161">
                    <a:moveTo>
                      <a:pt x="166" y="85"/>
                    </a:moveTo>
                    <a:lnTo>
                      <a:pt x="166" y="69"/>
                    </a:lnTo>
                    <a:lnTo>
                      <a:pt x="125" y="36"/>
                    </a:lnTo>
                    <a:lnTo>
                      <a:pt x="83" y="0"/>
                    </a:lnTo>
                    <a:lnTo>
                      <a:pt x="0" y="69"/>
                    </a:lnTo>
                    <a:lnTo>
                      <a:pt x="0" y="161"/>
                    </a:lnTo>
                    <a:lnTo>
                      <a:pt x="52" y="161"/>
                    </a:lnTo>
                    <a:lnTo>
                      <a:pt x="52" y="69"/>
                    </a:lnTo>
                    <a:lnTo>
                      <a:pt x="114" y="69"/>
                    </a:lnTo>
                    <a:lnTo>
                      <a:pt x="114" y="161"/>
                    </a:lnTo>
                    <a:lnTo>
                      <a:pt x="166" y="161"/>
                    </a:lnTo>
                    <a:lnTo>
                      <a:pt x="166" y="85"/>
                    </a:lnTo>
                    <a:close/>
                  </a:path>
                </a:pathLst>
              </a:custGeom>
              <a:solidFill>
                <a:srgbClr val="6C79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" name="Freeform 24">
                <a:extLst>
                  <a:ext uri="{FF2B5EF4-FFF2-40B4-BE49-F238E27FC236}">
                    <a16:creationId xmlns:a16="http://schemas.microsoft.com/office/drawing/2014/main" id="{176389EA-2EC4-4150-8786-BD12317D9753}"/>
                  </a:ext>
                </a:extLst>
              </p:cNvPr>
              <p:cNvSpPr/>
              <p:nvPr/>
            </p:nvSpPr>
            <p:spPr bwMode="auto">
              <a:xfrm>
                <a:off x="9322422" y="1072507"/>
                <a:ext cx="216149" cy="109831"/>
              </a:xfrm>
              <a:custGeom>
                <a:avLst/>
                <a:gdLst>
                  <a:gd name="T0" fmla="*/ 40 w 246"/>
                  <a:gd name="T1" fmla="*/ 111 h 125"/>
                  <a:gd name="T2" fmla="*/ 123 w 246"/>
                  <a:gd name="T3" fmla="*/ 45 h 125"/>
                  <a:gd name="T4" fmla="*/ 165 w 246"/>
                  <a:gd name="T5" fmla="*/ 78 h 125"/>
                  <a:gd name="T6" fmla="*/ 206 w 246"/>
                  <a:gd name="T7" fmla="*/ 111 h 125"/>
                  <a:gd name="T8" fmla="*/ 224 w 246"/>
                  <a:gd name="T9" fmla="*/ 125 h 125"/>
                  <a:gd name="T10" fmla="*/ 246 w 246"/>
                  <a:gd name="T11" fmla="*/ 102 h 125"/>
                  <a:gd name="T12" fmla="*/ 206 w 246"/>
                  <a:gd name="T13" fmla="*/ 69 h 125"/>
                  <a:gd name="T14" fmla="*/ 165 w 246"/>
                  <a:gd name="T15" fmla="*/ 36 h 125"/>
                  <a:gd name="T16" fmla="*/ 123 w 246"/>
                  <a:gd name="T17" fmla="*/ 0 h 125"/>
                  <a:gd name="T18" fmla="*/ 0 w 246"/>
                  <a:gd name="T19" fmla="*/ 102 h 125"/>
                  <a:gd name="T20" fmla="*/ 21 w 246"/>
                  <a:gd name="T21" fmla="*/ 125 h 125"/>
                  <a:gd name="T22" fmla="*/ 40 w 246"/>
                  <a:gd name="T23" fmla="*/ 111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6" h="125">
                    <a:moveTo>
                      <a:pt x="40" y="111"/>
                    </a:moveTo>
                    <a:lnTo>
                      <a:pt x="123" y="45"/>
                    </a:lnTo>
                    <a:lnTo>
                      <a:pt x="165" y="78"/>
                    </a:lnTo>
                    <a:lnTo>
                      <a:pt x="206" y="111"/>
                    </a:lnTo>
                    <a:lnTo>
                      <a:pt x="224" y="125"/>
                    </a:lnTo>
                    <a:lnTo>
                      <a:pt x="246" y="102"/>
                    </a:lnTo>
                    <a:lnTo>
                      <a:pt x="206" y="69"/>
                    </a:lnTo>
                    <a:lnTo>
                      <a:pt x="165" y="36"/>
                    </a:lnTo>
                    <a:lnTo>
                      <a:pt x="123" y="0"/>
                    </a:lnTo>
                    <a:lnTo>
                      <a:pt x="0" y="102"/>
                    </a:lnTo>
                    <a:lnTo>
                      <a:pt x="21" y="125"/>
                    </a:lnTo>
                    <a:lnTo>
                      <a:pt x="40" y="111"/>
                    </a:lnTo>
                    <a:close/>
                  </a:path>
                </a:pathLst>
              </a:custGeom>
              <a:solidFill>
                <a:srgbClr val="6C79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4" name="Freeform 25">
              <a:extLst>
                <a:ext uri="{FF2B5EF4-FFF2-40B4-BE49-F238E27FC236}">
                  <a16:creationId xmlns:a16="http://schemas.microsoft.com/office/drawing/2014/main" id="{4D48BD4A-76FD-4C1F-8821-29F06679C9AE}"/>
                </a:ext>
              </a:extLst>
            </p:cNvPr>
            <p:cNvSpPr/>
            <p:nvPr/>
          </p:nvSpPr>
          <p:spPr bwMode="auto">
            <a:xfrm>
              <a:off x="5988457" y="2486320"/>
              <a:ext cx="409400" cy="143501"/>
            </a:xfrm>
            <a:custGeom>
              <a:avLst/>
              <a:gdLst>
                <a:gd name="T0" fmla="*/ 250 w 328"/>
                <a:gd name="T1" fmla="*/ 65 h 115"/>
                <a:gd name="T2" fmla="*/ 274 w 328"/>
                <a:gd name="T3" fmla="*/ 115 h 115"/>
                <a:gd name="T4" fmla="*/ 165 w 328"/>
                <a:gd name="T5" fmla="*/ 65 h 115"/>
                <a:gd name="T6" fmla="*/ 24 w 328"/>
                <a:gd name="T7" fmla="*/ 33 h 115"/>
                <a:gd name="T8" fmla="*/ 122 w 328"/>
                <a:gd name="T9" fmla="*/ 0 h 115"/>
                <a:gd name="T10" fmla="*/ 308 w 328"/>
                <a:gd name="T11" fmla="*/ 33 h 115"/>
                <a:gd name="T12" fmla="*/ 250 w 328"/>
                <a:gd name="T13" fmla="*/ 6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8" h="115">
                  <a:moveTo>
                    <a:pt x="250" y="65"/>
                  </a:moveTo>
                  <a:cubicBezTo>
                    <a:pt x="274" y="115"/>
                    <a:pt x="274" y="115"/>
                    <a:pt x="274" y="115"/>
                  </a:cubicBezTo>
                  <a:cubicBezTo>
                    <a:pt x="165" y="65"/>
                    <a:pt x="165" y="65"/>
                    <a:pt x="165" y="65"/>
                  </a:cubicBezTo>
                  <a:cubicBezTo>
                    <a:pt x="102" y="61"/>
                    <a:pt x="44" y="48"/>
                    <a:pt x="24" y="33"/>
                  </a:cubicBezTo>
                  <a:cubicBezTo>
                    <a:pt x="0" y="15"/>
                    <a:pt x="44" y="0"/>
                    <a:pt x="122" y="0"/>
                  </a:cubicBezTo>
                  <a:cubicBezTo>
                    <a:pt x="201" y="0"/>
                    <a:pt x="284" y="15"/>
                    <a:pt x="308" y="33"/>
                  </a:cubicBezTo>
                  <a:cubicBezTo>
                    <a:pt x="328" y="48"/>
                    <a:pt x="302" y="61"/>
                    <a:pt x="250" y="65"/>
                  </a:cubicBezTo>
                  <a:close/>
                </a:path>
              </a:pathLst>
            </a:custGeom>
            <a:solidFill>
              <a:srgbClr val="D0DB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5" name="Group 13">
              <a:extLst>
                <a:ext uri="{FF2B5EF4-FFF2-40B4-BE49-F238E27FC236}">
                  <a16:creationId xmlns:a16="http://schemas.microsoft.com/office/drawing/2014/main" id="{CD008784-8D31-47EF-BA4A-C27095B2CB1B}"/>
                </a:ext>
              </a:extLst>
            </p:cNvPr>
            <p:cNvGrpSpPr/>
            <p:nvPr/>
          </p:nvGrpSpPr>
          <p:grpSpPr>
            <a:xfrm>
              <a:off x="5867641" y="2630878"/>
              <a:ext cx="120815" cy="101291"/>
              <a:chOff x="8297910" y="1608487"/>
              <a:chExt cx="201212" cy="168694"/>
            </a:xfrm>
          </p:grpSpPr>
          <p:sp>
            <p:nvSpPr>
              <p:cNvPr id="59" name="Freeform 29">
                <a:extLst>
                  <a:ext uri="{FF2B5EF4-FFF2-40B4-BE49-F238E27FC236}">
                    <a16:creationId xmlns:a16="http://schemas.microsoft.com/office/drawing/2014/main" id="{97BB3EA5-0F62-4BB6-BEF9-C75A9A8D1095}"/>
                  </a:ext>
                </a:extLst>
              </p:cNvPr>
              <p:cNvSpPr/>
              <p:nvPr/>
            </p:nvSpPr>
            <p:spPr bwMode="auto">
              <a:xfrm>
                <a:off x="8297910" y="1725340"/>
                <a:ext cx="201212" cy="51841"/>
              </a:xfrm>
              <a:custGeom>
                <a:avLst/>
                <a:gdLst>
                  <a:gd name="T0" fmla="*/ 149 w 229"/>
                  <a:gd name="T1" fmla="*/ 31 h 59"/>
                  <a:gd name="T2" fmla="*/ 78 w 229"/>
                  <a:gd name="T3" fmla="*/ 31 h 59"/>
                  <a:gd name="T4" fmla="*/ 78 w 229"/>
                  <a:gd name="T5" fmla="*/ 0 h 59"/>
                  <a:gd name="T6" fmla="*/ 0 w 229"/>
                  <a:gd name="T7" fmla="*/ 0 h 59"/>
                  <a:gd name="T8" fmla="*/ 0 w 229"/>
                  <a:gd name="T9" fmla="*/ 59 h 59"/>
                  <a:gd name="T10" fmla="*/ 229 w 229"/>
                  <a:gd name="T11" fmla="*/ 59 h 59"/>
                  <a:gd name="T12" fmla="*/ 229 w 229"/>
                  <a:gd name="T13" fmla="*/ 0 h 59"/>
                  <a:gd name="T14" fmla="*/ 149 w 229"/>
                  <a:gd name="T15" fmla="*/ 0 h 59"/>
                  <a:gd name="T16" fmla="*/ 149 w 229"/>
                  <a:gd name="T17" fmla="*/ 31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9" h="59">
                    <a:moveTo>
                      <a:pt x="149" y="31"/>
                    </a:moveTo>
                    <a:lnTo>
                      <a:pt x="78" y="31"/>
                    </a:lnTo>
                    <a:lnTo>
                      <a:pt x="78" y="0"/>
                    </a:lnTo>
                    <a:lnTo>
                      <a:pt x="0" y="0"/>
                    </a:lnTo>
                    <a:lnTo>
                      <a:pt x="0" y="59"/>
                    </a:lnTo>
                    <a:lnTo>
                      <a:pt x="229" y="59"/>
                    </a:lnTo>
                    <a:lnTo>
                      <a:pt x="229" y="0"/>
                    </a:lnTo>
                    <a:lnTo>
                      <a:pt x="149" y="0"/>
                    </a:lnTo>
                    <a:lnTo>
                      <a:pt x="149" y="31"/>
                    </a:lnTo>
                    <a:close/>
                  </a:path>
                </a:pathLst>
              </a:custGeom>
              <a:solidFill>
                <a:srgbClr val="6C79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" name="Rectangle 30">
                <a:extLst>
                  <a:ext uri="{FF2B5EF4-FFF2-40B4-BE49-F238E27FC236}">
                    <a16:creationId xmlns:a16="http://schemas.microsoft.com/office/drawing/2014/main" id="{53D0EF85-A83B-4D16-8C89-2B0A51F40C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78746" y="1725340"/>
                <a:ext cx="37782" cy="16694"/>
              </a:xfrm>
              <a:prstGeom prst="rect">
                <a:avLst/>
              </a:prstGeom>
              <a:solidFill>
                <a:srgbClr val="6C79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" name="Freeform 31">
                <a:extLst>
                  <a:ext uri="{FF2B5EF4-FFF2-40B4-BE49-F238E27FC236}">
                    <a16:creationId xmlns:a16="http://schemas.microsoft.com/office/drawing/2014/main" id="{98DF1550-360B-4EB9-BF81-EADD55A902D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297910" y="1608487"/>
                <a:ext cx="201212" cy="106317"/>
              </a:xfrm>
              <a:custGeom>
                <a:avLst/>
                <a:gdLst>
                  <a:gd name="T0" fmla="*/ 170 w 229"/>
                  <a:gd name="T1" fmla="*/ 0 h 121"/>
                  <a:gd name="T2" fmla="*/ 114 w 229"/>
                  <a:gd name="T3" fmla="*/ 0 h 121"/>
                  <a:gd name="T4" fmla="*/ 114 w 229"/>
                  <a:gd name="T5" fmla="*/ 19 h 121"/>
                  <a:gd name="T6" fmla="*/ 151 w 229"/>
                  <a:gd name="T7" fmla="*/ 19 h 121"/>
                  <a:gd name="T8" fmla="*/ 151 w 229"/>
                  <a:gd name="T9" fmla="*/ 43 h 121"/>
                  <a:gd name="T10" fmla="*/ 114 w 229"/>
                  <a:gd name="T11" fmla="*/ 43 h 121"/>
                  <a:gd name="T12" fmla="*/ 114 w 229"/>
                  <a:gd name="T13" fmla="*/ 121 h 121"/>
                  <a:gd name="T14" fmla="*/ 149 w 229"/>
                  <a:gd name="T15" fmla="*/ 121 h 121"/>
                  <a:gd name="T16" fmla="*/ 229 w 229"/>
                  <a:gd name="T17" fmla="*/ 121 h 121"/>
                  <a:gd name="T18" fmla="*/ 229 w 229"/>
                  <a:gd name="T19" fmla="*/ 43 h 121"/>
                  <a:gd name="T20" fmla="*/ 170 w 229"/>
                  <a:gd name="T21" fmla="*/ 43 h 121"/>
                  <a:gd name="T22" fmla="*/ 170 w 229"/>
                  <a:gd name="T23" fmla="*/ 0 h 121"/>
                  <a:gd name="T24" fmla="*/ 114 w 229"/>
                  <a:gd name="T25" fmla="*/ 0 h 121"/>
                  <a:gd name="T26" fmla="*/ 57 w 229"/>
                  <a:gd name="T27" fmla="*/ 0 h 121"/>
                  <a:gd name="T28" fmla="*/ 57 w 229"/>
                  <a:gd name="T29" fmla="*/ 43 h 121"/>
                  <a:gd name="T30" fmla="*/ 0 w 229"/>
                  <a:gd name="T31" fmla="*/ 43 h 121"/>
                  <a:gd name="T32" fmla="*/ 0 w 229"/>
                  <a:gd name="T33" fmla="*/ 121 h 121"/>
                  <a:gd name="T34" fmla="*/ 78 w 229"/>
                  <a:gd name="T35" fmla="*/ 121 h 121"/>
                  <a:gd name="T36" fmla="*/ 114 w 229"/>
                  <a:gd name="T37" fmla="*/ 121 h 121"/>
                  <a:gd name="T38" fmla="*/ 114 w 229"/>
                  <a:gd name="T39" fmla="*/ 43 h 121"/>
                  <a:gd name="T40" fmla="*/ 78 w 229"/>
                  <a:gd name="T41" fmla="*/ 43 h 121"/>
                  <a:gd name="T42" fmla="*/ 78 w 229"/>
                  <a:gd name="T43" fmla="*/ 43 h 121"/>
                  <a:gd name="T44" fmla="*/ 78 w 229"/>
                  <a:gd name="T45" fmla="*/ 19 h 121"/>
                  <a:gd name="T46" fmla="*/ 114 w 229"/>
                  <a:gd name="T47" fmla="*/ 19 h 121"/>
                  <a:gd name="T48" fmla="*/ 114 w 229"/>
                  <a:gd name="T49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29" h="121">
                    <a:moveTo>
                      <a:pt x="170" y="0"/>
                    </a:moveTo>
                    <a:lnTo>
                      <a:pt x="114" y="0"/>
                    </a:lnTo>
                    <a:lnTo>
                      <a:pt x="114" y="19"/>
                    </a:lnTo>
                    <a:lnTo>
                      <a:pt x="151" y="19"/>
                    </a:lnTo>
                    <a:lnTo>
                      <a:pt x="151" y="43"/>
                    </a:lnTo>
                    <a:lnTo>
                      <a:pt x="114" y="43"/>
                    </a:lnTo>
                    <a:lnTo>
                      <a:pt x="114" y="121"/>
                    </a:lnTo>
                    <a:lnTo>
                      <a:pt x="149" y="121"/>
                    </a:lnTo>
                    <a:lnTo>
                      <a:pt x="229" y="121"/>
                    </a:lnTo>
                    <a:lnTo>
                      <a:pt x="229" y="43"/>
                    </a:lnTo>
                    <a:lnTo>
                      <a:pt x="170" y="43"/>
                    </a:lnTo>
                    <a:lnTo>
                      <a:pt x="170" y="0"/>
                    </a:lnTo>
                    <a:close/>
                    <a:moveTo>
                      <a:pt x="114" y="0"/>
                    </a:moveTo>
                    <a:lnTo>
                      <a:pt x="57" y="0"/>
                    </a:lnTo>
                    <a:lnTo>
                      <a:pt x="57" y="43"/>
                    </a:lnTo>
                    <a:lnTo>
                      <a:pt x="0" y="43"/>
                    </a:lnTo>
                    <a:lnTo>
                      <a:pt x="0" y="121"/>
                    </a:lnTo>
                    <a:lnTo>
                      <a:pt x="78" y="121"/>
                    </a:lnTo>
                    <a:lnTo>
                      <a:pt x="114" y="121"/>
                    </a:lnTo>
                    <a:lnTo>
                      <a:pt x="114" y="43"/>
                    </a:lnTo>
                    <a:lnTo>
                      <a:pt x="78" y="43"/>
                    </a:lnTo>
                    <a:lnTo>
                      <a:pt x="78" y="43"/>
                    </a:lnTo>
                    <a:lnTo>
                      <a:pt x="78" y="19"/>
                    </a:lnTo>
                    <a:lnTo>
                      <a:pt x="114" y="19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6C79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Freeform 32">
              <a:extLst>
                <a:ext uri="{FF2B5EF4-FFF2-40B4-BE49-F238E27FC236}">
                  <a16:creationId xmlns:a16="http://schemas.microsoft.com/office/drawing/2014/main" id="{7C8BC0C7-DA5E-48EF-882E-75586E8646CC}"/>
                </a:ext>
              </a:extLst>
            </p:cNvPr>
            <p:cNvSpPr/>
            <p:nvPr/>
          </p:nvSpPr>
          <p:spPr bwMode="auto">
            <a:xfrm>
              <a:off x="5305243" y="2759605"/>
              <a:ext cx="549736" cy="225803"/>
            </a:xfrm>
            <a:custGeom>
              <a:avLst/>
              <a:gdLst>
                <a:gd name="T0" fmla="*/ 333 w 441"/>
                <a:gd name="T1" fmla="*/ 102 h 181"/>
                <a:gd name="T2" fmla="*/ 356 w 441"/>
                <a:gd name="T3" fmla="*/ 181 h 181"/>
                <a:gd name="T4" fmla="*/ 217 w 441"/>
                <a:gd name="T5" fmla="*/ 102 h 181"/>
                <a:gd name="T6" fmla="*/ 30 w 441"/>
                <a:gd name="T7" fmla="*/ 52 h 181"/>
                <a:gd name="T8" fmla="*/ 170 w 441"/>
                <a:gd name="T9" fmla="*/ 0 h 181"/>
                <a:gd name="T10" fmla="*/ 417 w 441"/>
                <a:gd name="T11" fmla="*/ 52 h 181"/>
                <a:gd name="T12" fmla="*/ 333 w 441"/>
                <a:gd name="T13" fmla="*/ 102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1" h="181">
                  <a:moveTo>
                    <a:pt x="333" y="102"/>
                  </a:moveTo>
                  <a:cubicBezTo>
                    <a:pt x="356" y="181"/>
                    <a:pt x="356" y="181"/>
                    <a:pt x="356" y="181"/>
                  </a:cubicBezTo>
                  <a:cubicBezTo>
                    <a:pt x="217" y="102"/>
                    <a:pt x="217" y="102"/>
                    <a:pt x="217" y="102"/>
                  </a:cubicBezTo>
                  <a:cubicBezTo>
                    <a:pt x="132" y="95"/>
                    <a:pt x="54" y="76"/>
                    <a:pt x="30" y="52"/>
                  </a:cubicBezTo>
                  <a:cubicBezTo>
                    <a:pt x="0" y="23"/>
                    <a:pt x="63" y="0"/>
                    <a:pt x="170" y="0"/>
                  </a:cubicBezTo>
                  <a:cubicBezTo>
                    <a:pt x="277" y="0"/>
                    <a:pt x="387" y="23"/>
                    <a:pt x="417" y="52"/>
                  </a:cubicBezTo>
                  <a:cubicBezTo>
                    <a:pt x="441" y="76"/>
                    <a:pt x="405" y="95"/>
                    <a:pt x="333" y="102"/>
                  </a:cubicBezTo>
                  <a:close/>
                </a:path>
              </a:pathLst>
            </a:custGeom>
            <a:solidFill>
              <a:srgbClr val="D0DB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 36">
              <a:extLst>
                <a:ext uri="{FF2B5EF4-FFF2-40B4-BE49-F238E27FC236}">
                  <a16:creationId xmlns:a16="http://schemas.microsoft.com/office/drawing/2014/main" id="{2209349B-D006-46E4-B996-52F101C7A215}"/>
                </a:ext>
              </a:extLst>
            </p:cNvPr>
            <p:cNvSpPr/>
            <p:nvPr/>
          </p:nvSpPr>
          <p:spPr bwMode="auto">
            <a:xfrm>
              <a:off x="4545531" y="3181139"/>
              <a:ext cx="659472" cy="254820"/>
            </a:xfrm>
            <a:custGeom>
              <a:avLst/>
              <a:gdLst>
                <a:gd name="T0" fmla="*/ 393 w 529"/>
                <a:gd name="T1" fmla="*/ 116 h 204"/>
                <a:gd name="T2" fmla="*/ 408 w 529"/>
                <a:gd name="T3" fmla="*/ 204 h 204"/>
                <a:gd name="T4" fmla="*/ 251 w 529"/>
                <a:gd name="T5" fmla="*/ 116 h 204"/>
                <a:gd name="T6" fmla="*/ 31 w 529"/>
                <a:gd name="T7" fmla="*/ 59 h 204"/>
                <a:gd name="T8" fmla="*/ 210 w 529"/>
                <a:gd name="T9" fmla="*/ 0 h 204"/>
                <a:gd name="T10" fmla="*/ 503 w 529"/>
                <a:gd name="T11" fmla="*/ 59 h 204"/>
                <a:gd name="T12" fmla="*/ 393 w 529"/>
                <a:gd name="T13" fmla="*/ 116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9" h="204">
                  <a:moveTo>
                    <a:pt x="393" y="116"/>
                  </a:moveTo>
                  <a:cubicBezTo>
                    <a:pt x="408" y="204"/>
                    <a:pt x="408" y="204"/>
                    <a:pt x="408" y="204"/>
                  </a:cubicBezTo>
                  <a:cubicBezTo>
                    <a:pt x="251" y="116"/>
                    <a:pt x="251" y="116"/>
                    <a:pt x="251" y="116"/>
                  </a:cubicBezTo>
                  <a:cubicBezTo>
                    <a:pt x="148" y="108"/>
                    <a:pt x="57" y="86"/>
                    <a:pt x="31" y="59"/>
                  </a:cubicBezTo>
                  <a:cubicBezTo>
                    <a:pt x="0" y="27"/>
                    <a:pt x="80" y="0"/>
                    <a:pt x="210" y="0"/>
                  </a:cubicBezTo>
                  <a:cubicBezTo>
                    <a:pt x="340" y="0"/>
                    <a:pt x="472" y="27"/>
                    <a:pt x="503" y="59"/>
                  </a:cubicBezTo>
                  <a:cubicBezTo>
                    <a:pt x="529" y="86"/>
                    <a:pt x="481" y="108"/>
                    <a:pt x="393" y="116"/>
                  </a:cubicBezTo>
                  <a:close/>
                </a:path>
              </a:pathLst>
            </a:custGeom>
            <a:solidFill>
              <a:srgbClr val="D0DB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 40">
              <a:extLst>
                <a:ext uri="{FF2B5EF4-FFF2-40B4-BE49-F238E27FC236}">
                  <a16:creationId xmlns:a16="http://schemas.microsoft.com/office/drawing/2014/main" id="{C6E4CB32-12CA-411D-ABC4-16F98BB6A0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72821" y="2988046"/>
              <a:ext cx="109736" cy="110791"/>
            </a:xfrm>
            <a:custGeom>
              <a:avLst/>
              <a:gdLst>
                <a:gd name="T0" fmla="*/ 66 w 88"/>
                <a:gd name="T1" fmla="*/ 83 h 89"/>
                <a:gd name="T2" fmla="*/ 82 w 88"/>
                <a:gd name="T3" fmla="*/ 67 h 89"/>
                <a:gd name="T4" fmla="*/ 87 w 88"/>
                <a:gd name="T5" fmla="*/ 53 h 89"/>
                <a:gd name="T6" fmla="*/ 87 w 88"/>
                <a:gd name="T7" fmla="*/ 36 h 89"/>
                <a:gd name="T8" fmla="*/ 82 w 88"/>
                <a:gd name="T9" fmla="*/ 22 h 89"/>
                <a:gd name="T10" fmla="*/ 66 w 88"/>
                <a:gd name="T11" fmla="*/ 6 h 89"/>
                <a:gd name="T12" fmla="*/ 60 w 88"/>
                <a:gd name="T13" fmla="*/ 3 h 89"/>
                <a:gd name="T14" fmla="*/ 47 w 88"/>
                <a:gd name="T15" fmla="*/ 0 h 89"/>
                <a:gd name="T16" fmla="*/ 49 w 88"/>
                <a:gd name="T17" fmla="*/ 5 h 89"/>
                <a:gd name="T18" fmla="*/ 54 w 88"/>
                <a:gd name="T19" fmla="*/ 5 h 89"/>
                <a:gd name="T20" fmla="*/ 59 w 88"/>
                <a:gd name="T21" fmla="*/ 6 h 89"/>
                <a:gd name="T22" fmla="*/ 58 w 88"/>
                <a:gd name="T23" fmla="*/ 7 h 89"/>
                <a:gd name="T24" fmla="*/ 51 w 88"/>
                <a:gd name="T25" fmla="*/ 10 h 89"/>
                <a:gd name="T26" fmla="*/ 52 w 88"/>
                <a:gd name="T27" fmla="*/ 14 h 89"/>
                <a:gd name="T28" fmla="*/ 56 w 88"/>
                <a:gd name="T29" fmla="*/ 17 h 89"/>
                <a:gd name="T30" fmla="*/ 62 w 88"/>
                <a:gd name="T31" fmla="*/ 9 h 89"/>
                <a:gd name="T32" fmla="*/ 67 w 88"/>
                <a:gd name="T33" fmla="*/ 10 h 89"/>
                <a:gd name="T34" fmla="*/ 71 w 88"/>
                <a:gd name="T35" fmla="*/ 12 h 89"/>
                <a:gd name="T36" fmla="*/ 73 w 88"/>
                <a:gd name="T37" fmla="*/ 18 h 89"/>
                <a:gd name="T38" fmla="*/ 71 w 88"/>
                <a:gd name="T39" fmla="*/ 21 h 89"/>
                <a:gd name="T40" fmla="*/ 69 w 88"/>
                <a:gd name="T41" fmla="*/ 19 h 89"/>
                <a:gd name="T42" fmla="*/ 63 w 88"/>
                <a:gd name="T43" fmla="*/ 20 h 89"/>
                <a:gd name="T44" fmla="*/ 67 w 88"/>
                <a:gd name="T45" fmla="*/ 22 h 89"/>
                <a:gd name="T46" fmla="*/ 58 w 88"/>
                <a:gd name="T47" fmla="*/ 26 h 89"/>
                <a:gd name="T48" fmla="*/ 53 w 88"/>
                <a:gd name="T49" fmla="*/ 29 h 89"/>
                <a:gd name="T50" fmla="*/ 48 w 88"/>
                <a:gd name="T51" fmla="*/ 34 h 89"/>
                <a:gd name="T52" fmla="*/ 51 w 88"/>
                <a:gd name="T53" fmla="*/ 53 h 89"/>
                <a:gd name="T54" fmla="*/ 56 w 88"/>
                <a:gd name="T55" fmla="*/ 54 h 89"/>
                <a:gd name="T56" fmla="*/ 61 w 88"/>
                <a:gd name="T57" fmla="*/ 56 h 89"/>
                <a:gd name="T58" fmla="*/ 69 w 88"/>
                <a:gd name="T59" fmla="*/ 60 h 89"/>
                <a:gd name="T60" fmla="*/ 73 w 88"/>
                <a:gd name="T61" fmla="*/ 64 h 89"/>
                <a:gd name="T62" fmla="*/ 80 w 88"/>
                <a:gd name="T63" fmla="*/ 67 h 89"/>
                <a:gd name="T64" fmla="*/ 50 w 88"/>
                <a:gd name="T65" fmla="*/ 78 h 89"/>
                <a:gd name="T66" fmla="*/ 0 w 88"/>
                <a:gd name="T67" fmla="*/ 38 h 89"/>
                <a:gd name="T68" fmla="*/ 1 w 88"/>
                <a:gd name="T69" fmla="*/ 56 h 89"/>
                <a:gd name="T70" fmla="*/ 9 w 88"/>
                <a:gd name="T71" fmla="*/ 72 h 89"/>
                <a:gd name="T72" fmla="*/ 28 w 88"/>
                <a:gd name="T73" fmla="*/ 86 h 89"/>
                <a:gd name="T74" fmla="*/ 45 w 88"/>
                <a:gd name="T75" fmla="*/ 71 h 89"/>
                <a:gd name="T76" fmla="*/ 43 w 88"/>
                <a:gd name="T77" fmla="*/ 63 h 89"/>
                <a:gd name="T78" fmla="*/ 45 w 88"/>
                <a:gd name="T79" fmla="*/ 57 h 89"/>
                <a:gd name="T80" fmla="*/ 40 w 88"/>
                <a:gd name="T81" fmla="*/ 55 h 89"/>
                <a:gd name="T82" fmla="*/ 34 w 88"/>
                <a:gd name="T83" fmla="*/ 51 h 89"/>
                <a:gd name="T84" fmla="*/ 25 w 88"/>
                <a:gd name="T85" fmla="*/ 47 h 89"/>
                <a:gd name="T86" fmla="*/ 21 w 88"/>
                <a:gd name="T87" fmla="*/ 40 h 89"/>
                <a:gd name="T88" fmla="*/ 19 w 88"/>
                <a:gd name="T89" fmla="*/ 39 h 89"/>
                <a:gd name="T90" fmla="*/ 19 w 88"/>
                <a:gd name="T91" fmla="*/ 40 h 89"/>
                <a:gd name="T92" fmla="*/ 16 w 88"/>
                <a:gd name="T93" fmla="*/ 33 h 89"/>
                <a:gd name="T94" fmla="*/ 16 w 88"/>
                <a:gd name="T95" fmla="*/ 26 h 89"/>
                <a:gd name="T96" fmla="*/ 19 w 88"/>
                <a:gd name="T97" fmla="*/ 18 h 89"/>
                <a:gd name="T98" fmla="*/ 18 w 88"/>
                <a:gd name="T99" fmla="*/ 13 h 89"/>
                <a:gd name="T100" fmla="*/ 39 w 88"/>
                <a:gd name="T101" fmla="*/ 3 h 89"/>
                <a:gd name="T102" fmla="*/ 47 w 88"/>
                <a:gd name="T103" fmla="*/ 0 h 89"/>
                <a:gd name="T104" fmla="*/ 27 w 88"/>
                <a:gd name="T105" fmla="*/ 3 h 89"/>
                <a:gd name="T106" fmla="*/ 13 w 88"/>
                <a:gd name="T107" fmla="*/ 13 h 89"/>
                <a:gd name="T108" fmla="*/ 3 w 88"/>
                <a:gd name="T109" fmla="*/ 28 h 89"/>
                <a:gd name="T110" fmla="*/ 47 w 88"/>
                <a:gd name="T111" fmla="*/ 56 h 89"/>
                <a:gd name="T112" fmla="*/ 40 w 88"/>
                <a:gd name="T113" fmla="*/ 49 h 89"/>
                <a:gd name="T114" fmla="*/ 39 w 88"/>
                <a:gd name="T115" fmla="*/ 45 h 89"/>
                <a:gd name="T116" fmla="*/ 31 w 88"/>
                <a:gd name="T117" fmla="*/ 46 h 89"/>
                <a:gd name="T118" fmla="*/ 35 w 88"/>
                <a:gd name="T119" fmla="*/ 37 h 89"/>
                <a:gd name="T120" fmla="*/ 43 w 88"/>
                <a:gd name="T121" fmla="*/ 37 h 89"/>
                <a:gd name="T122" fmla="*/ 46 w 88"/>
                <a:gd name="T123" fmla="*/ 3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8" h="89">
                  <a:moveTo>
                    <a:pt x="47" y="89"/>
                  </a:moveTo>
                  <a:cubicBezTo>
                    <a:pt x="49" y="89"/>
                    <a:pt x="52" y="88"/>
                    <a:pt x="54" y="88"/>
                  </a:cubicBezTo>
                  <a:cubicBezTo>
                    <a:pt x="55" y="87"/>
                    <a:pt x="57" y="87"/>
                    <a:pt x="58" y="86"/>
                  </a:cubicBezTo>
                  <a:cubicBezTo>
                    <a:pt x="59" y="86"/>
                    <a:pt x="59" y="86"/>
                    <a:pt x="60" y="86"/>
                  </a:cubicBezTo>
                  <a:cubicBezTo>
                    <a:pt x="61" y="85"/>
                    <a:pt x="63" y="85"/>
                    <a:pt x="64" y="84"/>
                  </a:cubicBezTo>
                  <a:cubicBezTo>
                    <a:pt x="65" y="84"/>
                    <a:pt x="65" y="83"/>
                    <a:pt x="66" y="83"/>
                  </a:cubicBezTo>
                  <a:cubicBezTo>
                    <a:pt x="69" y="81"/>
                    <a:pt x="71" y="79"/>
                    <a:pt x="74" y="77"/>
                  </a:cubicBezTo>
                  <a:cubicBezTo>
                    <a:pt x="74" y="77"/>
                    <a:pt x="75" y="76"/>
                    <a:pt x="75" y="76"/>
                  </a:cubicBezTo>
                  <a:cubicBezTo>
                    <a:pt x="76" y="75"/>
                    <a:pt x="76" y="75"/>
                    <a:pt x="77" y="74"/>
                  </a:cubicBezTo>
                  <a:cubicBezTo>
                    <a:pt x="77" y="73"/>
                    <a:pt x="78" y="73"/>
                    <a:pt x="79" y="72"/>
                  </a:cubicBezTo>
                  <a:cubicBezTo>
                    <a:pt x="80" y="71"/>
                    <a:pt x="81" y="69"/>
                    <a:pt x="82" y="68"/>
                  </a:cubicBezTo>
                  <a:cubicBezTo>
                    <a:pt x="82" y="67"/>
                    <a:pt x="82" y="67"/>
                    <a:pt x="82" y="67"/>
                  </a:cubicBezTo>
                  <a:cubicBezTo>
                    <a:pt x="83" y="66"/>
                    <a:pt x="83" y="65"/>
                    <a:pt x="83" y="65"/>
                  </a:cubicBezTo>
                  <a:cubicBezTo>
                    <a:pt x="84" y="64"/>
                    <a:pt x="84" y="64"/>
                    <a:pt x="84" y="64"/>
                  </a:cubicBezTo>
                  <a:cubicBezTo>
                    <a:pt x="84" y="63"/>
                    <a:pt x="84" y="62"/>
                    <a:pt x="85" y="62"/>
                  </a:cubicBezTo>
                  <a:cubicBezTo>
                    <a:pt x="85" y="61"/>
                    <a:pt x="85" y="60"/>
                    <a:pt x="86" y="60"/>
                  </a:cubicBezTo>
                  <a:cubicBezTo>
                    <a:pt x="86" y="58"/>
                    <a:pt x="86" y="57"/>
                    <a:pt x="87" y="56"/>
                  </a:cubicBezTo>
                  <a:cubicBezTo>
                    <a:pt x="87" y="55"/>
                    <a:pt x="87" y="54"/>
                    <a:pt x="87" y="53"/>
                  </a:cubicBezTo>
                  <a:cubicBezTo>
                    <a:pt x="87" y="53"/>
                    <a:pt x="88" y="52"/>
                    <a:pt x="88" y="51"/>
                  </a:cubicBezTo>
                  <a:cubicBezTo>
                    <a:pt x="88" y="50"/>
                    <a:pt x="88" y="50"/>
                    <a:pt x="88" y="49"/>
                  </a:cubicBezTo>
                  <a:cubicBezTo>
                    <a:pt x="88" y="47"/>
                    <a:pt x="88" y="46"/>
                    <a:pt x="88" y="44"/>
                  </a:cubicBezTo>
                  <a:cubicBezTo>
                    <a:pt x="88" y="43"/>
                    <a:pt x="88" y="41"/>
                    <a:pt x="88" y="40"/>
                  </a:cubicBezTo>
                  <a:cubicBezTo>
                    <a:pt x="88" y="39"/>
                    <a:pt x="88" y="38"/>
                    <a:pt x="88" y="38"/>
                  </a:cubicBezTo>
                  <a:cubicBezTo>
                    <a:pt x="88" y="37"/>
                    <a:pt x="87" y="36"/>
                    <a:pt x="87" y="36"/>
                  </a:cubicBezTo>
                  <a:cubicBezTo>
                    <a:pt x="87" y="35"/>
                    <a:pt x="87" y="34"/>
                    <a:pt x="87" y="33"/>
                  </a:cubicBezTo>
                  <a:cubicBezTo>
                    <a:pt x="86" y="32"/>
                    <a:pt x="86" y="31"/>
                    <a:pt x="86" y="29"/>
                  </a:cubicBezTo>
                  <a:cubicBezTo>
                    <a:pt x="85" y="29"/>
                    <a:pt x="85" y="29"/>
                    <a:pt x="85" y="28"/>
                  </a:cubicBezTo>
                  <a:cubicBezTo>
                    <a:pt x="85" y="27"/>
                    <a:pt x="84" y="26"/>
                    <a:pt x="84" y="25"/>
                  </a:cubicBezTo>
                  <a:cubicBezTo>
                    <a:pt x="84" y="25"/>
                    <a:pt x="84" y="25"/>
                    <a:pt x="83" y="24"/>
                  </a:cubicBezTo>
                  <a:cubicBezTo>
                    <a:pt x="83" y="24"/>
                    <a:pt x="83" y="23"/>
                    <a:pt x="82" y="22"/>
                  </a:cubicBezTo>
                  <a:cubicBezTo>
                    <a:pt x="81" y="21"/>
                    <a:pt x="80" y="19"/>
                    <a:pt x="79" y="17"/>
                  </a:cubicBezTo>
                  <a:cubicBezTo>
                    <a:pt x="78" y="16"/>
                    <a:pt x="77" y="15"/>
                    <a:pt x="77" y="15"/>
                  </a:cubicBezTo>
                  <a:cubicBezTo>
                    <a:pt x="76" y="14"/>
                    <a:pt x="76" y="14"/>
                    <a:pt x="75" y="13"/>
                  </a:cubicBezTo>
                  <a:cubicBezTo>
                    <a:pt x="75" y="13"/>
                    <a:pt x="74" y="12"/>
                    <a:pt x="74" y="12"/>
                  </a:cubicBezTo>
                  <a:cubicBezTo>
                    <a:pt x="73" y="11"/>
                    <a:pt x="72" y="10"/>
                    <a:pt x="71" y="9"/>
                  </a:cubicBezTo>
                  <a:cubicBezTo>
                    <a:pt x="69" y="8"/>
                    <a:pt x="68" y="7"/>
                    <a:pt x="66" y="6"/>
                  </a:cubicBezTo>
                  <a:cubicBezTo>
                    <a:pt x="65" y="6"/>
                    <a:pt x="65" y="5"/>
                    <a:pt x="64" y="5"/>
                  </a:cubicBezTo>
                  <a:cubicBezTo>
                    <a:pt x="64" y="5"/>
                    <a:pt x="64" y="5"/>
                    <a:pt x="63" y="5"/>
                  </a:cubicBezTo>
                  <a:cubicBezTo>
                    <a:pt x="63" y="4"/>
                    <a:pt x="63" y="4"/>
                    <a:pt x="62" y="4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1" y="4"/>
                    <a:pt x="61" y="3"/>
                    <a:pt x="60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3"/>
                    <a:pt x="59" y="3"/>
                    <a:pt x="58" y="3"/>
                  </a:cubicBezTo>
                  <a:cubicBezTo>
                    <a:pt x="58" y="3"/>
                    <a:pt x="58" y="2"/>
                    <a:pt x="58" y="2"/>
                  </a:cubicBezTo>
                  <a:cubicBezTo>
                    <a:pt x="57" y="2"/>
                    <a:pt x="55" y="2"/>
                    <a:pt x="54" y="1"/>
                  </a:cubicBezTo>
                  <a:cubicBezTo>
                    <a:pt x="54" y="1"/>
                    <a:pt x="53" y="1"/>
                    <a:pt x="53" y="1"/>
                  </a:cubicBezTo>
                  <a:cubicBezTo>
                    <a:pt x="53" y="1"/>
                    <a:pt x="52" y="1"/>
                    <a:pt x="52" y="1"/>
                  </a:cubicBezTo>
                  <a:cubicBezTo>
                    <a:pt x="50" y="1"/>
                    <a:pt x="49" y="0"/>
                    <a:pt x="47" y="0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9" y="3"/>
                    <a:pt x="51" y="3"/>
                    <a:pt x="52" y="3"/>
                  </a:cubicBezTo>
                  <a:cubicBezTo>
                    <a:pt x="52" y="4"/>
                    <a:pt x="52" y="3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0" y="4"/>
                    <a:pt x="49" y="4"/>
                    <a:pt x="48" y="4"/>
                  </a:cubicBezTo>
                  <a:cubicBezTo>
                    <a:pt x="48" y="4"/>
                    <a:pt x="49" y="4"/>
                    <a:pt x="49" y="5"/>
                  </a:cubicBezTo>
                  <a:cubicBezTo>
                    <a:pt x="50" y="5"/>
                    <a:pt x="50" y="5"/>
                    <a:pt x="51" y="5"/>
                  </a:cubicBezTo>
                  <a:cubicBezTo>
                    <a:pt x="52" y="5"/>
                    <a:pt x="52" y="5"/>
                    <a:pt x="53" y="5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4"/>
                    <a:pt x="53" y="4"/>
                    <a:pt x="54" y="4"/>
                  </a:cubicBezTo>
                  <a:cubicBezTo>
                    <a:pt x="54" y="4"/>
                    <a:pt x="54" y="4"/>
                    <a:pt x="55" y="4"/>
                  </a:cubicBezTo>
                  <a:cubicBezTo>
                    <a:pt x="55" y="4"/>
                    <a:pt x="54" y="4"/>
                    <a:pt x="54" y="5"/>
                  </a:cubicBezTo>
                  <a:cubicBezTo>
                    <a:pt x="55" y="5"/>
                    <a:pt x="55" y="5"/>
                    <a:pt x="56" y="4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57" y="4"/>
                    <a:pt x="57" y="5"/>
                    <a:pt x="58" y="5"/>
                  </a:cubicBezTo>
                  <a:cubicBezTo>
                    <a:pt x="59" y="5"/>
                    <a:pt x="60" y="6"/>
                    <a:pt x="61" y="6"/>
                  </a:cubicBezTo>
                  <a:cubicBezTo>
                    <a:pt x="61" y="6"/>
                    <a:pt x="60" y="6"/>
                    <a:pt x="60" y="6"/>
                  </a:cubicBezTo>
                  <a:cubicBezTo>
                    <a:pt x="60" y="6"/>
                    <a:pt x="60" y="6"/>
                    <a:pt x="59" y="6"/>
                  </a:cubicBezTo>
                  <a:cubicBezTo>
                    <a:pt x="59" y="6"/>
                    <a:pt x="60" y="7"/>
                    <a:pt x="60" y="7"/>
                  </a:cubicBezTo>
                  <a:cubicBezTo>
                    <a:pt x="61" y="7"/>
                    <a:pt x="61" y="7"/>
                    <a:pt x="61" y="8"/>
                  </a:cubicBezTo>
                  <a:cubicBezTo>
                    <a:pt x="61" y="9"/>
                    <a:pt x="60" y="8"/>
                    <a:pt x="60" y="8"/>
                  </a:cubicBezTo>
                  <a:cubicBezTo>
                    <a:pt x="59" y="8"/>
                    <a:pt x="58" y="9"/>
                    <a:pt x="57" y="8"/>
                  </a:cubicBezTo>
                  <a:cubicBezTo>
                    <a:pt x="57" y="7"/>
                    <a:pt x="58" y="7"/>
                    <a:pt x="58" y="7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7"/>
                    <a:pt x="57" y="7"/>
                    <a:pt x="57" y="7"/>
                  </a:cubicBezTo>
                  <a:cubicBezTo>
                    <a:pt x="57" y="7"/>
                    <a:pt x="57" y="8"/>
                    <a:pt x="56" y="8"/>
                  </a:cubicBezTo>
                  <a:cubicBezTo>
                    <a:pt x="56" y="8"/>
                    <a:pt x="56" y="8"/>
                    <a:pt x="55" y="8"/>
                  </a:cubicBezTo>
                  <a:cubicBezTo>
                    <a:pt x="55" y="8"/>
                    <a:pt x="54" y="8"/>
                    <a:pt x="54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2" y="9"/>
                    <a:pt x="52" y="9"/>
                    <a:pt x="51" y="10"/>
                  </a:cubicBezTo>
                  <a:cubicBezTo>
                    <a:pt x="50" y="10"/>
                    <a:pt x="50" y="10"/>
                    <a:pt x="49" y="11"/>
                  </a:cubicBezTo>
                  <a:cubicBezTo>
                    <a:pt x="49" y="11"/>
                    <a:pt x="49" y="11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1" y="13"/>
                    <a:pt x="51" y="14"/>
                    <a:pt x="52" y="14"/>
                  </a:cubicBezTo>
                  <a:cubicBezTo>
                    <a:pt x="52" y="14"/>
                    <a:pt x="53" y="15"/>
                    <a:pt x="53" y="15"/>
                  </a:cubicBezTo>
                  <a:cubicBezTo>
                    <a:pt x="54" y="15"/>
                    <a:pt x="55" y="15"/>
                    <a:pt x="55" y="15"/>
                  </a:cubicBezTo>
                  <a:cubicBezTo>
                    <a:pt x="55" y="16"/>
                    <a:pt x="54" y="16"/>
                    <a:pt x="54" y="16"/>
                  </a:cubicBezTo>
                  <a:cubicBezTo>
                    <a:pt x="55" y="17"/>
                    <a:pt x="54" y="17"/>
                    <a:pt x="54" y="17"/>
                  </a:cubicBezTo>
                  <a:cubicBezTo>
                    <a:pt x="54" y="18"/>
                    <a:pt x="54" y="18"/>
                    <a:pt x="55" y="18"/>
                  </a:cubicBezTo>
                  <a:cubicBezTo>
                    <a:pt x="55" y="18"/>
                    <a:pt x="56" y="18"/>
                    <a:pt x="56" y="17"/>
                  </a:cubicBezTo>
                  <a:cubicBezTo>
                    <a:pt x="56" y="17"/>
                    <a:pt x="56" y="16"/>
                    <a:pt x="57" y="15"/>
                  </a:cubicBezTo>
                  <a:cubicBezTo>
                    <a:pt x="59" y="15"/>
                    <a:pt x="61" y="14"/>
                    <a:pt x="61" y="12"/>
                  </a:cubicBezTo>
                  <a:cubicBezTo>
                    <a:pt x="61" y="12"/>
                    <a:pt x="61" y="12"/>
                    <a:pt x="61" y="11"/>
                  </a:cubicBezTo>
                  <a:cubicBezTo>
                    <a:pt x="61" y="11"/>
                    <a:pt x="61" y="11"/>
                    <a:pt x="61" y="10"/>
                  </a:cubicBezTo>
                  <a:cubicBezTo>
                    <a:pt x="61" y="10"/>
                    <a:pt x="62" y="10"/>
                    <a:pt x="62" y="10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4" y="9"/>
                    <a:pt x="64" y="9"/>
                  </a:cubicBezTo>
                  <a:cubicBezTo>
                    <a:pt x="65" y="9"/>
                    <a:pt x="65" y="9"/>
                    <a:pt x="65" y="9"/>
                  </a:cubicBezTo>
                  <a:cubicBezTo>
                    <a:pt x="66" y="9"/>
                    <a:pt x="66" y="10"/>
                    <a:pt x="66" y="10"/>
                  </a:cubicBezTo>
                  <a:cubicBezTo>
                    <a:pt x="66" y="10"/>
                    <a:pt x="67" y="10"/>
                    <a:pt x="67" y="10"/>
                  </a:cubicBezTo>
                  <a:cubicBezTo>
                    <a:pt x="67" y="11"/>
                    <a:pt x="66" y="11"/>
                    <a:pt x="66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6" y="12"/>
                    <a:pt x="67" y="12"/>
                    <a:pt x="67" y="12"/>
                  </a:cubicBezTo>
                  <a:cubicBezTo>
                    <a:pt x="68" y="12"/>
                    <a:pt x="68" y="12"/>
                    <a:pt x="68" y="12"/>
                  </a:cubicBezTo>
                  <a:cubicBezTo>
                    <a:pt x="69" y="12"/>
                    <a:pt x="69" y="11"/>
                    <a:pt x="69" y="11"/>
                  </a:cubicBezTo>
                  <a:cubicBezTo>
                    <a:pt x="70" y="11"/>
                    <a:pt x="70" y="12"/>
                    <a:pt x="71" y="12"/>
                  </a:cubicBezTo>
                  <a:cubicBezTo>
                    <a:pt x="71" y="12"/>
                    <a:pt x="71" y="13"/>
                    <a:pt x="71" y="13"/>
                  </a:cubicBezTo>
                  <a:cubicBezTo>
                    <a:pt x="71" y="13"/>
                    <a:pt x="71" y="14"/>
                    <a:pt x="71" y="14"/>
                  </a:cubicBezTo>
                  <a:cubicBezTo>
                    <a:pt x="71" y="15"/>
                    <a:pt x="72" y="15"/>
                    <a:pt x="72" y="15"/>
                  </a:cubicBezTo>
                  <a:cubicBezTo>
                    <a:pt x="73" y="15"/>
                    <a:pt x="73" y="16"/>
                    <a:pt x="73" y="16"/>
                  </a:cubicBezTo>
                  <a:cubicBezTo>
                    <a:pt x="73" y="16"/>
                    <a:pt x="73" y="16"/>
                    <a:pt x="73" y="17"/>
                  </a:cubicBezTo>
                  <a:cubicBezTo>
                    <a:pt x="73" y="17"/>
                    <a:pt x="73" y="17"/>
                    <a:pt x="73" y="18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2" y="20"/>
                    <a:pt x="73" y="19"/>
                    <a:pt x="73" y="20"/>
                  </a:cubicBezTo>
                  <a:cubicBezTo>
                    <a:pt x="74" y="20"/>
                    <a:pt x="73" y="20"/>
                    <a:pt x="73" y="21"/>
                  </a:cubicBezTo>
                  <a:cubicBezTo>
                    <a:pt x="74" y="21"/>
                    <a:pt x="74" y="22"/>
                    <a:pt x="73" y="22"/>
                  </a:cubicBezTo>
                  <a:cubicBezTo>
                    <a:pt x="73" y="22"/>
                    <a:pt x="73" y="22"/>
                    <a:pt x="72" y="22"/>
                  </a:cubicBezTo>
                  <a:cubicBezTo>
                    <a:pt x="72" y="22"/>
                    <a:pt x="72" y="22"/>
                    <a:pt x="71" y="21"/>
                  </a:cubicBezTo>
                  <a:cubicBezTo>
                    <a:pt x="71" y="21"/>
                    <a:pt x="71" y="21"/>
                    <a:pt x="71" y="21"/>
                  </a:cubicBezTo>
                  <a:cubicBezTo>
                    <a:pt x="70" y="21"/>
                    <a:pt x="69" y="21"/>
                    <a:pt x="69" y="21"/>
                  </a:cubicBezTo>
                  <a:cubicBezTo>
                    <a:pt x="70" y="20"/>
                    <a:pt x="70" y="20"/>
                    <a:pt x="71" y="19"/>
                  </a:cubicBezTo>
                  <a:cubicBezTo>
                    <a:pt x="71" y="19"/>
                    <a:pt x="72" y="19"/>
                    <a:pt x="72" y="18"/>
                  </a:cubicBezTo>
                  <a:cubicBezTo>
                    <a:pt x="71" y="18"/>
                    <a:pt x="71" y="18"/>
                    <a:pt x="70" y="18"/>
                  </a:cubicBezTo>
                  <a:cubicBezTo>
                    <a:pt x="70" y="19"/>
                    <a:pt x="69" y="19"/>
                    <a:pt x="69" y="19"/>
                  </a:cubicBezTo>
                  <a:cubicBezTo>
                    <a:pt x="68" y="19"/>
                    <a:pt x="67" y="19"/>
                    <a:pt x="67" y="19"/>
                  </a:cubicBezTo>
                  <a:cubicBezTo>
                    <a:pt x="66" y="20"/>
                    <a:pt x="67" y="19"/>
                    <a:pt x="67" y="20"/>
                  </a:cubicBezTo>
                  <a:cubicBezTo>
                    <a:pt x="67" y="20"/>
                    <a:pt x="67" y="20"/>
                    <a:pt x="66" y="20"/>
                  </a:cubicBezTo>
                  <a:cubicBezTo>
                    <a:pt x="66" y="20"/>
                    <a:pt x="66" y="19"/>
                    <a:pt x="66" y="19"/>
                  </a:cubicBezTo>
                  <a:cubicBezTo>
                    <a:pt x="66" y="19"/>
                    <a:pt x="65" y="19"/>
                    <a:pt x="64" y="19"/>
                  </a:cubicBezTo>
                  <a:cubicBezTo>
                    <a:pt x="64" y="19"/>
                    <a:pt x="64" y="19"/>
                    <a:pt x="63" y="20"/>
                  </a:cubicBezTo>
                  <a:cubicBezTo>
                    <a:pt x="64" y="20"/>
                    <a:pt x="65" y="20"/>
                    <a:pt x="65" y="20"/>
                  </a:cubicBezTo>
                  <a:cubicBezTo>
                    <a:pt x="65" y="21"/>
                    <a:pt x="64" y="21"/>
                    <a:pt x="64" y="22"/>
                  </a:cubicBezTo>
                  <a:cubicBezTo>
                    <a:pt x="64" y="22"/>
                    <a:pt x="65" y="23"/>
                    <a:pt x="65" y="23"/>
                  </a:cubicBezTo>
                  <a:cubicBezTo>
                    <a:pt x="65" y="23"/>
                    <a:pt x="65" y="23"/>
                    <a:pt x="66" y="23"/>
                  </a:cubicBezTo>
                  <a:cubicBezTo>
                    <a:pt x="66" y="23"/>
                    <a:pt x="66" y="23"/>
                    <a:pt x="66" y="23"/>
                  </a:cubicBezTo>
                  <a:cubicBezTo>
                    <a:pt x="67" y="23"/>
                    <a:pt x="67" y="22"/>
                    <a:pt x="67" y="22"/>
                  </a:cubicBezTo>
                  <a:cubicBezTo>
                    <a:pt x="68" y="23"/>
                    <a:pt x="67" y="23"/>
                    <a:pt x="66" y="23"/>
                  </a:cubicBezTo>
                  <a:cubicBezTo>
                    <a:pt x="65" y="24"/>
                    <a:pt x="64" y="24"/>
                    <a:pt x="64" y="24"/>
                  </a:cubicBezTo>
                  <a:cubicBezTo>
                    <a:pt x="64" y="24"/>
                    <a:pt x="62" y="25"/>
                    <a:pt x="62" y="25"/>
                  </a:cubicBezTo>
                  <a:cubicBezTo>
                    <a:pt x="62" y="24"/>
                    <a:pt x="63" y="24"/>
                    <a:pt x="63" y="24"/>
                  </a:cubicBezTo>
                  <a:cubicBezTo>
                    <a:pt x="62" y="23"/>
                    <a:pt x="61" y="24"/>
                    <a:pt x="61" y="24"/>
                  </a:cubicBezTo>
                  <a:cubicBezTo>
                    <a:pt x="60" y="24"/>
                    <a:pt x="58" y="25"/>
                    <a:pt x="58" y="26"/>
                  </a:cubicBezTo>
                  <a:cubicBezTo>
                    <a:pt x="58" y="26"/>
                    <a:pt x="58" y="26"/>
                    <a:pt x="58" y="27"/>
                  </a:cubicBezTo>
                  <a:cubicBezTo>
                    <a:pt x="58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6" y="27"/>
                    <a:pt x="55" y="27"/>
                    <a:pt x="55" y="27"/>
                  </a:cubicBezTo>
                  <a:cubicBezTo>
                    <a:pt x="55" y="28"/>
                    <a:pt x="55" y="28"/>
                    <a:pt x="54" y="28"/>
                  </a:cubicBezTo>
                  <a:cubicBezTo>
                    <a:pt x="54" y="29"/>
                    <a:pt x="54" y="29"/>
                    <a:pt x="53" y="29"/>
                  </a:cubicBezTo>
                  <a:cubicBezTo>
                    <a:pt x="53" y="29"/>
                    <a:pt x="53" y="30"/>
                    <a:pt x="53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2" y="30"/>
                    <a:pt x="52" y="31"/>
                    <a:pt x="52" y="32"/>
                  </a:cubicBezTo>
                  <a:cubicBezTo>
                    <a:pt x="51" y="32"/>
                    <a:pt x="51" y="33"/>
                    <a:pt x="50" y="33"/>
                  </a:cubicBezTo>
                  <a:cubicBezTo>
                    <a:pt x="50" y="33"/>
                    <a:pt x="49" y="33"/>
                    <a:pt x="49" y="33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7" y="34"/>
                    <a:pt x="47" y="35"/>
                    <a:pt x="47" y="35"/>
                  </a:cubicBezTo>
                  <a:cubicBezTo>
                    <a:pt x="47" y="55"/>
                    <a:pt x="47" y="55"/>
                    <a:pt x="47" y="55"/>
                  </a:cubicBezTo>
                  <a:cubicBezTo>
                    <a:pt x="47" y="55"/>
                    <a:pt x="47" y="55"/>
                    <a:pt x="48" y="55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9" y="53"/>
                    <a:pt x="49" y="53"/>
                    <a:pt x="50" y="53"/>
                  </a:cubicBezTo>
                  <a:cubicBezTo>
                    <a:pt x="50" y="53"/>
                    <a:pt x="50" y="53"/>
                    <a:pt x="51" y="53"/>
                  </a:cubicBezTo>
                  <a:cubicBezTo>
                    <a:pt x="51" y="53"/>
                    <a:pt x="51" y="52"/>
                    <a:pt x="51" y="52"/>
                  </a:cubicBezTo>
                  <a:cubicBezTo>
                    <a:pt x="52" y="53"/>
                    <a:pt x="51" y="53"/>
                    <a:pt x="51" y="53"/>
                  </a:cubicBezTo>
                  <a:cubicBezTo>
                    <a:pt x="52" y="54"/>
                    <a:pt x="52" y="53"/>
                    <a:pt x="53" y="53"/>
                  </a:cubicBezTo>
                  <a:cubicBezTo>
                    <a:pt x="53" y="53"/>
                    <a:pt x="53" y="53"/>
                    <a:pt x="54" y="53"/>
                  </a:cubicBezTo>
                  <a:cubicBezTo>
                    <a:pt x="54" y="53"/>
                    <a:pt x="54" y="54"/>
                    <a:pt x="55" y="54"/>
                  </a:cubicBezTo>
                  <a:cubicBezTo>
                    <a:pt x="55" y="54"/>
                    <a:pt x="55" y="54"/>
                    <a:pt x="56" y="54"/>
                  </a:cubicBezTo>
                  <a:cubicBezTo>
                    <a:pt x="56" y="54"/>
                    <a:pt x="56" y="54"/>
                    <a:pt x="57" y="54"/>
                  </a:cubicBezTo>
                  <a:cubicBezTo>
                    <a:pt x="57" y="54"/>
                    <a:pt x="58" y="54"/>
                    <a:pt x="58" y="54"/>
                  </a:cubicBezTo>
                  <a:cubicBezTo>
                    <a:pt x="59" y="54"/>
                    <a:pt x="59" y="54"/>
                    <a:pt x="59" y="54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0" y="55"/>
                    <a:pt x="60" y="55"/>
                    <a:pt x="60" y="55"/>
                  </a:cubicBezTo>
                  <a:cubicBezTo>
                    <a:pt x="61" y="55"/>
                    <a:pt x="61" y="55"/>
                    <a:pt x="61" y="56"/>
                  </a:cubicBezTo>
                  <a:cubicBezTo>
                    <a:pt x="61" y="56"/>
                    <a:pt x="61" y="56"/>
                    <a:pt x="62" y="56"/>
                  </a:cubicBezTo>
                  <a:cubicBezTo>
                    <a:pt x="62" y="56"/>
                    <a:pt x="62" y="57"/>
                    <a:pt x="63" y="57"/>
                  </a:cubicBezTo>
                  <a:cubicBezTo>
                    <a:pt x="63" y="58"/>
                    <a:pt x="64" y="58"/>
                    <a:pt x="64" y="58"/>
                  </a:cubicBezTo>
                  <a:cubicBezTo>
                    <a:pt x="65" y="58"/>
                    <a:pt x="65" y="58"/>
                    <a:pt x="66" y="58"/>
                  </a:cubicBezTo>
                  <a:cubicBezTo>
                    <a:pt x="67" y="58"/>
                    <a:pt x="67" y="59"/>
                    <a:pt x="68" y="59"/>
                  </a:cubicBezTo>
                  <a:cubicBezTo>
                    <a:pt x="68" y="59"/>
                    <a:pt x="69" y="60"/>
                    <a:pt x="69" y="60"/>
                  </a:cubicBezTo>
                  <a:cubicBezTo>
                    <a:pt x="69" y="60"/>
                    <a:pt x="69" y="61"/>
                    <a:pt x="69" y="61"/>
                  </a:cubicBezTo>
                  <a:cubicBezTo>
                    <a:pt x="69" y="61"/>
                    <a:pt x="70" y="62"/>
                    <a:pt x="70" y="63"/>
                  </a:cubicBezTo>
                  <a:cubicBezTo>
                    <a:pt x="70" y="63"/>
                    <a:pt x="70" y="63"/>
                    <a:pt x="71" y="63"/>
                  </a:cubicBezTo>
                  <a:cubicBezTo>
                    <a:pt x="71" y="63"/>
                    <a:pt x="71" y="64"/>
                    <a:pt x="71" y="64"/>
                  </a:cubicBezTo>
                  <a:cubicBezTo>
                    <a:pt x="72" y="64"/>
                    <a:pt x="72" y="64"/>
                    <a:pt x="72" y="64"/>
                  </a:cubicBezTo>
                  <a:cubicBezTo>
                    <a:pt x="72" y="64"/>
                    <a:pt x="73" y="64"/>
                    <a:pt x="73" y="64"/>
                  </a:cubicBezTo>
                  <a:cubicBezTo>
                    <a:pt x="74" y="64"/>
                    <a:pt x="74" y="64"/>
                    <a:pt x="74" y="65"/>
                  </a:cubicBezTo>
                  <a:cubicBezTo>
                    <a:pt x="74" y="65"/>
                    <a:pt x="74" y="65"/>
                    <a:pt x="75" y="65"/>
                  </a:cubicBezTo>
                  <a:cubicBezTo>
                    <a:pt x="75" y="66"/>
                    <a:pt x="75" y="65"/>
                    <a:pt x="76" y="65"/>
                  </a:cubicBezTo>
                  <a:cubicBezTo>
                    <a:pt x="76" y="65"/>
                    <a:pt x="77" y="66"/>
                    <a:pt x="77" y="66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79" y="66"/>
                    <a:pt x="79" y="66"/>
                    <a:pt x="80" y="67"/>
                  </a:cubicBezTo>
                  <a:cubicBezTo>
                    <a:pt x="74" y="76"/>
                    <a:pt x="65" y="83"/>
                    <a:pt x="54" y="85"/>
                  </a:cubicBezTo>
                  <a:cubicBezTo>
                    <a:pt x="54" y="85"/>
                    <a:pt x="54" y="84"/>
                    <a:pt x="54" y="84"/>
                  </a:cubicBezTo>
                  <a:cubicBezTo>
                    <a:pt x="54" y="83"/>
                    <a:pt x="54" y="82"/>
                    <a:pt x="54" y="82"/>
                  </a:cubicBezTo>
                  <a:cubicBezTo>
                    <a:pt x="53" y="81"/>
                    <a:pt x="53" y="80"/>
                    <a:pt x="53" y="80"/>
                  </a:cubicBezTo>
                  <a:cubicBezTo>
                    <a:pt x="53" y="79"/>
                    <a:pt x="52" y="78"/>
                    <a:pt x="51" y="78"/>
                  </a:cubicBezTo>
                  <a:cubicBezTo>
                    <a:pt x="51" y="78"/>
                    <a:pt x="51" y="78"/>
                    <a:pt x="50" y="78"/>
                  </a:cubicBezTo>
                  <a:cubicBezTo>
                    <a:pt x="49" y="77"/>
                    <a:pt x="48" y="77"/>
                    <a:pt x="48" y="76"/>
                  </a:cubicBezTo>
                  <a:cubicBezTo>
                    <a:pt x="47" y="76"/>
                    <a:pt x="47" y="75"/>
                    <a:pt x="47" y="75"/>
                  </a:cubicBezTo>
                  <a:cubicBezTo>
                    <a:pt x="47" y="75"/>
                    <a:pt x="47" y="75"/>
                    <a:pt x="47" y="74"/>
                  </a:cubicBezTo>
                  <a:lnTo>
                    <a:pt x="47" y="89"/>
                  </a:lnTo>
                  <a:close/>
                  <a:moveTo>
                    <a:pt x="0" y="36"/>
                  </a:moveTo>
                  <a:cubicBezTo>
                    <a:pt x="0" y="36"/>
                    <a:pt x="0" y="37"/>
                    <a:pt x="0" y="38"/>
                  </a:cubicBezTo>
                  <a:cubicBezTo>
                    <a:pt x="0" y="38"/>
                    <a:pt x="0" y="39"/>
                    <a:pt x="0" y="40"/>
                  </a:cubicBezTo>
                  <a:cubicBezTo>
                    <a:pt x="0" y="41"/>
                    <a:pt x="0" y="43"/>
                    <a:pt x="0" y="44"/>
                  </a:cubicBezTo>
                  <a:cubicBezTo>
                    <a:pt x="0" y="46"/>
                    <a:pt x="0" y="47"/>
                    <a:pt x="0" y="49"/>
                  </a:cubicBezTo>
                  <a:cubicBezTo>
                    <a:pt x="0" y="50"/>
                    <a:pt x="0" y="50"/>
                    <a:pt x="0" y="51"/>
                  </a:cubicBezTo>
                  <a:cubicBezTo>
                    <a:pt x="0" y="52"/>
                    <a:pt x="0" y="53"/>
                    <a:pt x="0" y="53"/>
                  </a:cubicBezTo>
                  <a:cubicBezTo>
                    <a:pt x="1" y="54"/>
                    <a:pt x="1" y="55"/>
                    <a:pt x="1" y="56"/>
                  </a:cubicBezTo>
                  <a:cubicBezTo>
                    <a:pt x="1" y="57"/>
                    <a:pt x="2" y="58"/>
                    <a:pt x="2" y="60"/>
                  </a:cubicBezTo>
                  <a:cubicBezTo>
                    <a:pt x="2" y="60"/>
                    <a:pt x="3" y="61"/>
                    <a:pt x="3" y="62"/>
                  </a:cubicBezTo>
                  <a:cubicBezTo>
                    <a:pt x="3" y="62"/>
                    <a:pt x="4" y="63"/>
                    <a:pt x="4" y="64"/>
                  </a:cubicBezTo>
                  <a:cubicBezTo>
                    <a:pt x="4" y="64"/>
                    <a:pt x="4" y="64"/>
                    <a:pt x="4" y="65"/>
                  </a:cubicBezTo>
                  <a:cubicBezTo>
                    <a:pt x="5" y="65"/>
                    <a:pt x="5" y="66"/>
                    <a:pt x="5" y="67"/>
                  </a:cubicBezTo>
                  <a:cubicBezTo>
                    <a:pt x="6" y="68"/>
                    <a:pt x="8" y="70"/>
                    <a:pt x="9" y="72"/>
                  </a:cubicBezTo>
                  <a:cubicBezTo>
                    <a:pt x="10" y="73"/>
                    <a:pt x="10" y="73"/>
                    <a:pt x="11" y="74"/>
                  </a:cubicBezTo>
                  <a:cubicBezTo>
                    <a:pt x="12" y="75"/>
                    <a:pt x="12" y="75"/>
                    <a:pt x="13" y="76"/>
                  </a:cubicBezTo>
                  <a:cubicBezTo>
                    <a:pt x="13" y="76"/>
                    <a:pt x="14" y="77"/>
                    <a:pt x="14" y="77"/>
                  </a:cubicBezTo>
                  <a:cubicBezTo>
                    <a:pt x="16" y="79"/>
                    <a:pt x="19" y="81"/>
                    <a:pt x="22" y="83"/>
                  </a:cubicBezTo>
                  <a:cubicBezTo>
                    <a:pt x="22" y="83"/>
                    <a:pt x="23" y="84"/>
                    <a:pt x="24" y="84"/>
                  </a:cubicBezTo>
                  <a:cubicBezTo>
                    <a:pt x="25" y="85"/>
                    <a:pt x="26" y="85"/>
                    <a:pt x="28" y="86"/>
                  </a:cubicBezTo>
                  <a:cubicBezTo>
                    <a:pt x="28" y="86"/>
                    <a:pt x="29" y="86"/>
                    <a:pt x="30" y="86"/>
                  </a:cubicBezTo>
                  <a:cubicBezTo>
                    <a:pt x="34" y="88"/>
                    <a:pt x="39" y="89"/>
                    <a:pt x="44" y="89"/>
                  </a:cubicBezTo>
                  <a:cubicBezTo>
                    <a:pt x="45" y="89"/>
                    <a:pt x="46" y="89"/>
                    <a:pt x="47" y="89"/>
                  </a:cubicBezTo>
                  <a:cubicBezTo>
                    <a:pt x="47" y="74"/>
                    <a:pt x="47" y="74"/>
                    <a:pt x="47" y="74"/>
                  </a:cubicBezTo>
                  <a:cubicBezTo>
                    <a:pt x="47" y="74"/>
                    <a:pt x="47" y="74"/>
                    <a:pt x="46" y="74"/>
                  </a:cubicBezTo>
                  <a:cubicBezTo>
                    <a:pt x="46" y="73"/>
                    <a:pt x="45" y="72"/>
                    <a:pt x="45" y="71"/>
                  </a:cubicBezTo>
                  <a:cubicBezTo>
                    <a:pt x="44" y="70"/>
                    <a:pt x="44" y="70"/>
                    <a:pt x="44" y="69"/>
                  </a:cubicBezTo>
                  <a:cubicBezTo>
                    <a:pt x="44" y="69"/>
                    <a:pt x="43" y="69"/>
                    <a:pt x="43" y="69"/>
                  </a:cubicBezTo>
                  <a:cubicBezTo>
                    <a:pt x="43" y="68"/>
                    <a:pt x="43" y="68"/>
                    <a:pt x="43" y="67"/>
                  </a:cubicBezTo>
                  <a:cubicBezTo>
                    <a:pt x="43" y="67"/>
                    <a:pt x="44" y="66"/>
                    <a:pt x="44" y="66"/>
                  </a:cubicBezTo>
                  <a:cubicBezTo>
                    <a:pt x="44" y="66"/>
                    <a:pt x="43" y="65"/>
                    <a:pt x="43" y="65"/>
                  </a:cubicBezTo>
                  <a:cubicBezTo>
                    <a:pt x="43" y="64"/>
                    <a:pt x="43" y="64"/>
                    <a:pt x="43" y="63"/>
                  </a:cubicBezTo>
                  <a:cubicBezTo>
                    <a:pt x="43" y="63"/>
                    <a:pt x="44" y="63"/>
                    <a:pt x="44" y="63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5" y="62"/>
                    <a:pt x="45" y="62"/>
                    <a:pt x="45" y="61"/>
                  </a:cubicBezTo>
                  <a:cubicBezTo>
                    <a:pt x="45" y="61"/>
                    <a:pt x="46" y="61"/>
                    <a:pt x="46" y="60"/>
                  </a:cubicBezTo>
                  <a:cubicBezTo>
                    <a:pt x="46" y="60"/>
                    <a:pt x="46" y="58"/>
                    <a:pt x="46" y="58"/>
                  </a:cubicBezTo>
                  <a:cubicBezTo>
                    <a:pt x="46" y="57"/>
                    <a:pt x="46" y="57"/>
                    <a:pt x="45" y="57"/>
                  </a:cubicBezTo>
                  <a:cubicBezTo>
                    <a:pt x="45" y="56"/>
                    <a:pt x="45" y="55"/>
                    <a:pt x="45" y="55"/>
                  </a:cubicBezTo>
                  <a:cubicBezTo>
                    <a:pt x="44" y="55"/>
                    <a:pt x="44" y="56"/>
                    <a:pt x="44" y="56"/>
                  </a:cubicBezTo>
                  <a:cubicBezTo>
                    <a:pt x="44" y="56"/>
                    <a:pt x="44" y="57"/>
                    <a:pt x="43" y="57"/>
                  </a:cubicBezTo>
                  <a:cubicBezTo>
                    <a:pt x="43" y="57"/>
                    <a:pt x="43" y="56"/>
                    <a:pt x="42" y="56"/>
                  </a:cubicBezTo>
                  <a:cubicBezTo>
                    <a:pt x="42" y="56"/>
                    <a:pt x="41" y="56"/>
                    <a:pt x="41" y="56"/>
                  </a:cubicBezTo>
                  <a:cubicBezTo>
                    <a:pt x="41" y="56"/>
                    <a:pt x="41" y="55"/>
                    <a:pt x="40" y="55"/>
                  </a:cubicBezTo>
                  <a:cubicBezTo>
                    <a:pt x="40" y="55"/>
                    <a:pt x="39" y="55"/>
                    <a:pt x="39" y="54"/>
                  </a:cubicBezTo>
                  <a:cubicBezTo>
                    <a:pt x="39" y="54"/>
                    <a:pt x="39" y="54"/>
                    <a:pt x="39" y="53"/>
                  </a:cubicBezTo>
                  <a:cubicBezTo>
                    <a:pt x="38" y="53"/>
                    <a:pt x="38" y="52"/>
                    <a:pt x="37" y="52"/>
                  </a:cubicBezTo>
                  <a:cubicBezTo>
                    <a:pt x="37" y="51"/>
                    <a:pt x="36" y="52"/>
                    <a:pt x="36" y="51"/>
                  </a:cubicBezTo>
                  <a:cubicBezTo>
                    <a:pt x="36" y="51"/>
                    <a:pt x="35" y="51"/>
                    <a:pt x="35" y="51"/>
                  </a:cubicBezTo>
                  <a:cubicBezTo>
                    <a:pt x="35" y="51"/>
                    <a:pt x="35" y="51"/>
                    <a:pt x="34" y="51"/>
                  </a:cubicBezTo>
                  <a:cubicBezTo>
                    <a:pt x="33" y="50"/>
                    <a:pt x="33" y="49"/>
                    <a:pt x="32" y="49"/>
                  </a:cubicBezTo>
                  <a:cubicBezTo>
                    <a:pt x="31" y="49"/>
                    <a:pt x="31" y="49"/>
                    <a:pt x="30" y="49"/>
                  </a:cubicBezTo>
                  <a:cubicBezTo>
                    <a:pt x="30" y="49"/>
                    <a:pt x="29" y="49"/>
                    <a:pt x="29" y="49"/>
                  </a:cubicBezTo>
                  <a:cubicBezTo>
                    <a:pt x="28" y="49"/>
                    <a:pt x="27" y="48"/>
                    <a:pt x="27" y="48"/>
                  </a:cubicBezTo>
                  <a:cubicBezTo>
                    <a:pt x="26" y="48"/>
                    <a:pt x="26" y="48"/>
                    <a:pt x="26" y="47"/>
                  </a:cubicBezTo>
                  <a:cubicBezTo>
                    <a:pt x="26" y="47"/>
                    <a:pt x="25" y="47"/>
                    <a:pt x="25" y="47"/>
                  </a:cubicBezTo>
                  <a:cubicBezTo>
                    <a:pt x="25" y="47"/>
                    <a:pt x="24" y="47"/>
                    <a:pt x="24" y="46"/>
                  </a:cubicBezTo>
                  <a:cubicBezTo>
                    <a:pt x="24" y="46"/>
                    <a:pt x="23" y="46"/>
                    <a:pt x="23" y="46"/>
                  </a:cubicBezTo>
                  <a:cubicBezTo>
                    <a:pt x="23" y="45"/>
                    <a:pt x="24" y="45"/>
                    <a:pt x="24" y="44"/>
                  </a:cubicBezTo>
                  <a:cubicBezTo>
                    <a:pt x="24" y="43"/>
                    <a:pt x="23" y="43"/>
                    <a:pt x="22" y="42"/>
                  </a:cubicBezTo>
                  <a:cubicBezTo>
                    <a:pt x="22" y="41"/>
                    <a:pt x="22" y="41"/>
                    <a:pt x="21" y="40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1" y="40"/>
                    <a:pt x="21" y="39"/>
                    <a:pt x="20" y="39"/>
                  </a:cubicBezTo>
                  <a:cubicBezTo>
                    <a:pt x="20" y="38"/>
                    <a:pt x="19" y="38"/>
                    <a:pt x="19" y="37"/>
                  </a:cubicBezTo>
                  <a:cubicBezTo>
                    <a:pt x="19" y="37"/>
                    <a:pt x="20" y="36"/>
                    <a:pt x="19" y="36"/>
                  </a:cubicBezTo>
                  <a:cubicBezTo>
                    <a:pt x="19" y="35"/>
                    <a:pt x="18" y="35"/>
                    <a:pt x="18" y="37"/>
                  </a:cubicBezTo>
                  <a:cubicBezTo>
                    <a:pt x="18" y="37"/>
                    <a:pt x="18" y="37"/>
                    <a:pt x="19" y="38"/>
                  </a:cubicBezTo>
                  <a:cubicBezTo>
                    <a:pt x="19" y="38"/>
                    <a:pt x="19" y="38"/>
                    <a:pt x="19" y="39"/>
                  </a:cubicBezTo>
                  <a:cubicBezTo>
                    <a:pt x="19" y="39"/>
                    <a:pt x="19" y="39"/>
                    <a:pt x="19" y="40"/>
                  </a:cubicBezTo>
                  <a:cubicBezTo>
                    <a:pt x="20" y="40"/>
                    <a:pt x="20" y="41"/>
                    <a:pt x="20" y="42"/>
                  </a:cubicBezTo>
                  <a:cubicBezTo>
                    <a:pt x="20" y="42"/>
                    <a:pt x="21" y="42"/>
                    <a:pt x="20" y="43"/>
                  </a:cubicBezTo>
                  <a:cubicBezTo>
                    <a:pt x="20" y="43"/>
                    <a:pt x="20" y="42"/>
                    <a:pt x="19" y="42"/>
                  </a:cubicBezTo>
                  <a:cubicBezTo>
                    <a:pt x="19" y="42"/>
                    <a:pt x="19" y="42"/>
                    <a:pt x="19" y="41"/>
                  </a:cubicBezTo>
                  <a:cubicBezTo>
                    <a:pt x="18" y="41"/>
                    <a:pt x="19" y="41"/>
                    <a:pt x="19" y="40"/>
                  </a:cubicBezTo>
                  <a:cubicBezTo>
                    <a:pt x="18" y="40"/>
                    <a:pt x="17" y="40"/>
                    <a:pt x="17" y="39"/>
                  </a:cubicBezTo>
                  <a:cubicBezTo>
                    <a:pt x="17" y="39"/>
                    <a:pt x="18" y="38"/>
                    <a:pt x="18" y="38"/>
                  </a:cubicBezTo>
                  <a:cubicBezTo>
                    <a:pt x="18" y="38"/>
                    <a:pt x="17" y="37"/>
                    <a:pt x="17" y="37"/>
                  </a:cubicBezTo>
                  <a:cubicBezTo>
                    <a:pt x="17" y="36"/>
                    <a:pt x="17" y="36"/>
                    <a:pt x="17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4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2"/>
                    <a:pt x="14" y="32"/>
                    <a:pt x="14" y="31"/>
                  </a:cubicBezTo>
                  <a:cubicBezTo>
                    <a:pt x="14" y="31"/>
                    <a:pt x="14" y="30"/>
                    <a:pt x="14" y="30"/>
                  </a:cubicBezTo>
                  <a:cubicBezTo>
                    <a:pt x="14" y="29"/>
                    <a:pt x="14" y="28"/>
                    <a:pt x="14" y="28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26"/>
                    <a:pt x="16" y="26"/>
                    <a:pt x="16" y="26"/>
                  </a:cubicBezTo>
                  <a:cubicBezTo>
                    <a:pt x="16" y="25"/>
                    <a:pt x="17" y="24"/>
                    <a:pt x="17" y="24"/>
                  </a:cubicBezTo>
                  <a:cubicBezTo>
                    <a:pt x="18" y="23"/>
                    <a:pt x="18" y="22"/>
                    <a:pt x="19" y="22"/>
                  </a:cubicBezTo>
                  <a:cubicBezTo>
                    <a:pt x="19" y="21"/>
                    <a:pt x="19" y="21"/>
                    <a:pt x="19" y="20"/>
                  </a:cubicBezTo>
                  <a:cubicBezTo>
                    <a:pt x="19" y="20"/>
                    <a:pt x="18" y="20"/>
                    <a:pt x="18" y="19"/>
                  </a:cubicBezTo>
                  <a:cubicBezTo>
                    <a:pt x="18" y="19"/>
                    <a:pt x="19" y="19"/>
                    <a:pt x="19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7"/>
                    <a:pt x="19" y="17"/>
                    <a:pt x="19" y="16"/>
                  </a:cubicBezTo>
                  <a:cubicBezTo>
                    <a:pt x="19" y="16"/>
                    <a:pt x="20" y="16"/>
                    <a:pt x="19" y="15"/>
                  </a:cubicBezTo>
                  <a:cubicBezTo>
                    <a:pt x="19" y="15"/>
                    <a:pt x="18" y="15"/>
                    <a:pt x="18" y="15"/>
                  </a:cubicBezTo>
                  <a:cubicBezTo>
                    <a:pt x="18" y="15"/>
                    <a:pt x="18" y="14"/>
                    <a:pt x="18" y="14"/>
                  </a:cubicBezTo>
                  <a:cubicBezTo>
                    <a:pt x="18" y="14"/>
                    <a:pt x="18" y="14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23" y="7"/>
                    <a:pt x="29" y="4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7" y="3"/>
                    <a:pt x="37" y="4"/>
                  </a:cubicBezTo>
                  <a:cubicBezTo>
                    <a:pt x="37" y="3"/>
                    <a:pt x="38" y="4"/>
                    <a:pt x="38" y="4"/>
                  </a:cubicBezTo>
                  <a:cubicBezTo>
                    <a:pt x="38" y="4"/>
                    <a:pt x="39" y="3"/>
                    <a:pt x="39" y="3"/>
                  </a:cubicBezTo>
                  <a:cubicBezTo>
                    <a:pt x="40" y="4"/>
                    <a:pt x="41" y="4"/>
                    <a:pt x="42" y="4"/>
                  </a:cubicBezTo>
                  <a:cubicBezTo>
                    <a:pt x="42" y="4"/>
                    <a:pt x="42" y="4"/>
                    <a:pt x="42" y="3"/>
                  </a:cubicBezTo>
                  <a:cubicBezTo>
                    <a:pt x="43" y="3"/>
                    <a:pt x="43" y="3"/>
                    <a:pt x="43" y="2"/>
                  </a:cubicBezTo>
                  <a:cubicBezTo>
                    <a:pt x="43" y="2"/>
                    <a:pt x="44" y="2"/>
                    <a:pt x="44" y="2"/>
                  </a:cubicBezTo>
                  <a:cubicBezTo>
                    <a:pt x="45" y="2"/>
                    <a:pt x="46" y="3"/>
                    <a:pt x="47" y="3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6" y="0"/>
                    <a:pt x="45" y="0"/>
                    <a:pt x="45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38" y="0"/>
                    <a:pt x="34" y="1"/>
                    <a:pt x="30" y="2"/>
                  </a:cubicBezTo>
                  <a:cubicBezTo>
                    <a:pt x="29" y="3"/>
                    <a:pt x="28" y="3"/>
                    <a:pt x="28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7" y="4"/>
                    <a:pt x="26" y="4"/>
                    <a:pt x="26" y="4"/>
                  </a:cubicBezTo>
                  <a:cubicBezTo>
                    <a:pt x="25" y="4"/>
                    <a:pt x="24" y="5"/>
                    <a:pt x="24" y="5"/>
                  </a:cubicBezTo>
                  <a:cubicBezTo>
                    <a:pt x="23" y="5"/>
                    <a:pt x="22" y="6"/>
                    <a:pt x="22" y="6"/>
                  </a:cubicBezTo>
                  <a:cubicBezTo>
                    <a:pt x="19" y="7"/>
                    <a:pt x="17" y="9"/>
                    <a:pt x="15" y="11"/>
                  </a:cubicBezTo>
                  <a:cubicBezTo>
                    <a:pt x="15" y="11"/>
                    <a:pt x="14" y="11"/>
                    <a:pt x="14" y="12"/>
                  </a:cubicBezTo>
                  <a:cubicBezTo>
                    <a:pt x="14" y="12"/>
                    <a:pt x="13" y="13"/>
                    <a:pt x="13" y="13"/>
                  </a:cubicBezTo>
                  <a:cubicBezTo>
                    <a:pt x="12" y="14"/>
                    <a:pt x="12" y="14"/>
                    <a:pt x="11" y="15"/>
                  </a:cubicBezTo>
                  <a:cubicBezTo>
                    <a:pt x="10" y="15"/>
                    <a:pt x="10" y="16"/>
                    <a:pt x="9" y="17"/>
                  </a:cubicBezTo>
                  <a:cubicBezTo>
                    <a:pt x="8" y="19"/>
                    <a:pt x="6" y="21"/>
                    <a:pt x="5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7"/>
                    <a:pt x="3" y="28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2" y="31"/>
                    <a:pt x="1" y="32"/>
                    <a:pt x="1" y="33"/>
                  </a:cubicBezTo>
                  <a:cubicBezTo>
                    <a:pt x="1" y="34"/>
                    <a:pt x="1" y="35"/>
                    <a:pt x="0" y="36"/>
                  </a:cubicBezTo>
                  <a:close/>
                  <a:moveTo>
                    <a:pt x="47" y="35"/>
                  </a:moveTo>
                  <a:cubicBezTo>
                    <a:pt x="47" y="55"/>
                    <a:pt x="47" y="55"/>
                    <a:pt x="47" y="55"/>
                  </a:cubicBezTo>
                  <a:cubicBezTo>
                    <a:pt x="47" y="56"/>
                    <a:pt x="47" y="56"/>
                    <a:pt x="47" y="56"/>
                  </a:cubicBezTo>
                  <a:cubicBezTo>
                    <a:pt x="46" y="56"/>
                    <a:pt x="46" y="55"/>
                    <a:pt x="45" y="55"/>
                  </a:cubicBezTo>
                  <a:cubicBezTo>
                    <a:pt x="44" y="55"/>
                    <a:pt x="44" y="55"/>
                    <a:pt x="43" y="55"/>
                  </a:cubicBezTo>
                  <a:cubicBezTo>
                    <a:pt x="42" y="55"/>
                    <a:pt x="41" y="54"/>
                    <a:pt x="41" y="53"/>
                  </a:cubicBezTo>
                  <a:cubicBezTo>
                    <a:pt x="41" y="53"/>
                    <a:pt x="41" y="52"/>
                    <a:pt x="41" y="51"/>
                  </a:cubicBezTo>
                  <a:cubicBezTo>
                    <a:pt x="41" y="51"/>
                    <a:pt x="42" y="51"/>
                    <a:pt x="42" y="50"/>
                  </a:cubicBezTo>
                  <a:cubicBezTo>
                    <a:pt x="42" y="50"/>
                    <a:pt x="41" y="49"/>
                    <a:pt x="40" y="49"/>
                  </a:cubicBezTo>
                  <a:cubicBezTo>
                    <a:pt x="40" y="49"/>
                    <a:pt x="38" y="50"/>
                    <a:pt x="37" y="49"/>
                  </a:cubicBezTo>
                  <a:cubicBezTo>
                    <a:pt x="37" y="49"/>
                    <a:pt x="38" y="49"/>
                    <a:pt x="38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47"/>
                    <a:pt x="38" y="47"/>
                    <a:pt x="38" y="47"/>
                  </a:cubicBezTo>
                  <a:cubicBezTo>
                    <a:pt x="38" y="47"/>
                    <a:pt x="38" y="46"/>
                    <a:pt x="39" y="46"/>
                  </a:cubicBezTo>
                  <a:cubicBezTo>
                    <a:pt x="39" y="46"/>
                    <a:pt x="39" y="45"/>
                    <a:pt x="39" y="45"/>
                  </a:cubicBezTo>
                  <a:cubicBezTo>
                    <a:pt x="39" y="45"/>
                    <a:pt x="39" y="44"/>
                    <a:pt x="39" y="44"/>
                  </a:cubicBezTo>
                  <a:cubicBezTo>
                    <a:pt x="38" y="44"/>
                    <a:pt x="37" y="44"/>
                    <a:pt x="37" y="44"/>
                  </a:cubicBezTo>
                  <a:cubicBezTo>
                    <a:pt x="36" y="45"/>
                    <a:pt x="36" y="46"/>
                    <a:pt x="35" y="47"/>
                  </a:cubicBezTo>
                  <a:cubicBezTo>
                    <a:pt x="35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1" y="47"/>
                    <a:pt x="31" y="46"/>
                  </a:cubicBezTo>
                  <a:cubicBezTo>
                    <a:pt x="31" y="46"/>
                    <a:pt x="30" y="45"/>
                    <a:pt x="30" y="45"/>
                  </a:cubicBezTo>
                  <a:cubicBezTo>
                    <a:pt x="30" y="43"/>
                    <a:pt x="30" y="42"/>
                    <a:pt x="31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40"/>
                    <a:pt x="31" y="40"/>
                    <a:pt x="32" y="39"/>
                  </a:cubicBezTo>
                  <a:cubicBezTo>
                    <a:pt x="32" y="39"/>
                    <a:pt x="33" y="38"/>
                    <a:pt x="33" y="38"/>
                  </a:cubicBezTo>
                  <a:cubicBezTo>
                    <a:pt x="34" y="38"/>
                    <a:pt x="34" y="37"/>
                    <a:pt x="35" y="37"/>
                  </a:cubicBezTo>
                  <a:cubicBezTo>
                    <a:pt x="36" y="37"/>
                    <a:pt x="36" y="37"/>
                    <a:pt x="37" y="37"/>
                  </a:cubicBezTo>
                  <a:cubicBezTo>
                    <a:pt x="37" y="37"/>
                    <a:pt x="37" y="37"/>
                    <a:pt x="38" y="37"/>
                  </a:cubicBezTo>
                  <a:cubicBezTo>
                    <a:pt x="38" y="38"/>
                    <a:pt x="39" y="37"/>
                    <a:pt x="39" y="36"/>
                  </a:cubicBezTo>
                  <a:cubicBezTo>
                    <a:pt x="40" y="37"/>
                    <a:pt x="41" y="36"/>
                    <a:pt x="41" y="36"/>
                  </a:cubicBezTo>
                  <a:cubicBezTo>
                    <a:pt x="42" y="36"/>
                    <a:pt x="42" y="37"/>
                    <a:pt x="42" y="37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4" y="37"/>
                    <a:pt x="44" y="37"/>
                    <a:pt x="44" y="38"/>
                  </a:cubicBezTo>
                  <a:cubicBezTo>
                    <a:pt x="44" y="38"/>
                    <a:pt x="44" y="39"/>
                    <a:pt x="44" y="39"/>
                  </a:cubicBezTo>
                  <a:cubicBezTo>
                    <a:pt x="44" y="40"/>
                    <a:pt x="45" y="40"/>
                    <a:pt x="46" y="40"/>
                  </a:cubicBezTo>
                  <a:cubicBezTo>
                    <a:pt x="46" y="40"/>
                    <a:pt x="46" y="39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6" y="36"/>
                    <a:pt x="46" y="35"/>
                    <a:pt x="47" y="35"/>
                  </a:cubicBez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50BFC443-AA03-4D39-84F2-DA0F81BA5D3B}"/>
                </a:ext>
              </a:extLst>
            </p:cNvPr>
            <p:cNvSpPr/>
            <p:nvPr/>
          </p:nvSpPr>
          <p:spPr bwMode="auto">
            <a:xfrm>
              <a:off x="6338240" y="4481619"/>
              <a:ext cx="914292" cy="381439"/>
            </a:xfrm>
            <a:custGeom>
              <a:avLst/>
              <a:gdLst>
                <a:gd name="T0" fmla="*/ 537 w 733"/>
                <a:gd name="T1" fmla="*/ 173 h 306"/>
                <a:gd name="T2" fmla="*/ 543 w 733"/>
                <a:gd name="T3" fmla="*/ 306 h 306"/>
                <a:gd name="T4" fmla="*/ 338 w 733"/>
                <a:gd name="T5" fmla="*/ 173 h 306"/>
                <a:gd name="T6" fmla="*/ 39 w 733"/>
                <a:gd name="T7" fmla="*/ 89 h 306"/>
                <a:gd name="T8" fmla="*/ 300 w 733"/>
                <a:gd name="T9" fmla="*/ 0 h 306"/>
                <a:gd name="T10" fmla="*/ 702 w 733"/>
                <a:gd name="T11" fmla="*/ 89 h 306"/>
                <a:gd name="T12" fmla="*/ 537 w 733"/>
                <a:gd name="T13" fmla="*/ 173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3" h="306">
                  <a:moveTo>
                    <a:pt x="537" y="173"/>
                  </a:moveTo>
                  <a:cubicBezTo>
                    <a:pt x="543" y="306"/>
                    <a:pt x="543" y="306"/>
                    <a:pt x="543" y="306"/>
                  </a:cubicBezTo>
                  <a:cubicBezTo>
                    <a:pt x="338" y="173"/>
                    <a:pt x="338" y="173"/>
                    <a:pt x="338" y="173"/>
                  </a:cubicBezTo>
                  <a:cubicBezTo>
                    <a:pt x="195" y="162"/>
                    <a:pt x="70" y="128"/>
                    <a:pt x="39" y="89"/>
                  </a:cubicBezTo>
                  <a:cubicBezTo>
                    <a:pt x="0" y="40"/>
                    <a:pt x="117" y="0"/>
                    <a:pt x="300" y="0"/>
                  </a:cubicBezTo>
                  <a:cubicBezTo>
                    <a:pt x="483" y="0"/>
                    <a:pt x="663" y="40"/>
                    <a:pt x="702" y="89"/>
                  </a:cubicBezTo>
                  <a:cubicBezTo>
                    <a:pt x="733" y="128"/>
                    <a:pt x="662" y="162"/>
                    <a:pt x="537" y="173"/>
                  </a:cubicBezTo>
                  <a:close/>
                </a:path>
              </a:pathLst>
            </a:custGeom>
            <a:solidFill>
              <a:srgbClr val="D0DB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0" name="Group 21">
              <a:extLst>
                <a:ext uri="{FF2B5EF4-FFF2-40B4-BE49-F238E27FC236}">
                  <a16:creationId xmlns:a16="http://schemas.microsoft.com/office/drawing/2014/main" id="{57C1A60E-F3FC-45EE-A965-494011CF5640}"/>
                </a:ext>
              </a:extLst>
            </p:cNvPr>
            <p:cNvGrpSpPr/>
            <p:nvPr/>
          </p:nvGrpSpPr>
          <p:grpSpPr>
            <a:xfrm>
              <a:off x="7187653" y="4319128"/>
              <a:ext cx="141926" cy="113429"/>
              <a:chOff x="10496292" y="4420165"/>
              <a:chExt cx="236371" cy="188910"/>
            </a:xfrm>
          </p:grpSpPr>
          <p:sp>
            <p:nvSpPr>
              <p:cNvPr id="57" name="Freeform 45">
                <a:extLst>
                  <a:ext uri="{FF2B5EF4-FFF2-40B4-BE49-F238E27FC236}">
                    <a16:creationId xmlns:a16="http://schemas.microsoft.com/office/drawing/2014/main" id="{52FD4D2D-0549-4430-B75B-339B030F615D}"/>
                  </a:ext>
                </a:extLst>
              </p:cNvPr>
              <p:cNvSpPr/>
              <p:nvPr/>
            </p:nvSpPr>
            <p:spPr bwMode="auto">
              <a:xfrm>
                <a:off x="10496292" y="4420165"/>
                <a:ext cx="201212" cy="188910"/>
              </a:xfrm>
              <a:custGeom>
                <a:avLst/>
                <a:gdLst>
                  <a:gd name="T0" fmla="*/ 58 w 97"/>
                  <a:gd name="T1" fmla="*/ 45 h 91"/>
                  <a:gd name="T2" fmla="*/ 74 w 97"/>
                  <a:gd name="T3" fmla="*/ 32 h 91"/>
                  <a:gd name="T4" fmla="*/ 78 w 97"/>
                  <a:gd name="T5" fmla="*/ 32 h 91"/>
                  <a:gd name="T6" fmla="*/ 89 w 97"/>
                  <a:gd name="T7" fmla="*/ 40 h 91"/>
                  <a:gd name="T8" fmla="*/ 96 w 97"/>
                  <a:gd name="T9" fmla="*/ 37 h 91"/>
                  <a:gd name="T10" fmla="*/ 96 w 97"/>
                  <a:gd name="T11" fmla="*/ 22 h 91"/>
                  <a:gd name="T12" fmla="*/ 65 w 97"/>
                  <a:gd name="T13" fmla="*/ 3 h 91"/>
                  <a:gd name="T14" fmla="*/ 47 w 97"/>
                  <a:gd name="T15" fmla="*/ 20 h 91"/>
                  <a:gd name="T16" fmla="*/ 22 w 97"/>
                  <a:gd name="T17" fmla="*/ 13 h 91"/>
                  <a:gd name="T18" fmla="*/ 3 w 97"/>
                  <a:gd name="T19" fmla="*/ 43 h 91"/>
                  <a:gd name="T20" fmla="*/ 62 w 97"/>
                  <a:gd name="T21" fmla="*/ 91 h 91"/>
                  <a:gd name="T22" fmla="*/ 72 w 97"/>
                  <a:gd name="T23" fmla="*/ 82 h 91"/>
                  <a:gd name="T24" fmla="*/ 58 w 97"/>
                  <a:gd name="T25" fmla="*/ 45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7" h="91">
                    <a:moveTo>
                      <a:pt x="58" y="45"/>
                    </a:moveTo>
                    <a:cubicBezTo>
                      <a:pt x="60" y="37"/>
                      <a:pt x="66" y="32"/>
                      <a:pt x="74" y="32"/>
                    </a:cubicBezTo>
                    <a:cubicBezTo>
                      <a:pt x="76" y="32"/>
                      <a:pt x="77" y="32"/>
                      <a:pt x="78" y="32"/>
                    </a:cubicBezTo>
                    <a:cubicBezTo>
                      <a:pt x="83" y="33"/>
                      <a:pt x="87" y="36"/>
                      <a:pt x="89" y="40"/>
                    </a:cubicBezTo>
                    <a:cubicBezTo>
                      <a:pt x="91" y="39"/>
                      <a:pt x="94" y="38"/>
                      <a:pt x="96" y="37"/>
                    </a:cubicBezTo>
                    <a:cubicBezTo>
                      <a:pt x="97" y="28"/>
                      <a:pt x="96" y="22"/>
                      <a:pt x="96" y="22"/>
                    </a:cubicBezTo>
                    <a:cubicBezTo>
                      <a:pt x="93" y="9"/>
                      <a:pt x="79" y="0"/>
                      <a:pt x="65" y="3"/>
                    </a:cubicBezTo>
                    <a:cubicBezTo>
                      <a:pt x="56" y="5"/>
                      <a:pt x="49" y="12"/>
                      <a:pt x="47" y="20"/>
                    </a:cubicBezTo>
                    <a:cubicBezTo>
                      <a:pt x="41" y="14"/>
                      <a:pt x="31" y="10"/>
                      <a:pt x="22" y="13"/>
                    </a:cubicBezTo>
                    <a:cubicBezTo>
                      <a:pt x="8" y="16"/>
                      <a:pt x="0" y="29"/>
                      <a:pt x="3" y="43"/>
                    </a:cubicBezTo>
                    <a:cubicBezTo>
                      <a:pt x="3" y="43"/>
                      <a:pt x="8" y="77"/>
                      <a:pt x="62" y="91"/>
                    </a:cubicBezTo>
                    <a:cubicBezTo>
                      <a:pt x="66" y="88"/>
                      <a:pt x="69" y="85"/>
                      <a:pt x="72" y="82"/>
                    </a:cubicBezTo>
                    <a:cubicBezTo>
                      <a:pt x="54" y="63"/>
                      <a:pt x="57" y="47"/>
                      <a:pt x="58" y="45"/>
                    </a:cubicBezTo>
                    <a:close/>
                  </a:path>
                </a:pathLst>
              </a:custGeom>
              <a:solidFill>
                <a:srgbClr val="6C79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" name="Freeform 46">
                <a:extLst>
                  <a:ext uri="{FF2B5EF4-FFF2-40B4-BE49-F238E27FC236}">
                    <a16:creationId xmlns:a16="http://schemas.microsoft.com/office/drawing/2014/main" id="{711C71D4-A42C-4315-97FA-9AB7413E7C07}"/>
                  </a:ext>
                </a:extLst>
              </p:cNvPr>
              <p:cNvSpPr/>
              <p:nvPr/>
            </p:nvSpPr>
            <p:spPr bwMode="auto">
              <a:xfrm>
                <a:off x="10612287" y="4493113"/>
                <a:ext cx="120376" cy="101924"/>
              </a:xfrm>
              <a:custGeom>
                <a:avLst/>
                <a:gdLst>
                  <a:gd name="T0" fmla="*/ 46 w 58"/>
                  <a:gd name="T1" fmla="*/ 6 h 49"/>
                  <a:gd name="T2" fmla="*/ 42 w 58"/>
                  <a:gd name="T3" fmla="*/ 5 h 49"/>
                  <a:gd name="T4" fmla="*/ 40 w 58"/>
                  <a:gd name="T5" fmla="*/ 5 h 49"/>
                  <a:gd name="T6" fmla="*/ 32 w 58"/>
                  <a:gd name="T7" fmla="*/ 10 h 49"/>
                  <a:gd name="T8" fmla="*/ 22 w 58"/>
                  <a:gd name="T9" fmla="*/ 0 h 49"/>
                  <a:gd name="T10" fmla="*/ 18 w 58"/>
                  <a:gd name="T11" fmla="*/ 0 h 49"/>
                  <a:gd name="T12" fmla="*/ 5 w 58"/>
                  <a:gd name="T13" fmla="*/ 11 h 49"/>
                  <a:gd name="T14" fmla="*/ 18 w 58"/>
                  <a:gd name="T15" fmla="*/ 45 h 49"/>
                  <a:gd name="T16" fmla="*/ 23 w 58"/>
                  <a:gd name="T17" fmla="*/ 49 h 49"/>
                  <a:gd name="T18" fmla="*/ 56 w 58"/>
                  <a:gd name="T19" fmla="*/ 23 h 49"/>
                  <a:gd name="T20" fmla="*/ 46 w 58"/>
                  <a:gd name="T21" fmla="*/ 6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8" h="49">
                    <a:moveTo>
                      <a:pt x="46" y="6"/>
                    </a:moveTo>
                    <a:cubicBezTo>
                      <a:pt x="45" y="5"/>
                      <a:pt x="43" y="5"/>
                      <a:pt x="42" y="5"/>
                    </a:cubicBezTo>
                    <a:cubicBezTo>
                      <a:pt x="42" y="5"/>
                      <a:pt x="41" y="5"/>
                      <a:pt x="40" y="5"/>
                    </a:cubicBezTo>
                    <a:cubicBezTo>
                      <a:pt x="37" y="6"/>
                      <a:pt x="34" y="8"/>
                      <a:pt x="32" y="10"/>
                    </a:cubicBezTo>
                    <a:cubicBezTo>
                      <a:pt x="31" y="5"/>
                      <a:pt x="27" y="1"/>
                      <a:pt x="22" y="0"/>
                    </a:cubicBezTo>
                    <a:cubicBezTo>
                      <a:pt x="21" y="0"/>
                      <a:pt x="20" y="0"/>
                      <a:pt x="18" y="0"/>
                    </a:cubicBezTo>
                    <a:cubicBezTo>
                      <a:pt x="12" y="0"/>
                      <a:pt x="6" y="4"/>
                      <a:pt x="5" y="11"/>
                    </a:cubicBezTo>
                    <a:cubicBezTo>
                      <a:pt x="5" y="11"/>
                      <a:pt x="0" y="27"/>
                      <a:pt x="18" y="45"/>
                    </a:cubicBezTo>
                    <a:cubicBezTo>
                      <a:pt x="20" y="46"/>
                      <a:pt x="21" y="48"/>
                      <a:pt x="23" y="49"/>
                    </a:cubicBezTo>
                    <a:cubicBezTo>
                      <a:pt x="53" y="41"/>
                      <a:pt x="56" y="23"/>
                      <a:pt x="56" y="23"/>
                    </a:cubicBezTo>
                    <a:cubicBezTo>
                      <a:pt x="58" y="15"/>
                      <a:pt x="53" y="7"/>
                      <a:pt x="46" y="6"/>
                    </a:cubicBezTo>
                    <a:close/>
                  </a:path>
                </a:pathLst>
              </a:custGeom>
              <a:solidFill>
                <a:srgbClr val="6C79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" name="Freeform 47">
              <a:extLst>
                <a:ext uri="{FF2B5EF4-FFF2-40B4-BE49-F238E27FC236}">
                  <a16:creationId xmlns:a16="http://schemas.microsoft.com/office/drawing/2014/main" id="{22C1AC4B-FA18-4B53-94C4-9573211E23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32198" y="4371883"/>
              <a:ext cx="131894" cy="103406"/>
            </a:xfrm>
            <a:custGeom>
              <a:avLst/>
              <a:gdLst>
                <a:gd name="T0" fmla="*/ 95 w 106"/>
                <a:gd name="T1" fmla="*/ 19 h 83"/>
                <a:gd name="T2" fmla="*/ 86 w 106"/>
                <a:gd name="T3" fmla="*/ 19 h 83"/>
                <a:gd name="T4" fmla="*/ 86 w 106"/>
                <a:gd name="T5" fmla="*/ 24 h 83"/>
                <a:gd name="T6" fmla="*/ 96 w 106"/>
                <a:gd name="T7" fmla="*/ 47 h 83"/>
                <a:gd name="T8" fmla="*/ 96 w 106"/>
                <a:gd name="T9" fmla="*/ 58 h 83"/>
                <a:gd name="T10" fmla="*/ 86 w 106"/>
                <a:gd name="T11" fmla="*/ 83 h 83"/>
                <a:gd name="T12" fmla="*/ 106 w 106"/>
                <a:gd name="T13" fmla="*/ 79 h 83"/>
                <a:gd name="T14" fmla="*/ 106 w 106"/>
                <a:gd name="T15" fmla="*/ 30 h 83"/>
                <a:gd name="T16" fmla="*/ 85 w 106"/>
                <a:gd name="T17" fmla="*/ 0 h 83"/>
                <a:gd name="T18" fmla="*/ 53 w 106"/>
                <a:gd name="T19" fmla="*/ 7 h 83"/>
                <a:gd name="T20" fmla="*/ 86 w 106"/>
                <a:gd name="T21" fmla="*/ 19 h 83"/>
                <a:gd name="T22" fmla="*/ 53 w 106"/>
                <a:gd name="T23" fmla="*/ 67 h 83"/>
                <a:gd name="T24" fmla="*/ 81 w 106"/>
                <a:gd name="T25" fmla="*/ 79 h 83"/>
                <a:gd name="T26" fmla="*/ 86 w 106"/>
                <a:gd name="T27" fmla="*/ 83 h 83"/>
                <a:gd name="T28" fmla="*/ 75 w 106"/>
                <a:gd name="T29" fmla="*/ 58 h 83"/>
                <a:gd name="T30" fmla="*/ 86 w 106"/>
                <a:gd name="T31" fmla="*/ 47 h 83"/>
                <a:gd name="T32" fmla="*/ 53 w 106"/>
                <a:gd name="T33" fmla="*/ 24 h 83"/>
                <a:gd name="T34" fmla="*/ 53 w 106"/>
                <a:gd name="T35" fmla="*/ 0 h 83"/>
                <a:gd name="T36" fmla="*/ 20 w 106"/>
                <a:gd name="T37" fmla="*/ 1 h 83"/>
                <a:gd name="T38" fmla="*/ 27 w 106"/>
                <a:gd name="T39" fmla="*/ 7 h 83"/>
                <a:gd name="T40" fmla="*/ 53 w 106"/>
                <a:gd name="T41" fmla="*/ 7 h 83"/>
                <a:gd name="T42" fmla="*/ 20 w 106"/>
                <a:gd name="T43" fmla="*/ 83 h 83"/>
                <a:gd name="T44" fmla="*/ 25 w 106"/>
                <a:gd name="T45" fmla="*/ 79 h 83"/>
                <a:gd name="T46" fmla="*/ 53 w 106"/>
                <a:gd name="T47" fmla="*/ 67 h 83"/>
                <a:gd name="T48" fmla="*/ 20 w 106"/>
                <a:gd name="T49" fmla="*/ 24 h 83"/>
                <a:gd name="T50" fmla="*/ 31 w 106"/>
                <a:gd name="T51" fmla="*/ 47 h 83"/>
                <a:gd name="T52" fmla="*/ 31 w 106"/>
                <a:gd name="T53" fmla="*/ 58 h 83"/>
                <a:gd name="T54" fmla="*/ 20 w 106"/>
                <a:gd name="T55" fmla="*/ 83 h 83"/>
                <a:gd name="T56" fmla="*/ 11 w 106"/>
                <a:gd name="T57" fmla="*/ 19 h 83"/>
                <a:gd name="T58" fmla="*/ 0 w 106"/>
                <a:gd name="T59" fmla="*/ 64 h 83"/>
                <a:gd name="T60" fmla="*/ 0 w 106"/>
                <a:gd name="T61" fmla="*/ 79 h 83"/>
                <a:gd name="T62" fmla="*/ 20 w 106"/>
                <a:gd name="T63" fmla="*/ 83 h 83"/>
                <a:gd name="T64" fmla="*/ 10 w 106"/>
                <a:gd name="T65" fmla="*/ 58 h 83"/>
                <a:gd name="T66" fmla="*/ 20 w 106"/>
                <a:gd name="T67" fmla="*/ 47 h 83"/>
                <a:gd name="T68" fmla="*/ 18 w 106"/>
                <a:gd name="T69" fmla="*/ 24 h 83"/>
                <a:gd name="T70" fmla="*/ 20 w 106"/>
                <a:gd name="T71" fmla="*/ 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6" h="83">
                  <a:moveTo>
                    <a:pt x="106" y="30"/>
                  </a:moveTo>
                  <a:cubicBezTo>
                    <a:pt x="95" y="19"/>
                    <a:pt x="95" y="19"/>
                    <a:pt x="95" y="19"/>
                  </a:cubicBezTo>
                  <a:cubicBezTo>
                    <a:pt x="86" y="1"/>
                    <a:pt x="86" y="1"/>
                    <a:pt x="86" y="1"/>
                  </a:cubicBezTo>
                  <a:cubicBezTo>
                    <a:pt x="86" y="19"/>
                    <a:pt x="86" y="19"/>
                    <a:pt x="86" y="19"/>
                  </a:cubicBezTo>
                  <a:cubicBezTo>
                    <a:pt x="88" y="24"/>
                    <a:pt x="88" y="24"/>
                    <a:pt x="88" y="24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86" y="47"/>
                    <a:pt x="86" y="47"/>
                    <a:pt x="86" y="47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86" y="58"/>
                    <a:pt x="86" y="58"/>
                    <a:pt x="86" y="58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101" y="83"/>
                    <a:pt x="101" y="83"/>
                    <a:pt x="101" y="83"/>
                  </a:cubicBezTo>
                  <a:cubicBezTo>
                    <a:pt x="103" y="83"/>
                    <a:pt x="106" y="81"/>
                    <a:pt x="106" y="79"/>
                  </a:cubicBezTo>
                  <a:cubicBezTo>
                    <a:pt x="106" y="67"/>
                    <a:pt x="106" y="67"/>
                    <a:pt x="106" y="67"/>
                  </a:cubicBezTo>
                  <a:lnTo>
                    <a:pt x="106" y="30"/>
                  </a:lnTo>
                  <a:close/>
                  <a:moveTo>
                    <a:pt x="86" y="1"/>
                  </a:moveTo>
                  <a:cubicBezTo>
                    <a:pt x="85" y="0"/>
                    <a:pt x="85" y="0"/>
                    <a:pt x="85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79" y="7"/>
                    <a:pt x="79" y="7"/>
                    <a:pt x="79" y="7"/>
                  </a:cubicBezTo>
                  <a:cubicBezTo>
                    <a:pt x="86" y="19"/>
                    <a:pt x="86" y="19"/>
                    <a:pt x="86" y="19"/>
                  </a:cubicBezTo>
                  <a:cubicBezTo>
                    <a:pt x="86" y="1"/>
                    <a:pt x="86" y="1"/>
                    <a:pt x="86" y="1"/>
                  </a:cubicBezTo>
                  <a:close/>
                  <a:moveTo>
                    <a:pt x="53" y="67"/>
                  </a:moveTo>
                  <a:cubicBezTo>
                    <a:pt x="81" y="67"/>
                    <a:pt x="81" y="67"/>
                    <a:pt x="81" y="67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1" y="81"/>
                    <a:pt x="83" y="83"/>
                    <a:pt x="85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58"/>
                    <a:pt x="86" y="58"/>
                    <a:pt x="86" y="58"/>
                  </a:cubicBezTo>
                  <a:cubicBezTo>
                    <a:pt x="75" y="58"/>
                    <a:pt x="75" y="58"/>
                    <a:pt x="75" y="58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86" y="47"/>
                    <a:pt x="86" y="47"/>
                    <a:pt x="86" y="47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53" y="24"/>
                    <a:pt x="53" y="24"/>
                    <a:pt x="53" y="24"/>
                  </a:cubicBezTo>
                  <a:lnTo>
                    <a:pt x="53" y="67"/>
                  </a:lnTo>
                  <a:close/>
                  <a:moveTo>
                    <a:pt x="53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53" y="0"/>
                    <a:pt x="53" y="0"/>
                    <a:pt x="53" y="0"/>
                  </a:cubicBezTo>
                  <a:close/>
                  <a:moveTo>
                    <a:pt x="20" y="83"/>
                  </a:moveTo>
                  <a:cubicBezTo>
                    <a:pt x="20" y="83"/>
                    <a:pt x="20" y="83"/>
                    <a:pt x="20" y="83"/>
                  </a:cubicBezTo>
                  <a:cubicBezTo>
                    <a:pt x="23" y="83"/>
                    <a:pt x="25" y="81"/>
                    <a:pt x="25" y="79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53" y="67"/>
                    <a:pt x="53" y="67"/>
                    <a:pt x="53" y="67"/>
                  </a:cubicBezTo>
                  <a:cubicBezTo>
                    <a:pt x="53" y="24"/>
                    <a:pt x="53" y="24"/>
                    <a:pt x="53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58"/>
                    <a:pt x="31" y="58"/>
                    <a:pt x="31" y="58"/>
                  </a:cubicBezTo>
                  <a:cubicBezTo>
                    <a:pt x="31" y="58"/>
                    <a:pt x="31" y="58"/>
                    <a:pt x="31" y="58"/>
                  </a:cubicBezTo>
                  <a:cubicBezTo>
                    <a:pt x="20" y="58"/>
                    <a:pt x="20" y="58"/>
                    <a:pt x="20" y="58"/>
                  </a:cubicBezTo>
                  <a:lnTo>
                    <a:pt x="20" y="83"/>
                  </a:lnTo>
                  <a:close/>
                  <a:moveTo>
                    <a:pt x="20" y="1"/>
                  </a:moveTo>
                  <a:cubicBezTo>
                    <a:pt x="11" y="19"/>
                    <a:pt x="11" y="19"/>
                    <a:pt x="11" y="19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1"/>
                    <a:pt x="2" y="83"/>
                    <a:pt x="5" y="83"/>
                  </a:cubicBezTo>
                  <a:cubicBezTo>
                    <a:pt x="20" y="83"/>
                    <a:pt x="20" y="83"/>
                    <a:pt x="20" y="83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10" y="58"/>
                    <a:pt x="10" y="58"/>
                    <a:pt x="10" y="58"/>
                  </a:cubicBezTo>
                  <a:cubicBezTo>
                    <a:pt x="10" y="47"/>
                    <a:pt x="10" y="47"/>
                    <a:pt x="10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20" y="19"/>
                    <a:pt x="20" y="19"/>
                    <a:pt x="20" y="19"/>
                  </a:cubicBezTo>
                  <a:lnTo>
                    <a:pt x="20" y="1"/>
                  </a:lnTo>
                  <a:close/>
                </a:path>
              </a:pathLst>
            </a:custGeom>
            <a:solidFill>
              <a:srgbClr val="6C7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Freeform 48">
              <a:extLst>
                <a:ext uri="{FF2B5EF4-FFF2-40B4-BE49-F238E27FC236}">
                  <a16:creationId xmlns:a16="http://schemas.microsoft.com/office/drawing/2014/main" id="{8210CB20-9228-4DBC-BE15-FAD64B50AA9C}"/>
                </a:ext>
              </a:extLst>
            </p:cNvPr>
            <p:cNvSpPr/>
            <p:nvPr/>
          </p:nvSpPr>
          <p:spPr bwMode="auto">
            <a:xfrm>
              <a:off x="5468264" y="4536487"/>
              <a:ext cx="768681" cy="293333"/>
            </a:xfrm>
            <a:custGeom>
              <a:avLst/>
              <a:gdLst>
                <a:gd name="T0" fmla="*/ 493 w 616"/>
                <a:gd name="T1" fmla="*/ 235 h 235"/>
                <a:gd name="T2" fmla="*/ 300 w 616"/>
                <a:gd name="T3" fmla="*/ 133 h 235"/>
                <a:gd name="T4" fmla="*/ 40 w 616"/>
                <a:gd name="T5" fmla="*/ 68 h 235"/>
                <a:gd name="T6" fmla="*/ 238 w 616"/>
                <a:gd name="T7" fmla="*/ 0 h 235"/>
                <a:gd name="T8" fmla="*/ 583 w 616"/>
                <a:gd name="T9" fmla="*/ 68 h 235"/>
                <a:gd name="T10" fmla="*/ 463 w 616"/>
                <a:gd name="T11" fmla="*/ 133 h 235"/>
                <a:gd name="T12" fmla="*/ 493 w 616"/>
                <a:gd name="T13" fmla="*/ 235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6" h="235">
                  <a:moveTo>
                    <a:pt x="493" y="235"/>
                  </a:moveTo>
                  <a:cubicBezTo>
                    <a:pt x="300" y="133"/>
                    <a:pt x="300" y="133"/>
                    <a:pt x="300" y="133"/>
                  </a:cubicBezTo>
                  <a:cubicBezTo>
                    <a:pt x="181" y="124"/>
                    <a:pt x="73" y="99"/>
                    <a:pt x="40" y="68"/>
                  </a:cubicBezTo>
                  <a:cubicBezTo>
                    <a:pt x="0" y="31"/>
                    <a:pt x="88" y="0"/>
                    <a:pt x="238" y="0"/>
                  </a:cubicBezTo>
                  <a:cubicBezTo>
                    <a:pt x="388" y="0"/>
                    <a:pt x="542" y="31"/>
                    <a:pt x="583" y="68"/>
                  </a:cubicBezTo>
                  <a:cubicBezTo>
                    <a:pt x="616" y="99"/>
                    <a:pt x="564" y="124"/>
                    <a:pt x="463" y="133"/>
                  </a:cubicBezTo>
                  <a:lnTo>
                    <a:pt x="493" y="235"/>
                  </a:lnTo>
                  <a:close/>
                </a:path>
              </a:pathLst>
            </a:custGeom>
            <a:solidFill>
              <a:srgbClr val="D0DB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3" name="Group 26">
              <a:extLst>
                <a:ext uri="{FF2B5EF4-FFF2-40B4-BE49-F238E27FC236}">
                  <a16:creationId xmlns:a16="http://schemas.microsoft.com/office/drawing/2014/main" id="{44563B9E-9238-439C-9F6A-B86522B2888E}"/>
                </a:ext>
              </a:extLst>
            </p:cNvPr>
            <p:cNvGrpSpPr/>
            <p:nvPr/>
          </p:nvGrpSpPr>
          <p:grpSpPr>
            <a:xfrm>
              <a:off x="6134842" y="2017303"/>
              <a:ext cx="399469" cy="612518"/>
              <a:chOff x="8742922" y="586611"/>
              <a:chExt cx="665296" cy="1020119"/>
            </a:xfrm>
          </p:grpSpPr>
          <p:sp>
            <p:nvSpPr>
              <p:cNvPr id="53" name="Oval 27">
                <a:extLst>
                  <a:ext uri="{FF2B5EF4-FFF2-40B4-BE49-F238E27FC236}">
                    <a16:creationId xmlns:a16="http://schemas.microsoft.com/office/drawing/2014/main" id="{6100CD7B-3094-4910-B846-B0DAA8D546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74149" y="586611"/>
                <a:ext cx="589578" cy="589579"/>
              </a:xfrm>
              <a:prstGeom prst="ellipse">
                <a:avLst/>
              </a:prstGeom>
              <a:solidFill>
                <a:srgbClr val="089DA3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" name="Freeform 26">
                <a:extLst>
                  <a:ext uri="{FF2B5EF4-FFF2-40B4-BE49-F238E27FC236}">
                    <a16:creationId xmlns:a16="http://schemas.microsoft.com/office/drawing/2014/main" id="{3589166F-9753-4E34-80C2-5961826F8544}"/>
                  </a:ext>
                </a:extLst>
              </p:cNvPr>
              <p:cNvSpPr/>
              <p:nvPr/>
            </p:nvSpPr>
            <p:spPr bwMode="auto">
              <a:xfrm>
                <a:off x="8969210" y="1008365"/>
                <a:ext cx="199454" cy="598365"/>
              </a:xfrm>
              <a:custGeom>
                <a:avLst/>
                <a:gdLst>
                  <a:gd name="T0" fmla="*/ 113 w 227"/>
                  <a:gd name="T1" fmla="*/ 681 h 681"/>
                  <a:gd name="T2" fmla="*/ 0 w 227"/>
                  <a:gd name="T3" fmla="*/ 113 h 681"/>
                  <a:gd name="T4" fmla="*/ 94 w 227"/>
                  <a:gd name="T5" fmla="*/ 0 h 681"/>
                  <a:gd name="T6" fmla="*/ 227 w 227"/>
                  <a:gd name="T7" fmla="*/ 113 h 681"/>
                  <a:gd name="T8" fmla="*/ 113 w 227"/>
                  <a:gd name="T9" fmla="*/ 681 h 6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" h="681">
                    <a:moveTo>
                      <a:pt x="113" y="681"/>
                    </a:moveTo>
                    <a:lnTo>
                      <a:pt x="0" y="113"/>
                    </a:lnTo>
                    <a:lnTo>
                      <a:pt x="94" y="0"/>
                    </a:lnTo>
                    <a:lnTo>
                      <a:pt x="227" y="113"/>
                    </a:lnTo>
                    <a:lnTo>
                      <a:pt x="113" y="681"/>
                    </a:lnTo>
                    <a:close/>
                  </a:path>
                </a:pathLst>
              </a:custGeom>
              <a:solidFill>
                <a:srgbClr val="089DA3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" name="Oval 28">
                <a:extLst>
                  <a:ext uri="{FF2B5EF4-FFF2-40B4-BE49-F238E27FC236}">
                    <a16:creationId xmlns:a16="http://schemas.microsoft.com/office/drawing/2014/main" id="{2D37991B-21F1-4C1C-92F0-5B89B48CC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36532" y="650753"/>
                <a:ext cx="464808" cy="463051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" name="TextBox 30">
                <a:extLst>
                  <a:ext uri="{FF2B5EF4-FFF2-40B4-BE49-F238E27FC236}">
                    <a16:creationId xmlns:a16="http://schemas.microsoft.com/office/drawing/2014/main" id="{3CA23705-2688-4A30-A7C6-D08B07C2F314}"/>
                  </a:ext>
                </a:extLst>
              </p:cNvPr>
              <p:cNvSpPr txBox="1"/>
              <p:nvPr/>
            </p:nvSpPr>
            <p:spPr>
              <a:xfrm>
                <a:off x="8742922" y="595156"/>
                <a:ext cx="665296" cy="5382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089DA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01</a:t>
                </a:r>
              </a:p>
            </p:txBody>
          </p:sp>
        </p:grpSp>
        <p:grpSp>
          <p:nvGrpSpPr>
            <p:cNvPr id="24" name="Group 31">
              <a:extLst>
                <a:ext uri="{FF2B5EF4-FFF2-40B4-BE49-F238E27FC236}">
                  <a16:creationId xmlns:a16="http://schemas.microsoft.com/office/drawing/2014/main" id="{ED8D1E9E-C1A7-4743-B2D1-1DFA646CCB9D}"/>
                </a:ext>
              </a:extLst>
            </p:cNvPr>
            <p:cNvGrpSpPr/>
            <p:nvPr/>
          </p:nvGrpSpPr>
          <p:grpSpPr>
            <a:xfrm>
              <a:off x="5508358" y="2149197"/>
              <a:ext cx="482734" cy="836211"/>
              <a:chOff x="7699551" y="806273"/>
              <a:chExt cx="803971" cy="1392668"/>
            </a:xfrm>
          </p:grpSpPr>
          <p:sp>
            <p:nvSpPr>
              <p:cNvPr id="46" name="Freeform 33">
                <a:extLst>
                  <a:ext uri="{FF2B5EF4-FFF2-40B4-BE49-F238E27FC236}">
                    <a16:creationId xmlns:a16="http://schemas.microsoft.com/office/drawing/2014/main" id="{C95DAF7D-C832-4897-8704-4A3B53D81329}"/>
                  </a:ext>
                </a:extLst>
              </p:cNvPr>
              <p:cNvSpPr/>
              <p:nvPr/>
            </p:nvSpPr>
            <p:spPr bwMode="auto">
              <a:xfrm>
                <a:off x="7965787" y="1380034"/>
                <a:ext cx="271505" cy="818907"/>
              </a:xfrm>
              <a:custGeom>
                <a:avLst/>
                <a:gdLst>
                  <a:gd name="T0" fmla="*/ 153 w 309"/>
                  <a:gd name="T1" fmla="*/ 932 h 932"/>
                  <a:gd name="T2" fmla="*/ 0 w 309"/>
                  <a:gd name="T3" fmla="*/ 156 h 932"/>
                  <a:gd name="T4" fmla="*/ 127 w 309"/>
                  <a:gd name="T5" fmla="*/ 0 h 932"/>
                  <a:gd name="T6" fmla="*/ 309 w 309"/>
                  <a:gd name="T7" fmla="*/ 156 h 932"/>
                  <a:gd name="T8" fmla="*/ 153 w 309"/>
                  <a:gd name="T9" fmla="*/ 932 h 9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9" h="932">
                    <a:moveTo>
                      <a:pt x="153" y="932"/>
                    </a:moveTo>
                    <a:lnTo>
                      <a:pt x="0" y="156"/>
                    </a:lnTo>
                    <a:lnTo>
                      <a:pt x="127" y="0"/>
                    </a:lnTo>
                    <a:lnTo>
                      <a:pt x="309" y="156"/>
                    </a:lnTo>
                    <a:lnTo>
                      <a:pt x="153" y="932"/>
                    </a:lnTo>
                    <a:close/>
                  </a:path>
                </a:pathLst>
              </a:custGeom>
              <a:solidFill>
                <a:srgbClr val="089DA3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7" name="Oval 34">
                <a:extLst>
                  <a:ext uri="{FF2B5EF4-FFF2-40B4-BE49-F238E27FC236}">
                    <a16:creationId xmlns:a16="http://schemas.microsoft.com/office/drawing/2014/main" id="{052F58C0-51C6-4279-AEE4-BA80438285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99551" y="806273"/>
                <a:ext cx="803971" cy="804847"/>
              </a:xfrm>
              <a:prstGeom prst="ellipse">
                <a:avLst/>
              </a:prstGeom>
              <a:solidFill>
                <a:srgbClr val="089DA3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0" name="Oval 35">
                <a:extLst>
                  <a:ext uri="{FF2B5EF4-FFF2-40B4-BE49-F238E27FC236}">
                    <a16:creationId xmlns:a16="http://schemas.microsoft.com/office/drawing/2014/main" id="{4596124A-6F10-4BE1-B3E2-F5F1C78D72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84776" y="891502"/>
                <a:ext cx="633511" cy="634389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" name="TextBox 35">
                <a:extLst>
                  <a:ext uri="{FF2B5EF4-FFF2-40B4-BE49-F238E27FC236}">
                    <a16:creationId xmlns:a16="http://schemas.microsoft.com/office/drawing/2014/main" id="{E83761F0-3D4F-42D1-B6E1-1198187FC0BB}"/>
                  </a:ext>
                </a:extLst>
              </p:cNvPr>
              <p:cNvSpPr txBox="1"/>
              <p:nvPr/>
            </p:nvSpPr>
            <p:spPr>
              <a:xfrm>
                <a:off x="7734177" y="914412"/>
                <a:ext cx="734708" cy="6151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89DA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02</a:t>
                </a:r>
              </a:p>
            </p:txBody>
          </p:sp>
        </p:grpSp>
        <p:grpSp>
          <p:nvGrpSpPr>
            <p:cNvPr id="27" name="Group 36">
              <a:extLst>
                <a:ext uri="{FF2B5EF4-FFF2-40B4-BE49-F238E27FC236}">
                  <a16:creationId xmlns:a16="http://schemas.microsoft.com/office/drawing/2014/main" id="{972C3E8B-B705-4713-AD4A-733E36CBC883}"/>
                </a:ext>
              </a:extLst>
            </p:cNvPr>
            <p:cNvGrpSpPr/>
            <p:nvPr/>
          </p:nvGrpSpPr>
          <p:grpSpPr>
            <a:xfrm>
              <a:off x="4759730" y="2416679"/>
              <a:ext cx="588776" cy="1019281"/>
              <a:chOff x="6452732" y="1251752"/>
              <a:chExt cx="980578" cy="1697563"/>
            </a:xfrm>
          </p:grpSpPr>
          <p:sp>
            <p:nvSpPr>
              <p:cNvPr id="42" name="Freeform 37">
                <a:extLst>
                  <a:ext uri="{FF2B5EF4-FFF2-40B4-BE49-F238E27FC236}">
                    <a16:creationId xmlns:a16="http://schemas.microsoft.com/office/drawing/2014/main" id="{34CA5F4C-08AB-449C-A439-D4AC7912DE0F}"/>
                  </a:ext>
                </a:extLst>
              </p:cNvPr>
              <p:cNvSpPr/>
              <p:nvPr/>
            </p:nvSpPr>
            <p:spPr bwMode="auto">
              <a:xfrm>
                <a:off x="6779588" y="1952041"/>
                <a:ext cx="329496" cy="997274"/>
              </a:xfrm>
              <a:custGeom>
                <a:avLst/>
                <a:gdLst>
                  <a:gd name="T0" fmla="*/ 186 w 375"/>
                  <a:gd name="T1" fmla="*/ 1135 h 1135"/>
                  <a:gd name="T2" fmla="*/ 0 w 375"/>
                  <a:gd name="T3" fmla="*/ 189 h 1135"/>
                  <a:gd name="T4" fmla="*/ 156 w 375"/>
                  <a:gd name="T5" fmla="*/ 0 h 1135"/>
                  <a:gd name="T6" fmla="*/ 375 w 375"/>
                  <a:gd name="T7" fmla="*/ 189 h 1135"/>
                  <a:gd name="T8" fmla="*/ 186 w 375"/>
                  <a:gd name="T9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5" h="1135">
                    <a:moveTo>
                      <a:pt x="186" y="1135"/>
                    </a:moveTo>
                    <a:lnTo>
                      <a:pt x="0" y="189"/>
                    </a:lnTo>
                    <a:lnTo>
                      <a:pt x="156" y="0"/>
                    </a:lnTo>
                    <a:lnTo>
                      <a:pt x="375" y="189"/>
                    </a:lnTo>
                    <a:lnTo>
                      <a:pt x="186" y="1135"/>
                    </a:lnTo>
                    <a:close/>
                  </a:path>
                </a:pathLst>
              </a:custGeom>
              <a:solidFill>
                <a:srgbClr val="089DA3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" name="Oval 38">
                <a:extLst>
                  <a:ext uri="{FF2B5EF4-FFF2-40B4-BE49-F238E27FC236}">
                    <a16:creationId xmlns:a16="http://schemas.microsoft.com/office/drawing/2014/main" id="{D43ED8C2-A18B-493F-8BDF-D6508E9B30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2732" y="1251752"/>
                <a:ext cx="980578" cy="982337"/>
              </a:xfrm>
              <a:prstGeom prst="ellipse">
                <a:avLst/>
              </a:prstGeom>
              <a:solidFill>
                <a:srgbClr val="089DA3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" name="Oval 39">
                <a:extLst>
                  <a:ext uri="{FF2B5EF4-FFF2-40B4-BE49-F238E27FC236}">
                    <a16:creationId xmlns:a16="http://schemas.microsoft.com/office/drawing/2014/main" id="{28D43867-4553-4BAE-BCBF-AE764DCC2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6416" y="1357193"/>
                <a:ext cx="773216" cy="77146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TextBox 40">
                <a:extLst>
                  <a:ext uri="{FF2B5EF4-FFF2-40B4-BE49-F238E27FC236}">
                    <a16:creationId xmlns:a16="http://schemas.microsoft.com/office/drawing/2014/main" id="{0A16C036-DFAC-485F-BB86-8A1035A53DE4}"/>
                  </a:ext>
                </a:extLst>
              </p:cNvPr>
              <p:cNvSpPr txBox="1"/>
              <p:nvPr/>
            </p:nvSpPr>
            <p:spPr>
              <a:xfrm>
                <a:off x="6500013" y="1354474"/>
                <a:ext cx="878874" cy="7688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89DA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03</a:t>
                </a:r>
              </a:p>
            </p:txBody>
          </p:sp>
        </p:grpSp>
        <p:grpSp>
          <p:nvGrpSpPr>
            <p:cNvPr id="28" name="Group 41">
              <a:extLst>
                <a:ext uri="{FF2B5EF4-FFF2-40B4-BE49-F238E27FC236}">
                  <a16:creationId xmlns:a16="http://schemas.microsoft.com/office/drawing/2014/main" id="{1C986B9C-6E08-4FDC-B8B9-5E1DCB4CE8B8}"/>
                </a:ext>
              </a:extLst>
            </p:cNvPr>
            <p:cNvGrpSpPr/>
            <p:nvPr/>
          </p:nvGrpSpPr>
          <p:grpSpPr>
            <a:xfrm>
              <a:off x="5744186" y="3658069"/>
              <a:ext cx="677411" cy="1171751"/>
              <a:chOff x="8092302" y="3319227"/>
              <a:chExt cx="1128194" cy="1951493"/>
            </a:xfrm>
          </p:grpSpPr>
          <p:sp>
            <p:nvSpPr>
              <p:cNvPr id="38" name="Freeform 49">
                <a:extLst>
                  <a:ext uri="{FF2B5EF4-FFF2-40B4-BE49-F238E27FC236}">
                    <a16:creationId xmlns:a16="http://schemas.microsoft.com/office/drawing/2014/main" id="{8E8F0351-C212-44BE-9AB1-28AD00C18521}"/>
                  </a:ext>
                </a:extLst>
              </p:cNvPr>
              <p:cNvSpPr/>
              <p:nvPr/>
            </p:nvSpPr>
            <p:spPr bwMode="auto">
              <a:xfrm>
                <a:off x="8466611" y="4123196"/>
                <a:ext cx="379579" cy="1147524"/>
              </a:xfrm>
              <a:custGeom>
                <a:avLst/>
                <a:gdLst>
                  <a:gd name="T0" fmla="*/ 217 w 432"/>
                  <a:gd name="T1" fmla="*/ 1306 h 1306"/>
                  <a:gd name="T2" fmla="*/ 0 w 432"/>
                  <a:gd name="T3" fmla="*/ 218 h 1306"/>
                  <a:gd name="T4" fmla="*/ 179 w 432"/>
                  <a:gd name="T5" fmla="*/ 0 h 1306"/>
                  <a:gd name="T6" fmla="*/ 432 w 432"/>
                  <a:gd name="T7" fmla="*/ 218 h 1306"/>
                  <a:gd name="T8" fmla="*/ 217 w 432"/>
                  <a:gd name="T9" fmla="*/ 1306 h 1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2" h="1306">
                    <a:moveTo>
                      <a:pt x="217" y="1306"/>
                    </a:moveTo>
                    <a:lnTo>
                      <a:pt x="0" y="218"/>
                    </a:lnTo>
                    <a:lnTo>
                      <a:pt x="179" y="0"/>
                    </a:lnTo>
                    <a:lnTo>
                      <a:pt x="432" y="218"/>
                    </a:lnTo>
                    <a:lnTo>
                      <a:pt x="217" y="1306"/>
                    </a:lnTo>
                    <a:close/>
                  </a:path>
                </a:pathLst>
              </a:custGeom>
              <a:solidFill>
                <a:srgbClr val="089DA3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Oval 50">
                <a:extLst>
                  <a:ext uri="{FF2B5EF4-FFF2-40B4-BE49-F238E27FC236}">
                    <a16:creationId xmlns:a16="http://schemas.microsoft.com/office/drawing/2014/main" id="{68AFE338-0FFF-4CAC-9189-AF01717C99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2302" y="3319227"/>
                <a:ext cx="1128194" cy="1128194"/>
              </a:xfrm>
              <a:prstGeom prst="ellipse">
                <a:avLst/>
              </a:prstGeom>
              <a:solidFill>
                <a:srgbClr val="089DA3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Oval 51">
                <a:extLst>
                  <a:ext uri="{FF2B5EF4-FFF2-40B4-BE49-F238E27FC236}">
                    <a16:creationId xmlns:a16="http://schemas.microsoft.com/office/drawing/2014/main" id="{2FA96666-769A-4154-A318-43BDE329B0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12682" y="3439604"/>
                <a:ext cx="887442" cy="887441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" name="TextBox 45">
                <a:extLst>
                  <a:ext uri="{FF2B5EF4-FFF2-40B4-BE49-F238E27FC236}">
                    <a16:creationId xmlns:a16="http://schemas.microsoft.com/office/drawing/2014/main" id="{141CC757-1B40-42F5-B500-4FF2899BCA1A}"/>
                  </a:ext>
                </a:extLst>
              </p:cNvPr>
              <p:cNvSpPr txBox="1"/>
              <p:nvPr/>
            </p:nvSpPr>
            <p:spPr>
              <a:xfrm>
                <a:off x="8182258" y="3467627"/>
                <a:ext cx="948287" cy="8457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089DA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04</a:t>
                </a:r>
              </a:p>
            </p:txBody>
          </p:sp>
        </p:grpSp>
        <p:grpSp>
          <p:nvGrpSpPr>
            <p:cNvPr id="29" name="Group 46">
              <a:extLst>
                <a:ext uri="{FF2B5EF4-FFF2-40B4-BE49-F238E27FC236}">
                  <a16:creationId xmlns:a16="http://schemas.microsoft.com/office/drawing/2014/main" id="{2067F55B-738A-43D7-A495-F6B46B24E023}"/>
                </a:ext>
              </a:extLst>
            </p:cNvPr>
            <p:cNvGrpSpPr/>
            <p:nvPr/>
          </p:nvGrpSpPr>
          <p:grpSpPr>
            <a:xfrm>
              <a:off x="6602556" y="3432266"/>
              <a:ext cx="827242" cy="1430792"/>
              <a:chOff x="9521881" y="2943163"/>
              <a:chExt cx="1377732" cy="2382916"/>
            </a:xfrm>
          </p:grpSpPr>
          <p:sp>
            <p:nvSpPr>
              <p:cNvPr id="30" name="Freeform 42">
                <a:extLst>
                  <a:ext uri="{FF2B5EF4-FFF2-40B4-BE49-F238E27FC236}">
                    <a16:creationId xmlns:a16="http://schemas.microsoft.com/office/drawing/2014/main" id="{4B6C0CA2-30B4-454D-A029-4E8D58902AB7}"/>
                  </a:ext>
                </a:extLst>
              </p:cNvPr>
              <p:cNvSpPr/>
              <p:nvPr/>
            </p:nvSpPr>
            <p:spPr bwMode="auto">
              <a:xfrm>
                <a:off x="9977026" y="3925502"/>
                <a:ext cx="464809" cy="1400577"/>
              </a:xfrm>
              <a:custGeom>
                <a:avLst/>
                <a:gdLst>
                  <a:gd name="T0" fmla="*/ 265 w 529"/>
                  <a:gd name="T1" fmla="*/ 1594 h 1594"/>
                  <a:gd name="T2" fmla="*/ 0 w 529"/>
                  <a:gd name="T3" fmla="*/ 265 h 1594"/>
                  <a:gd name="T4" fmla="*/ 220 w 529"/>
                  <a:gd name="T5" fmla="*/ 0 h 1594"/>
                  <a:gd name="T6" fmla="*/ 529 w 529"/>
                  <a:gd name="T7" fmla="*/ 265 h 1594"/>
                  <a:gd name="T8" fmla="*/ 265 w 529"/>
                  <a:gd name="T9" fmla="*/ 1594 h 1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9" h="1594">
                    <a:moveTo>
                      <a:pt x="265" y="1594"/>
                    </a:moveTo>
                    <a:lnTo>
                      <a:pt x="0" y="265"/>
                    </a:lnTo>
                    <a:lnTo>
                      <a:pt x="220" y="0"/>
                    </a:lnTo>
                    <a:lnTo>
                      <a:pt x="529" y="265"/>
                    </a:lnTo>
                    <a:lnTo>
                      <a:pt x="265" y="1594"/>
                    </a:lnTo>
                    <a:close/>
                  </a:path>
                </a:pathLst>
              </a:custGeom>
              <a:solidFill>
                <a:srgbClr val="089DA3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Oval 43">
                <a:extLst>
                  <a:ext uri="{FF2B5EF4-FFF2-40B4-BE49-F238E27FC236}">
                    <a16:creationId xmlns:a16="http://schemas.microsoft.com/office/drawing/2014/main" id="{FAB52646-CE73-4B82-917C-E8F20E2299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21881" y="2943163"/>
                <a:ext cx="1377732" cy="1377732"/>
              </a:xfrm>
              <a:prstGeom prst="ellipse">
                <a:avLst/>
              </a:prstGeom>
              <a:solidFill>
                <a:srgbClr val="089DA3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Oval 44">
                <a:extLst>
                  <a:ext uri="{FF2B5EF4-FFF2-40B4-BE49-F238E27FC236}">
                    <a16:creationId xmlns:a16="http://schemas.microsoft.com/office/drawing/2014/main" id="{62C9AC42-904A-4773-9445-8F7E6BB60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6857" y="3088141"/>
                <a:ext cx="1085140" cy="1085139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TextBox 50">
                <a:extLst>
                  <a:ext uri="{FF2B5EF4-FFF2-40B4-BE49-F238E27FC236}">
                    <a16:creationId xmlns:a16="http://schemas.microsoft.com/office/drawing/2014/main" id="{20D7566D-FC82-4055-B4DE-1C0EFD65C842}"/>
                  </a:ext>
                </a:extLst>
              </p:cNvPr>
              <p:cNvSpPr txBox="1"/>
              <p:nvPr/>
            </p:nvSpPr>
            <p:spPr>
              <a:xfrm>
                <a:off x="9667766" y="3136400"/>
                <a:ext cx="1092453" cy="9995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300" b="1" dirty="0">
                    <a:solidFill>
                      <a:srgbClr val="089DA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05</a:t>
                </a: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6705B600-69F0-4CB3-9007-14910B7B5D76}"/>
              </a:ext>
            </a:extLst>
          </p:cNvPr>
          <p:cNvGrpSpPr>
            <a:grpSpLocks noChangeAspect="1"/>
          </p:cNvGrpSpPr>
          <p:nvPr/>
        </p:nvGrpSpPr>
        <p:grpSpPr>
          <a:xfrm>
            <a:off x="4158871" y="2055425"/>
            <a:ext cx="417410" cy="720000"/>
            <a:chOff x="6136794" y="2783395"/>
            <a:chExt cx="829484" cy="1430792"/>
          </a:xfrm>
        </p:grpSpPr>
        <p:sp>
          <p:nvSpPr>
            <p:cNvPr id="71" name="Freeform 42">
              <a:extLst>
                <a:ext uri="{FF2B5EF4-FFF2-40B4-BE49-F238E27FC236}">
                  <a16:creationId xmlns:a16="http://schemas.microsoft.com/office/drawing/2014/main" id="{5E3E8EE2-03A5-4F40-A8B8-976421795B79}"/>
                </a:ext>
              </a:extLst>
            </p:cNvPr>
            <p:cNvSpPr/>
            <p:nvPr/>
          </p:nvSpPr>
          <p:spPr bwMode="auto">
            <a:xfrm>
              <a:off x="6412322" y="3373228"/>
              <a:ext cx="279089" cy="840959"/>
            </a:xfrm>
            <a:custGeom>
              <a:avLst/>
              <a:gdLst>
                <a:gd name="T0" fmla="*/ 265 w 529"/>
                <a:gd name="T1" fmla="*/ 1594 h 1594"/>
                <a:gd name="T2" fmla="*/ 0 w 529"/>
                <a:gd name="T3" fmla="*/ 265 h 1594"/>
                <a:gd name="T4" fmla="*/ 220 w 529"/>
                <a:gd name="T5" fmla="*/ 0 h 1594"/>
                <a:gd name="T6" fmla="*/ 529 w 529"/>
                <a:gd name="T7" fmla="*/ 265 h 1594"/>
                <a:gd name="T8" fmla="*/ 265 w 529"/>
                <a:gd name="T9" fmla="*/ 1594 h 1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1594">
                  <a:moveTo>
                    <a:pt x="265" y="1594"/>
                  </a:moveTo>
                  <a:lnTo>
                    <a:pt x="0" y="265"/>
                  </a:lnTo>
                  <a:lnTo>
                    <a:pt x="220" y="0"/>
                  </a:lnTo>
                  <a:lnTo>
                    <a:pt x="529" y="265"/>
                  </a:lnTo>
                  <a:lnTo>
                    <a:pt x="265" y="1594"/>
                  </a:lnTo>
                  <a:close/>
                </a:path>
              </a:pathLst>
            </a:custGeom>
            <a:solidFill>
              <a:srgbClr val="089DA3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Oval 43">
              <a:extLst>
                <a:ext uri="{FF2B5EF4-FFF2-40B4-BE49-F238E27FC236}">
                  <a16:creationId xmlns:a16="http://schemas.microsoft.com/office/drawing/2014/main" id="{F20E49B5-1762-47BA-A8D8-53DE76285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9036" y="2783395"/>
              <a:ext cx="827242" cy="827242"/>
            </a:xfrm>
            <a:prstGeom prst="ellipse">
              <a:avLst/>
            </a:prstGeom>
            <a:solidFill>
              <a:srgbClr val="089DA3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Oval 44">
              <a:extLst>
                <a:ext uri="{FF2B5EF4-FFF2-40B4-BE49-F238E27FC236}">
                  <a16:creationId xmlns:a16="http://schemas.microsoft.com/office/drawing/2014/main" id="{A2BB6219-7E60-41A0-B4B0-D19726D46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6085" y="2870445"/>
              <a:ext cx="651559" cy="65155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TextBox 50">
              <a:extLst>
                <a:ext uri="{FF2B5EF4-FFF2-40B4-BE49-F238E27FC236}">
                  <a16:creationId xmlns:a16="http://schemas.microsoft.com/office/drawing/2014/main" id="{BAD91B0F-3CEA-4CD2-A392-C52D00AECFBD}"/>
                </a:ext>
              </a:extLst>
            </p:cNvPr>
            <p:cNvSpPr txBox="1"/>
            <p:nvPr/>
          </p:nvSpPr>
          <p:spPr>
            <a:xfrm>
              <a:off x="6136794" y="2852731"/>
              <a:ext cx="819313" cy="6727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89DA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8D08C4FA-3CC4-4DA8-964F-7A4B4C1BF60D}"/>
              </a:ext>
            </a:extLst>
          </p:cNvPr>
          <p:cNvGrpSpPr>
            <a:grpSpLocks noChangeAspect="1"/>
          </p:cNvGrpSpPr>
          <p:nvPr/>
        </p:nvGrpSpPr>
        <p:grpSpPr>
          <a:xfrm>
            <a:off x="4158874" y="4829852"/>
            <a:ext cx="417407" cy="720000"/>
            <a:chOff x="6136800" y="2783395"/>
            <a:chExt cx="829478" cy="1430792"/>
          </a:xfrm>
        </p:grpSpPr>
        <p:sp>
          <p:nvSpPr>
            <p:cNvPr id="81" name="Freeform 42">
              <a:extLst>
                <a:ext uri="{FF2B5EF4-FFF2-40B4-BE49-F238E27FC236}">
                  <a16:creationId xmlns:a16="http://schemas.microsoft.com/office/drawing/2014/main" id="{28CAC2F0-4C00-494F-8351-54339A694B67}"/>
                </a:ext>
              </a:extLst>
            </p:cNvPr>
            <p:cNvSpPr/>
            <p:nvPr/>
          </p:nvSpPr>
          <p:spPr bwMode="auto">
            <a:xfrm>
              <a:off x="6412322" y="3373228"/>
              <a:ext cx="279089" cy="840959"/>
            </a:xfrm>
            <a:custGeom>
              <a:avLst/>
              <a:gdLst>
                <a:gd name="T0" fmla="*/ 265 w 529"/>
                <a:gd name="T1" fmla="*/ 1594 h 1594"/>
                <a:gd name="T2" fmla="*/ 0 w 529"/>
                <a:gd name="T3" fmla="*/ 265 h 1594"/>
                <a:gd name="T4" fmla="*/ 220 w 529"/>
                <a:gd name="T5" fmla="*/ 0 h 1594"/>
                <a:gd name="T6" fmla="*/ 529 w 529"/>
                <a:gd name="T7" fmla="*/ 265 h 1594"/>
                <a:gd name="T8" fmla="*/ 265 w 529"/>
                <a:gd name="T9" fmla="*/ 1594 h 1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1594">
                  <a:moveTo>
                    <a:pt x="265" y="1594"/>
                  </a:moveTo>
                  <a:lnTo>
                    <a:pt x="0" y="265"/>
                  </a:lnTo>
                  <a:lnTo>
                    <a:pt x="220" y="0"/>
                  </a:lnTo>
                  <a:lnTo>
                    <a:pt x="529" y="265"/>
                  </a:lnTo>
                  <a:lnTo>
                    <a:pt x="265" y="1594"/>
                  </a:lnTo>
                  <a:close/>
                </a:path>
              </a:pathLst>
            </a:custGeom>
            <a:solidFill>
              <a:srgbClr val="089DA3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Oval 43">
              <a:extLst>
                <a:ext uri="{FF2B5EF4-FFF2-40B4-BE49-F238E27FC236}">
                  <a16:creationId xmlns:a16="http://schemas.microsoft.com/office/drawing/2014/main" id="{028F961D-17BF-45F1-B729-A7B6E74CB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9036" y="2783395"/>
              <a:ext cx="827242" cy="827242"/>
            </a:xfrm>
            <a:prstGeom prst="ellipse">
              <a:avLst/>
            </a:prstGeom>
            <a:solidFill>
              <a:srgbClr val="089DA3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Oval 44">
              <a:extLst>
                <a:ext uri="{FF2B5EF4-FFF2-40B4-BE49-F238E27FC236}">
                  <a16:creationId xmlns:a16="http://schemas.microsoft.com/office/drawing/2014/main" id="{7C5EA078-A98B-415C-B13F-CBEC2E2B7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6085" y="2870445"/>
              <a:ext cx="651559" cy="65155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TextBox 50">
              <a:extLst>
                <a:ext uri="{FF2B5EF4-FFF2-40B4-BE49-F238E27FC236}">
                  <a16:creationId xmlns:a16="http://schemas.microsoft.com/office/drawing/2014/main" id="{2EE1880C-594D-4B33-A802-E9C6560538E5}"/>
                </a:ext>
              </a:extLst>
            </p:cNvPr>
            <p:cNvSpPr txBox="1"/>
            <p:nvPr/>
          </p:nvSpPr>
          <p:spPr>
            <a:xfrm>
              <a:off x="6136800" y="2840823"/>
              <a:ext cx="819313" cy="6727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89DA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C5916C26-900A-4381-922B-E16432BCBD28}"/>
              </a:ext>
            </a:extLst>
          </p:cNvPr>
          <p:cNvGrpSpPr>
            <a:grpSpLocks noChangeAspect="1"/>
          </p:cNvGrpSpPr>
          <p:nvPr/>
        </p:nvGrpSpPr>
        <p:grpSpPr>
          <a:xfrm>
            <a:off x="4160000" y="3905043"/>
            <a:ext cx="416282" cy="720000"/>
            <a:chOff x="6139036" y="2783395"/>
            <a:chExt cx="827242" cy="1430792"/>
          </a:xfrm>
        </p:grpSpPr>
        <p:sp>
          <p:nvSpPr>
            <p:cNvPr id="86" name="Freeform 42">
              <a:extLst>
                <a:ext uri="{FF2B5EF4-FFF2-40B4-BE49-F238E27FC236}">
                  <a16:creationId xmlns:a16="http://schemas.microsoft.com/office/drawing/2014/main" id="{67C8A82D-152D-4632-9020-1753BBDAAF17}"/>
                </a:ext>
              </a:extLst>
            </p:cNvPr>
            <p:cNvSpPr/>
            <p:nvPr/>
          </p:nvSpPr>
          <p:spPr bwMode="auto">
            <a:xfrm>
              <a:off x="6412322" y="3373228"/>
              <a:ext cx="279089" cy="840959"/>
            </a:xfrm>
            <a:custGeom>
              <a:avLst/>
              <a:gdLst>
                <a:gd name="T0" fmla="*/ 265 w 529"/>
                <a:gd name="T1" fmla="*/ 1594 h 1594"/>
                <a:gd name="T2" fmla="*/ 0 w 529"/>
                <a:gd name="T3" fmla="*/ 265 h 1594"/>
                <a:gd name="T4" fmla="*/ 220 w 529"/>
                <a:gd name="T5" fmla="*/ 0 h 1594"/>
                <a:gd name="T6" fmla="*/ 529 w 529"/>
                <a:gd name="T7" fmla="*/ 265 h 1594"/>
                <a:gd name="T8" fmla="*/ 265 w 529"/>
                <a:gd name="T9" fmla="*/ 1594 h 1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1594">
                  <a:moveTo>
                    <a:pt x="265" y="1594"/>
                  </a:moveTo>
                  <a:lnTo>
                    <a:pt x="0" y="265"/>
                  </a:lnTo>
                  <a:lnTo>
                    <a:pt x="220" y="0"/>
                  </a:lnTo>
                  <a:lnTo>
                    <a:pt x="529" y="265"/>
                  </a:lnTo>
                  <a:lnTo>
                    <a:pt x="265" y="1594"/>
                  </a:lnTo>
                  <a:close/>
                </a:path>
              </a:pathLst>
            </a:custGeom>
            <a:solidFill>
              <a:srgbClr val="089DA3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Oval 43">
              <a:extLst>
                <a:ext uri="{FF2B5EF4-FFF2-40B4-BE49-F238E27FC236}">
                  <a16:creationId xmlns:a16="http://schemas.microsoft.com/office/drawing/2014/main" id="{543F3456-AED4-41FC-82DC-8F0F283D3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9036" y="2783395"/>
              <a:ext cx="827242" cy="827242"/>
            </a:xfrm>
            <a:prstGeom prst="ellipse">
              <a:avLst/>
            </a:prstGeom>
            <a:solidFill>
              <a:srgbClr val="089DA3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Oval 44">
              <a:extLst>
                <a:ext uri="{FF2B5EF4-FFF2-40B4-BE49-F238E27FC236}">
                  <a16:creationId xmlns:a16="http://schemas.microsoft.com/office/drawing/2014/main" id="{1FE1FC46-5DC2-4A31-8E1B-FB40FB5AC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6085" y="2870445"/>
              <a:ext cx="651559" cy="65155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TextBox 50">
              <a:extLst>
                <a:ext uri="{FF2B5EF4-FFF2-40B4-BE49-F238E27FC236}">
                  <a16:creationId xmlns:a16="http://schemas.microsoft.com/office/drawing/2014/main" id="{35FF956B-0B68-4FCC-BA32-CF8705FFEC82}"/>
                </a:ext>
              </a:extLst>
            </p:cNvPr>
            <p:cNvSpPr txBox="1"/>
            <p:nvPr/>
          </p:nvSpPr>
          <p:spPr>
            <a:xfrm>
              <a:off x="6142299" y="2865377"/>
              <a:ext cx="819313" cy="6727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89DA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</a:p>
          </p:txBody>
        </p:sp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9A63A589-1C8A-4B32-BEFD-DD3611C2625C}"/>
              </a:ext>
            </a:extLst>
          </p:cNvPr>
          <p:cNvGrpSpPr>
            <a:grpSpLocks noChangeAspect="1"/>
          </p:cNvGrpSpPr>
          <p:nvPr/>
        </p:nvGrpSpPr>
        <p:grpSpPr>
          <a:xfrm>
            <a:off x="4158873" y="2980234"/>
            <a:ext cx="417408" cy="720000"/>
            <a:chOff x="6136798" y="2783395"/>
            <a:chExt cx="829480" cy="1430792"/>
          </a:xfrm>
        </p:grpSpPr>
        <p:sp>
          <p:nvSpPr>
            <p:cNvPr id="91" name="Freeform 42">
              <a:extLst>
                <a:ext uri="{FF2B5EF4-FFF2-40B4-BE49-F238E27FC236}">
                  <a16:creationId xmlns:a16="http://schemas.microsoft.com/office/drawing/2014/main" id="{6FD6FE77-CB78-48F3-B7C8-76EFD1C32956}"/>
                </a:ext>
              </a:extLst>
            </p:cNvPr>
            <p:cNvSpPr/>
            <p:nvPr/>
          </p:nvSpPr>
          <p:spPr bwMode="auto">
            <a:xfrm>
              <a:off x="6412322" y="3373228"/>
              <a:ext cx="279089" cy="840959"/>
            </a:xfrm>
            <a:custGeom>
              <a:avLst/>
              <a:gdLst>
                <a:gd name="T0" fmla="*/ 265 w 529"/>
                <a:gd name="T1" fmla="*/ 1594 h 1594"/>
                <a:gd name="T2" fmla="*/ 0 w 529"/>
                <a:gd name="T3" fmla="*/ 265 h 1594"/>
                <a:gd name="T4" fmla="*/ 220 w 529"/>
                <a:gd name="T5" fmla="*/ 0 h 1594"/>
                <a:gd name="T6" fmla="*/ 529 w 529"/>
                <a:gd name="T7" fmla="*/ 265 h 1594"/>
                <a:gd name="T8" fmla="*/ 265 w 529"/>
                <a:gd name="T9" fmla="*/ 1594 h 1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1594">
                  <a:moveTo>
                    <a:pt x="265" y="1594"/>
                  </a:moveTo>
                  <a:lnTo>
                    <a:pt x="0" y="265"/>
                  </a:lnTo>
                  <a:lnTo>
                    <a:pt x="220" y="0"/>
                  </a:lnTo>
                  <a:lnTo>
                    <a:pt x="529" y="265"/>
                  </a:lnTo>
                  <a:lnTo>
                    <a:pt x="265" y="1594"/>
                  </a:lnTo>
                  <a:close/>
                </a:path>
              </a:pathLst>
            </a:custGeom>
            <a:solidFill>
              <a:srgbClr val="089DA3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Oval 43">
              <a:extLst>
                <a:ext uri="{FF2B5EF4-FFF2-40B4-BE49-F238E27FC236}">
                  <a16:creationId xmlns:a16="http://schemas.microsoft.com/office/drawing/2014/main" id="{6651E592-CADA-43D2-AF7F-CEE4A65D3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9036" y="2783395"/>
              <a:ext cx="827242" cy="827242"/>
            </a:xfrm>
            <a:prstGeom prst="ellipse">
              <a:avLst/>
            </a:prstGeom>
            <a:solidFill>
              <a:srgbClr val="089DA3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Oval 44">
              <a:extLst>
                <a:ext uri="{FF2B5EF4-FFF2-40B4-BE49-F238E27FC236}">
                  <a16:creationId xmlns:a16="http://schemas.microsoft.com/office/drawing/2014/main" id="{5906E581-E802-481E-8375-478E1A359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6085" y="2870445"/>
              <a:ext cx="651559" cy="65155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Box 50">
              <a:extLst>
                <a:ext uri="{FF2B5EF4-FFF2-40B4-BE49-F238E27FC236}">
                  <a16:creationId xmlns:a16="http://schemas.microsoft.com/office/drawing/2014/main" id="{CD2DC623-807E-4855-939A-BC03ABA7A1C7}"/>
                </a:ext>
              </a:extLst>
            </p:cNvPr>
            <p:cNvSpPr txBox="1"/>
            <p:nvPr/>
          </p:nvSpPr>
          <p:spPr>
            <a:xfrm>
              <a:off x="6136798" y="2863643"/>
              <a:ext cx="819313" cy="6727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89DA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</a:p>
          </p:txBody>
        </p: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6705B600-69F0-4CB3-9007-14910B7B5D76}"/>
              </a:ext>
            </a:extLst>
          </p:cNvPr>
          <p:cNvGrpSpPr>
            <a:grpSpLocks noChangeAspect="1"/>
          </p:cNvGrpSpPr>
          <p:nvPr/>
        </p:nvGrpSpPr>
        <p:grpSpPr>
          <a:xfrm>
            <a:off x="4160001" y="5754660"/>
            <a:ext cx="416281" cy="720001"/>
            <a:chOff x="6139036" y="2783395"/>
            <a:chExt cx="827242" cy="1430792"/>
          </a:xfrm>
        </p:grpSpPr>
        <p:sp>
          <p:nvSpPr>
            <p:cNvPr id="96" name="Freeform 42">
              <a:extLst>
                <a:ext uri="{FF2B5EF4-FFF2-40B4-BE49-F238E27FC236}">
                  <a16:creationId xmlns:a16="http://schemas.microsoft.com/office/drawing/2014/main" id="{5E3E8EE2-03A5-4F40-A8B8-976421795B79}"/>
                </a:ext>
              </a:extLst>
            </p:cNvPr>
            <p:cNvSpPr/>
            <p:nvPr/>
          </p:nvSpPr>
          <p:spPr bwMode="auto">
            <a:xfrm>
              <a:off x="6412322" y="3373228"/>
              <a:ext cx="279089" cy="840959"/>
            </a:xfrm>
            <a:custGeom>
              <a:avLst/>
              <a:gdLst>
                <a:gd name="T0" fmla="*/ 265 w 529"/>
                <a:gd name="T1" fmla="*/ 1594 h 1594"/>
                <a:gd name="T2" fmla="*/ 0 w 529"/>
                <a:gd name="T3" fmla="*/ 265 h 1594"/>
                <a:gd name="T4" fmla="*/ 220 w 529"/>
                <a:gd name="T5" fmla="*/ 0 h 1594"/>
                <a:gd name="T6" fmla="*/ 529 w 529"/>
                <a:gd name="T7" fmla="*/ 265 h 1594"/>
                <a:gd name="T8" fmla="*/ 265 w 529"/>
                <a:gd name="T9" fmla="*/ 1594 h 1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1594">
                  <a:moveTo>
                    <a:pt x="265" y="1594"/>
                  </a:moveTo>
                  <a:lnTo>
                    <a:pt x="0" y="265"/>
                  </a:lnTo>
                  <a:lnTo>
                    <a:pt x="220" y="0"/>
                  </a:lnTo>
                  <a:lnTo>
                    <a:pt x="529" y="265"/>
                  </a:lnTo>
                  <a:lnTo>
                    <a:pt x="265" y="1594"/>
                  </a:lnTo>
                  <a:close/>
                </a:path>
              </a:pathLst>
            </a:custGeom>
            <a:solidFill>
              <a:srgbClr val="089DA3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Oval 43">
              <a:extLst>
                <a:ext uri="{FF2B5EF4-FFF2-40B4-BE49-F238E27FC236}">
                  <a16:creationId xmlns:a16="http://schemas.microsoft.com/office/drawing/2014/main" id="{F20E49B5-1762-47BA-A8D8-53DE76285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9036" y="2783395"/>
              <a:ext cx="827242" cy="827242"/>
            </a:xfrm>
            <a:prstGeom prst="ellipse">
              <a:avLst/>
            </a:prstGeom>
            <a:solidFill>
              <a:srgbClr val="089DA3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Oval 44">
              <a:extLst>
                <a:ext uri="{FF2B5EF4-FFF2-40B4-BE49-F238E27FC236}">
                  <a16:creationId xmlns:a16="http://schemas.microsoft.com/office/drawing/2014/main" id="{A2BB6219-7E60-41A0-B4B0-D19726D46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6085" y="2870445"/>
              <a:ext cx="651559" cy="65155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TextBox 50">
              <a:extLst>
                <a:ext uri="{FF2B5EF4-FFF2-40B4-BE49-F238E27FC236}">
                  <a16:creationId xmlns:a16="http://schemas.microsoft.com/office/drawing/2014/main" id="{BAD91B0F-3CEA-4CD2-A392-C52D00AECFBD}"/>
                </a:ext>
              </a:extLst>
            </p:cNvPr>
            <p:cNvSpPr txBox="1"/>
            <p:nvPr/>
          </p:nvSpPr>
          <p:spPr>
            <a:xfrm>
              <a:off x="6145089" y="2859835"/>
              <a:ext cx="819315" cy="672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sz="1600" b="1" dirty="0">
                  <a:solidFill>
                    <a:srgbClr val="089DA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05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23D26AA4-08E6-4818-85AA-AD78D8BE60EA}"/>
              </a:ext>
            </a:extLst>
          </p:cNvPr>
          <p:cNvSpPr txBox="1"/>
          <p:nvPr/>
        </p:nvSpPr>
        <p:spPr>
          <a:xfrm>
            <a:off x="4680000" y="1986823"/>
            <a:ext cx="40654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b="1" dirty="0">
                <a:solidFill>
                  <a:srgbClr val="089D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医生患者基本信息管理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CFAD9FBF-B8E5-49F4-9096-7FB05D00A378}"/>
              </a:ext>
            </a:extLst>
          </p:cNvPr>
          <p:cNvSpPr txBox="1"/>
          <p:nvPr/>
        </p:nvSpPr>
        <p:spPr>
          <a:xfrm>
            <a:off x="4680000" y="5756994"/>
            <a:ext cx="40654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b="1" dirty="0">
                <a:solidFill>
                  <a:srgbClr val="089D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后台总管理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078CBA75-6CD6-4B70-9EED-E1C2D874DEC5}"/>
              </a:ext>
            </a:extLst>
          </p:cNvPr>
          <p:cNvSpPr txBox="1"/>
          <p:nvPr/>
        </p:nvSpPr>
        <p:spPr>
          <a:xfrm>
            <a:off x="4680000" y="2929366"/>
            <a:ext cx="40654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b="1" dirty="0">
                <a:solidFill>
                  <a:srgbClr val="089D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患者预约挂号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C5926281-FAEB-4E5B-9FA4-41517BAF326F}"/>
              </a:ext>
            </a:extLst>
          </p:cNvPr>
          <p:cNvSpPr txBox="1"/>
          <p:nvPr/>
        </p:nvSpPr>
        <p:spPr>
          <a:xfrm>
            <a:off x="4680000" y="3871909"/>
            <a:ext cx="40654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b="1" dirty="0">
                <a:solidFill>
                  <a:srgbClr val="089D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医生叫号看诊诊断</a:t>
            </a: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573A8796-B8C6-482F-BB6B-BDDDE69B25ED}"/>
              </a:ext>
            </a:extLst>
          </p:cNvPr>
          <p:cNvSpPr txBox="1"/>
          <p:nvPr/>
        </p:nvSpPr>
        <p:spPr>
          <a:xfrm>
            <a:off x="4680000" y="4814452"/>
            <a:ext cx="40654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b="1" dirty="0">
                <a:solidFill>
                  <a:srgbClr val="089D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患者查看就诊数据</a:t>
            </a:r>
          </a:p>
        </p:txBody>
      </p:sp>
    </p:spTree>
    <p:extLst>
      <p:ext uri="{BB962C8B-B14F-4D97-AF65-F5344CB8AC3E}">
        <p14:creationId xmlns:p14="http://schemas.microsoft.com/office/powerpoint/2010/main" val="926279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16F3F8EA-045E-43AA-B945-EDDB43406590}"/>
              </a:ext>
            </a:extLst>
          </p:cNvPr>
          <p:cNvSpPr/>
          <p:nvPr/>
        </p:nvSpPr>
        <p:spPr>
          <a:xfrm>
            <a:off x="241269" y="1320248"/>
            <a:ext cx="8661461" cy="5348147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25400" sx="102000" sy="102000" algn="ctr" rotWithShape="0">
              <a:schemeClr val="bg1">
                <a:lumMod val="65000"/>
                <a:alpha val="3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99087D0-FB19-436C-A9D5-397C329376B8}"/>
              </a:ext>
            </a:extLst>
          </p:cNvPr>
          <p:cNvGrpSpPr/>
          <p:nvPr/>
        </p:nvGrpSpPr>
        <p:grpSpPr>
          <a:xfrm>
            <a:off x="460477" y="1465054"/>
            <a:ext cx="3123979" cy="641199"/>
            <a:chOff x="392464" y="1414203"/>
            <a:chExt cx="3123979" cy="641199"/>
          </a:xfrm>
        </p:grpSpPr>
        <p:sp>
          <p:nvSpPr>
            <p:cNvPr id="26" name="椭圆 80">
              <a:extLst>
                <a:ext uri="{FF2B5EF4-FFF2-40B4-BE49-F238E27FC236}">
                  <a16:creationId xmlns:a16="http://schemas.microsoft.com/office/drawing/2014/main" id="{734334C4-94F3-4AE3-9C09-45DC88D72D28}"/>
                </a:ext>
              </a:extLst>
            </p:cNvPr>
            <p:cNvSpPr/>
            <p:nvPr/>
          </p:nvSpPr>
          <p:spPr bwMode="auto">
            <a:xfrm>
              <a:off x="491907" y="1429120"/>
              <a:ext cx="574292" cy="575454"/>
            </a:xfrm>
            <a:prstGeom prst="ellipse">
              <a:avLst/>
            </a:prstGeom>
            <a:solidFill>
              <a:schemeClr val="bg2"/>
            </a:solidFill>
            <a:ln w="50800" cap="flat" cmpd="sng" algn="ctr">
              <a:solidFill>
                <a:srgbClr val="123891"/>
              </a:solidFill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2389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3ECAB285-5F62-4D9F-8C1B-843006926465}"/>
                </a:ext>
              </a:extLst>
            </p:cNvPr>
            <p:cNvSpPr txBox="1"/>
            <p:nvPr/>
          </p:nvSpPr>
          <p:spPr>
            <a:xfrm>
              <a:off x="392464" y="1424460"/>
              <a:ext cx="7954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rgbClr val="123891"/>
                  </a:solidFill>
                </a:rPr>
                <a:t>04</a:t>
              </a:r>
              <a:endParaRPr lang="zh-CN" altLang="en-US" sz="3200" b="1" dirty="0">
                <a:solidFill>
                  <a:srgbClr val="123891"/>
                </a:solidFill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53DD91B7-2649-480C-B66D-6BCFF397ECD6}"/>
                </a:ext>
              </a:extLst>
            </p:cNvPr>
            <p:cNvSpPr/>
            <p:nvPr/>
          </p:nvSpPr>
          <p:spPr>
            <a:xfrm>
              <a:off x="1187942" y="1414203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12389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页面设计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E37997E-50E1-4845-B3DC-C6E001CDAD68}"/>
                </a:ext>
              </a:extLst>
            </p:cNvPr>
            <p:cNvSpPr txBox="1"/>
            <p:nvPr/>
          </p:nvSpPr>
          <p:spPr>
            <a:xfrm>
              <a:off x="1188646" y="1716848"/>
              <a:ext cx="2327797" cy="338554"/>
            </a:xfrm>
            <a:prstGeom prst="snip1Rect">
              <a:avLst>
                <a:gd name="adj" fmla="val 0"/>
              </a:avLst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123891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rPr>
                <a:t>User Interface Design</a:t>
              </a:r>
            </a:p>
          </p:txBody>
        </p:sp>
      </p:grp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13F7784-5E0A-4721-B516-BED369B74280}"/>
              </a:ext>
            </a:extLst>
          </p:cNvPr>
          <p:cNvCxnSpPr>
            <a:cxnSpLocks/>
          </p:cNvCxnSpPr>
          <p:nvPr/>
        </p:nvCxnSpPr>
        <p:spPr>
          <a:xfrm>
            <a:off x="4572000" y="2106253"/>
            <a:ext cx="0" cy="1927267"/>
          </a:xfrm>
          <a:prstGeom prst="line">
            <a:avLst/>
          </a:prstGeom>
          <a:ln w="63500">
            <a:solidFill>
              <a:srgbClr val="089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9AC0058-2BDC-4A69-B4D0-32B431F02F3A}"/>
              </a:ext>
            </a:extLst>
          </p:cNvPr>
          <p:cNvCxnSpPr>
            <a:cxnSpLocks/>
          </p:cNvCxnSpPr>
          <p:nvPr/>
        </p:nvCxnSpPr>
        <p:spPr>
          <a:xfrm>
            <a:off x="241269" y="4238162"/>
            <a:ext cx="4122460" cy="0"/>
          </a:xfrm>
          <a:prstGeom prst="line">
            <a:avLst/>
          </a:prstGeom>
          <a:ln w="63500">
            <a:solidFill>
              <a:srgbClr val="089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97E44FD-D546-4D50-820D-9F5E21F71E03}"/>
              </a:ext>
            </a:extLst>
          </p:cNvPr>
          <p:cNvCxnSpPr>
            <a:cxnSpLocks/>
          </p:cNvCxnSpPr>
          <p:nvPr/>
        </p:nvCxnSpPr>
        <p:spPr>
          <a:xfrm>
            <a:off x="4572000" y="4399280"/>
            <a:ext cx="0" cy="2153920"/>
          </a:xfrm>
          <a:prstGeom prst="line">
            <a:avLst/>
          </a:prstGeom>
          <a:ln w="63500">
            <a:solidFill>
              <a:srgbClr val="089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BDAB446-EB23-4429-AAFD-A2684701ACCA}"/>
              </a:ext>
            </a:extLst>
          </p:cNvPr>
          <p:cNvCxnSpPr>
            <a:cxnSpLocks/>
          </p:cNvCxnSpPr>
          <p:nvPr/>
        </p:nvCxnSpPr>
        <p:spPr>
          <a:xfrm>
            <a:off x="4836160" y="4238162"/>
            <a:ext cx="3943666" cy="0"/>
          </a:xfrm>
          <a:prstGeom prst="line">
            <a:avLst/>
          </a:prstGeom>
          <a:ln w="63500">
            <a:solidFill>
              <a:srgbClr val="089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1FF85703-F2DC-4B05-B338-2C63A55A5E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9327" r="5385" b="14546"/>
          <a:stretch/>
        </p:blipFill>
        <p:spPr>
          <a:xfrm>
            <a:off x="364173" y="2137032"/>
            <a:ext cx="3999556" cy="189648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4504A10-B492-40BF-908D-15A2BBC14E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6494" y="2137032"/>
            <a:ext cx="4003332" cy="189648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FA92EE8-5252-48E7-B9B7-6E07525A273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67" r="1144"/>
          <a:stretch/>
        </p:blipFill>
        <p:spPr>
          <a:xfrm>
            <a:off x="364173" y="4394904"/>
            <a:ext cx="3999556" cy="215392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1229CDBE-D6BB-4CE2-B712-58FC524C6A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0450" y="4394903"/>
            <a:ext cx="3989375" cy="215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413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>
            <a:extLst>
              <a:ext uri="{FF2B5EF4-FFF2-40B4-BE49-F238E27FC236}">
                <a16:creationId xmlns:a16="http://schemas.microsoft.com/office/drawing/2014/main" id="{A82E7D0F-C9AC-4A8B-947B-1FA93BC49B3E}"/>
              </a:ext>
            </a:extLst>
          </p:cNvPr>
          <p:cNvSpPr/>
          <p:nvPr/>
        </p:nvSpPr>
        <p:spPr>
          <a:xfrm>
            <a:off x="241269" y="1276059"/>
            <a:ext cx="8661461" cy="5348147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25400" sx="102000" sy="102000" algn="ctr" rotWithShape="0">
              <a:schemeClr val="bg1">
                <a:lumMod val="65000"/>
                <a:alpha val="3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99087D0-FB19-436C-A9D5-397C329376B8}"/>
              </a:ext>
            </a:extLst>
          </p:cNvPr>
          <p:cNvGrpSpPr/>
          <p:nvPr/>
        </p:nvGrpSpPr>
        <p:grpSpPr>
          <a:xfrm>
            <a:off x="460477" y="1465054"/>
            <a:ext cx="3573043" cy="641199"/>
            <a:chOff x="392464" y="1414203"/>
            <a:chExt cx="3573043" cy="641199"/>
          </a:xfrm>
        </p:grpSpPr>
        <p:sp>
          <p:nvSpPr>
            <p:cNvPr id="26" name="椭圆 80">
              <a:extLst>
                <a:ext uri="{FF2B5EF4-FFF2-40B4-BE49-F238E27FC236}">
                  <a16:creationId xmlns:a16="http://schemas.microsoft.com/office/drawing/2014/main" id="{734334C4-94F3-4AE3-9C09-45DC88D72D28}"/>
                </a:ext>
              </a:extLst>
            </p:cNvPr>
            <p:cNvSpPr/>
            <p:nvPr/>
          </p:nvSpPr>
          <p:spPr bwMode="auto">
            <a:xfrm>
              <a:off x="491907" y="1429120"/>
              <a:ext cx="574292" cy="575454"/>
            </a:xfrm>
            <a:prstGeom prst="ellipse">
              <a:avLst/>
            </a:prstGeom>
            <a:solidFill>
              <a:schemeClr val="bg2"/>
            </a:solidFill>
            <a:ln w="50800" cap="flat" cmpd="sng" algn="ctr">
              <a:solidFill>
                <a:srgbClr val="123891"/>
              </a:solidFill>
              <a:prstDash val="solid"/>
            </a:ln>
            <a:effectLst>
              <a:innerShdw blurRad="63500" dist="25400" dir="18660000">
                <a:prstClr val="black">
                  <a:alpha val="35000"/>
                </a:prstClr>
              </a:inn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2389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3ECAB285-5F62-4D9F-8C1B-843006926465}"/>
                </a:ext>
              </a:extLst>
            </p:cNvPr>
            <p:cNvSpPr txBox="1"/>
            <p:nvPr/>
          </p:nvSpPr>
          <p:spPr>
            <a:xfrm>
              <a:off x="392464" y="1424460"/>
              <a:ext cx="7954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rgbClr val="123891"/>
                  </a:solidFill>
                </a:rPr>
                <a:t>05</a:t>
              </a:r>
              <a:endParaRPr lang="zh-CN" altLang="en-US" sz="3200" b="1" dirty="0">
                <a:solidFill>
                  <a:srgbClr val="123891"/>
                </a:solidFill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53DD91B7-2649-480C-B66D-6BCFF397ECD6}"/>
                </a:ext>
              </a:extLst>
            </p:cNvPr>
            <p:cNvSpPr/>
            <p:nvPr/>
          </p:nvSpPr>
          <p:spPr>
            <a:xfrm>
              <a:off x="1187942" y="1414203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12389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开发环境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E37997E-50E1-4845-B3DC-C6E001CDAD68}"/>
                </a:ext>
              </a:extLst>
            </p:cNvPr>
            <p:cNvSpPr txBox="1"/>
            <p:nvPr/>
          </p:nvSpPr>
          <p:spPr>
            <a:xfrm>
              <a:off x="1188646" y="1716848"/>
              <a:ext cx="2776861" cy="338554"/>
            </a:xfrm>
            <a:prstGeom prst="snip1Rect">
              <a:avLst>
                <a:gd name="adj" fmla="val 0"/>
              </a:avLst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123891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rPr>
                <a:t>Development environment</a:t>
              </a: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8C081387-228C-4158-9DC3-4B51EAC8C9A8}"/>
              </a:ext>
            </a:extLst>
          </p:cNvPr>
          <p:cNvGrpSpPr/>
          <p:nvPr/>
        </p:nvGrpSpPr>
        <p:grpSpPr>
          <a:xfrm>
            <a:off x="848529" y="2520000"/>
            <a:ext cx="1998194" cy="4095664"/>
            <a:chOff x="1255954" y="2408898"/>
            <a:chExt cx="1998194" cy="4095664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FAC44CBD-6912-4063-813C-11C9C7545680}"/>
                </a:ext>
              </a:extLst>
            </p:cNvPr>
            <p:cNvSpPr txBox="1"/>
            <p:nvPr/>
          </p:nvSpPr>
          <p:spPr>
            <a:xfrm>
              <a:off x="1255954" y="3754322"/>
              <a:ext cx="1998194" cy="2750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4000" b="1" dirty="0">
                  <a:solidFill>
                    <a:srgbClr val="0070C0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环境</a:t>
              </a:r>
              <a:endParaRPr lang="en-US" altLang="zh-CN" sz="4000" b="1" dirty="0">
                <a:solidFill>
                  <a:srgbClr val="0070C0"/>
                </a:solidFill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  <a:p>
              <a:pPr marL="342900" indent="-342900">
                <a:lnSpc>
                  <a:spcPct val="125000"/>
                </a:lnSpc>
                <a:buFont typeface="Wingdings" panose="05000000000000000000" pitchFamily="2" charset="2"/>
                <a:buChar char="l"/>
              </a:pPr>
              <a:r>
                <a:rPr lang="en-US" altLang="zh-CN" sz="2000" dirty="0" err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jdk</a:t>
              </a:r>
              <a:endPara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25000"/>
                </a:lnSpc>
                <a:buFont typeface="Wingdings" panose="05000000000000000000" pitchFamily="2" charset="2"/>
                <a:buChar char="l"/>
              </a:pPr>
              <a:r>
                <a:rPr lang="en-US" altLang="zh-CN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MVC</a:t>
              </a:r>
            </a:p>
            <a:p>
              <a:pPr marL="342900" indent="-342900">
                <a:lnSpc>
                  <a:spcPct val="125000"/>
                </a:lnSpc>
                <a:buFont typeface="Wingdings" panose="05000000000000000000" pitchFamily="2" charset="2"/>
                <a:buChar char="l"/>
              </a:pPr>
              <a:r>
                <a:rPr lang="en-US" altLang="zh-CN" sz="2000" dirty="0" err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SpringBoot</a:t>
              </a:r>
              <a:endPara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25000"/>
                </a:lnSpc>
                <a:buFont typeface="Wingdings" panose="05000000000000000000" pitchFamily="2" charset="2"/>
                <a:buChar char="l"/>
              </a:pPr>
              <a:r>
                <a:rPr lang="en-US" altLang="zh-CN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JS+CSS+H5</a:t>
              </a:r>
            </a:p>
            <a:p>
              <a:pPr marL="342900" indent="-342900">
                <a:lnSpc>
                  <a:spcPct val="125000"/>
                </a:lnSpc>
                <a:buFont typeface="Wingdings" panose="05000000000000000000" pitchFamily="2" charset="2"/>
                <a:buChar char="l"/>
              </a:pPr>
              <a:r>
                <a:rPr lang="en-US" altLang="zh-CN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SSM</a:t>
              </a: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EA100DB-7825-4444-9896-471028A1507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625052" y="2408898"/>
              <a:ext cx="1260000" cy="1260000"/>
              <a:chOff x="602727" y="4102718"/>
              <a:chExt cx="900000" cy="900000"/>
            </a:xfrm>
          </p:grpSpPr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FC5FFFED-2B24-4429-A6D3-A6A40464A3AA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602727" y="4102718"/>
                <a:ext cx="900000" cy="900000"/>
                <a:chOff x="602727" y="4102718"/>
                <a:chExt cx="1801144" cy="1801613"/>
              </a:xfrm>
            </p:grpSpPr>
            <p:sp>
              <p:nvSpPr>
                <p:cNvPr id="44" name="Oval 5">
                  <a:extLst>
                    <a:ext uri="{FF2B5EF4-FFF2-40B4-BE49-F238E27FC236}">
                      <a16:creationId xmlns:a16="http://schemas.microsoft.com/office/drawing/2014/main" id="{70A92167-BA10-454D-83C1-07F21112FC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0129" y="4270163"/>
                  <a:ext cx="1467403" cy="1467785"/>
                </a:xfrm>
                <a:prstGeom prst="ellipse">
                  <a:avLst/>
                </a:prstGeom>
                <a:noFill/>
                <a:ln w="28575">
                  <a:solidFill>
                    <a:srgbClr val="0070C0"/>
                  </a:solidFill>
                </a:ln>
              </p:spPr>
              <p:txBody>
                <a:bodyPr vert="horz" wrap="square" lIns="182843" tIns="91422" rIns="182843" bIns="91422" numCol="1" anchor="t" anchorCtr="0" compatLnSpc="1"/>
                <a:lstStyle/>
                <a:p>
                  <a:endParaRPr lang="id-ID" dirty="0">
                    <a:latin typeface="Raleway Light"/>
                  </a:endParaRPr>
                </a:p>
              </p:txBody>
            </p:sp>
            <p:grpSp>
              <p:nvGrpSpPr>
                <p:cNvPr id="45" name="Group 24">
                  <a:extLst>
                    <a:ext uri="{FF2B5EF4-FFF2-40B4-BE49-F238E27FC236}">
                      <a16:creationId xmlns:a16="http://schemas.microsoft.com/office/drawing/2014/main" id="{A5D45154-4D0C-400E-880C-7A5D948B7F60}"/>
                    </a:ext>
                  </a:extLst>
                </p:cNvPr>
                <p:cNvGrpSpPr/>
                <p:nvPr/>
              </p:nvGrpSpPr>
              <p:grpSpPr>
                <a:xfrm>
                  <a:off x="602727" y="4102718"/>
                  <a:ext cx="1801144" cy="1801613"/>
                  <a:chOff x="1119258" y="2257147"/>
                  <a:chExt cx="1868076" cy="1868076"/>
                </a:xfrm>
                <a:solidFill>
                  <a:srgbClr val="0070C0"/>
                </a:solidFill>
              </p:grpSpPr>
              <p:sp>
                <p:nvSpPr>
                  <p:cNvPr id="46" name="Freeform 6">
                    <a:extLst>
                      <a:ext uri="{FF2B5EF4-FFF2-40B4-BE49-F238E27FC236}">
                        <a16:creationId xmlns:a16="http://schemas.microsoft.com/office/drawing/2014/main" id="{F9AC9069-6ED7-4B12-B7F8-1B51B70809D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5041" y="2394505"/>
                    <a:ext cx="356034" cy="354935"/>
                  </a:xfrm>
                  <a:custGeom>
                    <a:avLst/>
                    <a:gdLst>
                      <a:gd name="T0" fmla="*/ 207 w 207"/>
                      <a:gd name="T1" fmla="*/ 181 h 206"/>
                      <a:gd name="T2" fmla="*/ 26 w 207"/>
                      <a:gd name="T3" fmla="*/ 0 h 206"/>
                      <a:gd name="T4" fmla="*/ 0 w 207"/>
                      <a:gd name="T5" fmla="*/ 44 h 206"/>
                      <a:gd name="T6" fmla="*/ 163 w 207"/>
                      <a:gd name="T7" fmla="*/ 206 h 206"/>
                      <a:gd name="T8" fmla="*/ 207 w 207"/>
                      <a:gd name="T9" fmla="*/ 181 h 2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07" h="206">
                        <a:moveTo>
                          <a:pt x="207" y="181"/>
                        </a:moveTo>
                        <a:cubicBezTo>
                          <a:pt x="162" y="107"/>
                          <a:pt x="100" y="45"/>
                          <a:pt x="26" y="0"/>
                        </a:cubicBezTo>
                        <a:cubicBezTo>
                          <a:pt x="0" y="44"/>
                          <a:pt x="0" y="44"/>
                          <a:pt x="0" y="44"/>
                        </a:cubicBezTo>
                        <a:cubicBezTo>
                          <a:pt x="66" y="85"/>
                          <a:pt x="122" y="140"/>
                          <a:pt x="163" y="206"/>
                        </a:cubicBezTo>
                        <a:lnTo>
                          <a:pt x="207" y="18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47" name="Freeform 7">
                    <a:extLst>
                      <a:ext uri="{FF2B5EF4-FFF2-40B4-BE49-F238E27FC236}">
                        <a16:creationId xmlns:a16="http://schemas.microsoft.com/office/drawing/2014/main" id="{AC512AB3-DBCF-4BF1-83A5-76CA260D634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75273" y="2257147"/>
                    <a:ext cx="427460" cy="191203"/>
                  </a:xfrm>
                  <a:custGeom>
                    <a:avLst/>
                    <a:gdLst>
                      <a:gd name="T0" fmla="*/ 0 w 248"/>
                      <a:gd name="T1" fmla="*/ 0 h 111"/>
                      <a:gd name="T2" fmla="*/ 0 w 248"/>
                      <a:gd name="T3" fmla="*/ 51 h 111"/>
                      <a:gd name="T4" fmla="*/ 222 w 248"/>
                      <a:gd name="T5" fmla="*/ 111 h 111"/>
                      <a:gd name="T6" fmla="*/ 248 w 248"/>
                      <a:gd name="T7" fmla="*/ 67 h 111"/>
                      <a:gd name="T8" fmla="*/ 0 w 248"/>
                      <a:gd name="T9" fmla="*/ 0 h 1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8" h="111">
                        <a:moveTo>
                          <a:pt x="0" y="0"/>
                        </a:moveTo>
                        <a:cubicBezTo>
                          <a:pt x="0" y="51"/>
                          <a:pt x="0" y="51"/>
                          <a:pt x="0" y="51"/>
                        </a:cubicBezTo>
                        <a:cubicBezTo>
                          <a:pt x="80" y="53"/>
                          <a:pt x="156" y="75"/>
                          <a:pt x="222" y="111"/>
                        </a:cubicBezTo>
                        <a:cubicBezTo>
                          <a:pt x="248" y="67"/>
                          <a:pt x="248" y="67"/>
                          <a:pt x="248" y="67"/>
                        </a:cubicBezTo>
                        <a:cubicBezTo>
                          <a:pt x="174" y="26"/>
                          <a:pt x="90" y="2"/>
                          <a:pt x="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48" name="Freeform 8">
                    <a:extLst>
                      <a:ext uri="{FF2B5EF4-FFF2-40B4-BE49-F238E27FC236}">
                        <a16:creationId xmlns:a16="http://schemas.microsoft.com/office/drawing/2014/main" id="{58F8D383-EBD5-4C69-AD0C-E5BEB3A9A96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96131" y="2743946"/>
                    <a:ext cx="191203" cy="425262"/>
                  </a:xfrm>
                  <a:custGeom>
                    <a:avLst/>
                    <a:gdLst>
                      <a:gd name="T0" fmla="*/ 45 w 111"/>
                      <a:gd name="T1" fmla="*/ 0 h 247"/>
                      <a:gd name="T2" fmla="*/ 0 w 111"/>
                      <a:gd name="T3" fmla="*/ 26 h 247"/>
                      <a:gd name="T4" fmla="*/ 60 w 111"/>
                      <a:gd name="T5" fmla="*/ 247 h 247"/>
                      <a:gd name="T6" fmla="*/ 111 w 111"/>
                      <a:gd name="T7" fmla="*/ 247 h 247"/>
                      <a:gd name="T8" fmla="*/ 45 w 111"/>
                      <a:gd name="T9" fmla="*/ 0 h 2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1" h="247">
                        <a:moveTo>
                          <a:pt x="45" y="0"/>
                        </a:moveTo>
                        <a:cubicBezTo>
                          <a:pt x="0" y="26"/>
                          <a:pt x="0" y="26"/>
                          <a:pt x="0" y="26"/>
                        </a:cubicBezTo>
                        <a:cubicBezTo>
                          <a:pt x="37" y="92"/>
                          <a:pt x="58" y="167"/>
                          <a:pt x="60" y="247"/>
                        </a:cubicBezTo>
                        <a:cubicBezTo>
                          <a:pt x="111" y="247"/>
                          <a:pt x="111" y="247"/>
                          <a:pt x="111" y="247"/>
                        </a:cubicBezTo>
                        <a:cubicBezTo>
                          <a:pt x="109" y="158"/>
                          <a:pt x="85" y="74"/>
                          <a:pt x="45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49" name="Freeform 9">
                    <a:extLst>
                      <a:ext uri="{FF2B5EF4-FFF2-40B4-BE49-F238E27FC236}">
                        <a16:creationId xmlns:a16="http://schemas.microsoft.com/office/drawing/2014/main" id="{4B06471F-58F6-429E-92C0-4580B316B6C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96131" y="3213162"/>
                    <a:ext cx="191203" cy="427460"/>
                  </a:xfrm>
                  <a:custGeom>
                    <a:avLst/>
                    <a:gdLst>
                      <a:gd name="T0" fmla="*/ 60 w 111"/>
                      <a:gd name="T1" fmla="*/ 0 h 248"/>
                      <a:gd name="T2" fmla="*/ 0 w 111"/>
                      <a:gd name="T3" fmla="*/ 222 h 248"/>
                      <a:gd name="T4" fmla="*/ 45 w 111"/>
                      <a:gd name="T5" fmla="*/ 248 h 248"/>
                      <a:gd name="T6" fmla="*/ 111 w 111"/>
                      <a:gd name="T7" fmla="*/ 0 h 248"/>
                      <a:gd name="T8" fmla="*/ 60 w 111"/>
                      <a:gd name="T9" fmla="*/ 0 h 2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1" h="248">
                        <a:moveTo>
                          <a:pt x="60" y="0"/>
                        </a:moveTo>
                        <a:cubicBezTo>
                          <a:pt x="58" y="80"/>
                          <a:pt x="37" y="156"/>
                          <a:pt x="0" y="222"/>
                        </a:cubicBezTo>
                        <a:cubicBezTo>
                          <a:pt x="45" y="248"/>
                          <a:pt x="45" y="248"/>
                          <a:pt x="45" y="248"/>
                        </a:cubicBezTo>
                        <a:cubicBezTo>
                          <a:pt x="85" y="174"/>
                          <a:pt x="109" y="90"/>
                          <a:pt x="111" y="0"/>
                        </a:cubicBezTo>
                        <a:lnTo>
                          <a:pt x="60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50" name="Freeform 10">
                    <a:extLst>
                      <a:ext uri="{FF2B5EF4-FFF2-40B4-BE49-F238E27FC236}">
                        <a16:creationId xmlns:a16="http://schemas.microsoft.com/office/drawing/2014/main" id="{A78465AF-9BF9-4D0E-ADC7-5B3A29BDCD2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5041" y="3632930"/>
                    <a:ext cx="356034" cy="356034"/>
                  </a:xfrm>
                  <a:custGeom>
                    <a:avLst/>
                    <a:gdLst>
                      <a:gd name="T0" fmla="*/ 207 w 207"/>
                      <a:gd name="T1" fmla="*/ 26 h 207"/>
                      <a:gd name="T2" fmla="*/ 163 w 207"/>
                      <a:gd name="T3" fmla="*/ 0 h 207"/>
                      <a:gd name="T4" fmla="*/ 0 w 207"/>
                      <a:gd name="T5" fmla="*/ 163 h 207"/>
                      <a:gd name="T6" fmla="*/ 26 w 207"/>
                      <a:gd name="T7" fmla="*/ 207 h 207"/>
                      <a:gd name="T8" fmla="*/ 207 w 207"/>
                      <a:gd name="T9" fmla="*/ 26 h 2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07" h="207">
                        <a:moveTo>
                          <a:pt x="207" y="26"/>
                        </a:moveTo>
                        <a:cubicBezTo>
                          <a:pt x="163" y="0"/>
                          <a:pt x="163" y="0"/>
                          <a:pt x="163" y="0"/>
                        </a:cubicBezTo>
                        <a:cubicBezTo>
                          <a:pt x="122" y="66"/>
                          <a:pt x="66" y="122"/>
                          <a:pt x="0" y="163"/>
                        </a:cubicBezTo>
                        <a:cubicBezTo>
                          <a:pt x="26" y="207"/>
                          <a:pt x="26" y="207"/>
                          <a:pt x="26" y="207"/>
                        </a:cubicBezTo>
                        <a:cubicBezTo>
                          <a:pt x="100" y="162"/>
                          <a:pt x="162" y="100"/>
                          <a:pt x="207" y="2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51" name="Freeform 11">
                    <a:extLst>
                      <a:ext uri="{FF2B5EF4-FFF2-40B4-BE49-F238E27FC236}">
                        <a16:creationId xmlns:a16="http://schemas.microsoft.com/office/drawing/2014/main" id="{E8BC26B3-3924-49A9-B26D-4223967E83F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75273" y="3936217"/>
                    <a:ext cx="427460" cy="189006"/>
                  </a:xfrm>
                  <a:custGeom>
                    <a:avLst/>
                    <a:gdLst>
                      <a:gd name="T0" fmla="*/ 248 w 248"/>
                      <a:gd name="T1" fmla="*/ 44 h 110"/>
                      <a:gd name="T2" fmla="*/ 222 w 248"/>
                      <a:gd name="T3" fmla="*/ 0 h 110"/>
                      <a:gd name="T4" fmla="*/ 0 w 248"/>
                      <a:gd name="T5" fmla="*/ 59 h 110"/>
                      <a:gd name="T6" fmla="*/ 0 w 248"/>
                      <a:gd name="T7" fmla="*/ 110 h 110"/>
                      <a:gd name="T8" fmla="*/ 248 w 248"/>
                      <a:gd name="T9" fmla="*/ 44 h 1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8" h="110">
                        <a:moveTo>
                          <a:pt x="248" y="44"/>
                        </a:moveTo>
                        <a:cubicBezTo>
                          <a:pt x="222" y="0"/>
                          <a:pt x="222" y="0"/>
                          <a:pt x="222" y="0"/>
                        </a:cubicBezTo>
                        <a:cubicBezTo>
                          <a:pt x="156" y="36"/>
                          <a:pt x="80" y="57"/>
                          <a:pt x="0" y="59"/>
                        </a:cubicBezTo>
                        <a:cubicBezTo>
                          <a:pt x="0" y="110"/>
                          <a:pt x="0" y="110"/>
                          <a:pt x="0" y="110"/>
                        </a:cubicBezTo>
                        <a:cubicBezTo>
                          <a:pt x="90" y="108"/>
                          <a:pt x="174" y="84"/>
                          <a:pt x="248" y="4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52" name="Freeform 12">
                    <a:extLst>
                      <a:ext uri="{FF2B5EF4-FFF2-40B4-BE49-F238E27FC236}">
                        <a16:creationId xmlns:a16="http://schemas.microsoft.com/office/drawing/2014/main" id="{886896F4-98DC-4637-974E-7D3E2090A1A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606057" y="3936217"/>
                    <a:ext cx="425262" cy="189006"/>
                  </a:xfrm>
                  <a:custGeom>
                    <a:avLst/>
                    <a:gdLst>
                      <a:gd name="T0" fmla="*/ 0 w 247"/>
                      <a:gd name="T1" fmla="*/ 44 h 110"/>
                      <a:gd name="T2" fmla="*/ 247 w 247"/>
                      <a:gd name="T3" fmla="*/ 110 h 110"/>
                      <a:gd name="T4" fmla="*/ 247 w 247"/>
                      <a:gd name="T5" fmla="*/ 59 h 110"/>
                      <a:gd name="T6" fmla="*/ 26 w 247"/>
                      <a:gd name="T7" fmla="*/ 0 h 110"/>
                      <a:gd name="T8" fmla="*/ 0 w 247"/>
                      <a:gd name="T9" fmla="*/ 44 h 1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7" h="110">
                        <a:moveTo>
                          <a:pt x="0" y="44"/>
                        </a:moveTo>
                        <a:cubicBezTo>
                          <a:pt x="74" y="84"/>
                          <a:pt x="158" y="108"/>
                          <a:pt x="247" y="110"/>
                        </a:cubicBezTo>
                        <a:cubicBezTo>
                          <a:pt x="247" y="59"/>
                          <a:pt x="247" y="59"/>
                          <a:pt x="247" y="59"/>
                        </a:cubicBezTo>
                        <a:cubicBezTo>
                          <a:pt x="167" y="57"/>
                          <a:pt x="92" y="36"/>
                          <a:pt x="26" y="0"/>
                        </a:cubicBezTo>
                        <a:lnTo>
                          <a:pt x="0" y="44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53" name="Freeform 13">
                    <a:extLst>
                      <a:ext uri="{FF2B5EF4-FFF2-40B4-BE49-F238E27FC236}">
                        <a16:creationId xmlns:a16="http://schemas.microsoft.com/office/drawing/2014/main" id="{31C116C7-F2D0-41CA-9450-6563A288D75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256616" y="3632930"/>
                    <a:ext cx="354935" cy="356034"/>
                  </a:xfrm>
                  <a:custGeom>
                    <a:avLst/>
                    <a:gdLst>
                      <a:gd name="T0" fmla="*/ 44 w 206"/>
                      <a:gd name="T1" fmla="*/ 0 h 207"/>
                      <a:gd name="T2" fmla="*/ 0 w 206"/>
                      <a:gd name="T3" fmla="*/ 26 h 207"/>
                      <a:gd name="T4" fmla="*/ 181 w 206"/>
                      <a:gd name="T5" fmla="*/ 207 h 207"/>
                      <a:gd name="T6" fmla="*/ 206 w 206"/>
                      <a:gd name="T7" fmla="*/ 163 h 207"/>
                      <a:gd name="T8" fmla="*/ 44 w 206"/>
                      <a:gd name="T9" fmla="*/ 0 h 2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06" h="207">
                        <a:moveTo>
                          <a:pt x="44" y="0"/>
                        </a:moveTo>
                        <a:cubicBezTo>
                          <a:pt x="0" y="26"/>
                          <a:pt x="0" y="26"/>
                          <a:pt x="0" y="26"/>
                        </a:cubicBezTo>
                        <a:cubicBezTo>
                          <a:pt x="45" y="100"/>
                          <a:pt x="107" y="162"/>
                          <a:pt x="181" y="207"/>
                        </a:cubicBezTo>
                        <a:cubicBezTo>
                          <a:pt x="206" y="163"/>
                          <a:pt x="206" y="163"/>
                          <a:pt x="206" y="163"/>
                        </a:cubicBezTo>
                        <a:cubicBezTo>
                          <a:pt x="140" y="122"/>
                          <a:pt x="85" y="66"/>
                          <a:pt x="44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54" name="Freeform 14">
                    <a:extLst>
                      <a:ext uri="{FF2B5EF4-FFF2-40B4-BE49-F238E27FC236}">
                        <a16:creationId xmlns:a16="http://schemas.microsoft.com/office/drawing/2014/main" id="{4B2791A4-17BC-42F8-A694-2A405006FC3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19258" y="3213162"/>
                    <a:ext cx="191203" cy="427460"/>
                  </a:xfrm>
                  <a:custGeom>
                    <a:avLst/>
                    <a:gdLst>
                      <a:gd name="T0" fmla="*/ 0 w 111"/>
                      <a:gd name="T1" fmla="*/ 0 h 248"/>
                      <a:gd name="T2" fmla="*/ 67 w 111"/>
                      <a:gd name="T3" fmla="*/ 248 h 248"/>
                      <a:gd name="T4" fmla="*/ 111 w 111"/>
                      <a:gd name="T5" fmla="*/ 222 h 248"/>
                      <a:gd name="T6" fmla="*/ 51 w 111"/>
                      <a:gd name="T7" fmla="*/ 0 h 248"/>
                      <a:gd name="T8" fmla="*/ 0 w 111"/>
                      <a:gd name="T9" fmla="*/ 0 h 2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1" h="248">
                        <a:moveTo>
                          <a:pt x="0" y="0"/>
                        </a:moveTo>
                        <a:cubicBezTo>
                          <a:pt x="2" y="90"/>
                          <a:pt x="26" y="174"/>
                          <a:pt x="67" y="248"/>
                        </a:cubicBezTo>
                        <a:cubicBezTo>
                          <a:pt x="111" y="222"/>
                          <a:pt x="111" y="222"/>
                          <a:pt x="111" y="222"/>
                        </a:cubicBezTo>
                        <a:cubicBezTo>
                          <a:pt x="75" y="156"/>
                          <a:pt x="53" y="80"/>
                          <a:pt x="51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55" name="Freeform 15">
                    <a:extLst>
                      <a:ext uri="{FF2B5EF4-FFF2-40B4-BE49-F238E27FC236}">
                        <a16:creationId xmlns:a16="http://schemas.microsoft.com/office/drawing/2014/main" id="{D9F92625-CC98-4537-A7CA-77E073CA97A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19258" y="2743946"/>
                    <a:ext cx="191203" cy="425262"/>
                  </a:xfrm>
                  <a:custGeom>
                    <a:avLst/>
                    <a:gdLst>
                      <a:gd name="T0" fmla="*/ 51 w 111"/>
                      <a:gd name="T1" fmla="*/ 247 h 247"/>
                      <a:gd name="T2" fmla="*/ 111 w 111"/>
                      <a:gd name="T3" fmla="*/ 26 h 247"/>
                      <a:gd name="T4" fmla="*/ 67 w 111"/>
                      <a:gd name="T5" fmla="*/ 0 h 247"/>
                      <a:gd name="T6" fmla="*/ 0 w 111"/>
                      <a:gd name="T7" fmla="*/ 247 h 247"/>
                      <a:gd name="T8" fmla="*/ 51 w 111"/>
                      <a:gd name="T9" fmla="*/ 247 h 2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1" h="247">
                        <a:moveTo>
                          <a:pt x="51" y="247"/>
                        </a:moveTo>
                        <a:cubicBezTo>
                          <a:pt x="53" y="167"/>
                          <a:pt x="75" y="92"/>
                          <a:pt x="111" y="26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74"/>
                          <a:pt x="2" y="158"/>
                          <a:pt x="0" y="247"/>
                        </a:cubicBezTo>
                        <a:lnTo>
                          <a:pt x="51" y="247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56" name="Freeform 16">
                    <a:extLst>
                      <a:ext uri="{FF2B5EF4-FFF2-40B4-BE49-F238E27FC236}">
                        <a16:creationId xmlns:a16="http://schemas.microsoft.com/office/drawing/2014/main" id="{936B48A5-9912-4A73-991D-A9DD6FFF038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256616" y="2394505"/>
                    <a:ext cx="354935" cy="354935"/>
                  </a:xfrm>
                  <a:custGeom>
                    <a:avLst/>
                    <a:gdLst>
                      <a:gd name="T0" fmla="*/ 0 w 206"/>
                      <a:gd name="T1" fmla="*/ 181 h 206"/>
                      <a:gd name="T2" fmla="*/ 44 w 206"/>
                      <a:gd name="T3" fmla="*/ 206 h 206"/>
                      <a:gd name="T4" fmla="*/ 206 w 206"/>
                      <a:gd name="T5" fmla="*/ 44 h 206"/>
                      <a:gd name="T6" fmla="*/ 181 w 206"/>
                      <a:gd name="T7" fmla="*/ 0 h 206"/>
                      <a:gd name="T8" fmla="*/ 0 w 206"/>
                      <a:gd name="T9" fmla="*/ 181 h 2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06" h="206">
                        <a:moveTo>
                          <a:pt x="0" y="181"/>
                        </a:moveTo>
                        <a:cubicBezTo>
                          <a:pt x="44" y="206"/>
                          <a:pt x="44" y="206"/>
                          <a:pt x="44" y="206"/>
                        </a:cubicBezTo>
                        <a:cubicBezTo>
                          <a:pt x="85" y="140"/>
                          <a:pt x="140" y="85"/>
                          <a:pt x="206" y="44"/>
                        </a:cubicBezTo>
                        <a:cubicBezTo>
                          <a:pt x="181" y="0"/>
                          <a:pt x="181" y="0"/>
                          <a:pt x="181" y="0"/>
                        </a:cubicBezTo>
                        <a:cubicBezTo>
                          <a:pt x="107" y="45"/>
                          <a:pt x="45" y="107"/>
                          <a:pt x="0" y="18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57" name="Freeform 17">
                    <a:extLst>
                      <a:ext uri="{FF2B5EF4-FFF2-40B4-BE49-F238E27FC236}">
                        <a16:creationId xmlns:a16="http://schemas.microsoft.com/office/drawing/2014/main" id="{343CC2E1-0E05-46DA-9F20-5DB564460FF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606057" y="2257147"/>
                    <a:ext cx="425262" cy="191203"/>
                  </a:xfrm>
                  <a:custGeom>
                    <a:avLst/>
                    <a:gdLst>
                      <a:gd name="T0" fmla="*/ 0 w 247"/>
                      <a:gd name="T1" fmla="*/ 67 h 111"/>
                      <a:gd name="T2" fmla="*/ 25 w 247"/>
                      <a:gd name="T3" fmla="*/ 111 h 111"/>
                      <a:gd name="T4" fmla="*/ 247 w 247"/>
                      <a:gd name="T5" fmla="*/ 51 h 111"/>
                      <a:gd name="T6" fmla="*/ 247 w 247"/>
                      <a:gd name="T7" fmla="*/ 0 h 111"/>
                      <a:gd name="T8" fmla="*/ 0 w 247"/>
                      <a:gd name="T9" fmla="*/ 67 h 1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7" h="111">
                        <a:moveTo>
                          <a:pt x="0" y="67"/>
                        </a:moveTo>
                        <a:cubicBezTo>
                          <a:pt x="25" y="111"/>
                          <a:pt x="25" y="111"/>
                          <a:pt x="25" y="111"/>
                        </a:cubicBezTo>
                        <a:cubicBezTo>
                          <a:pt x="92" y="75"/>
                          <a:pt x="167" y="53"/>
                          <a:pt x="247" y="51"/>
                        </a:cubicBezTo>
                        <a:cubicBezTo>
                          <a:pt x="247" y="0"/>
                          <a:pt x="247" y="0"/>
                          <a:pt x="247" y="0"/>
                        </a:cubicBezTo>
                        <a:cubicBezTo>
                          <a:pt x="158" y="2"/>
                          <a:pt x="74" y="26"/>
                          <a:pt x="0" y="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</p:grpSp>
          </p:grpSp>
          <p:sp>
            <p:nvSpPr>
              <p:cNvPr id="58" name="AutoShape 96">
                <a:extLst>
                  <a:ext uri="{FF2B5EF4-FFF2-40B4-BE49-F238E27FC236}">
                    <a16:creationId xmlns:a16="http://schemas.microsoft.com/office/drawing/2014/main" id="{F9478C70-DDD9-42C4-89F0-7595B56907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16410" y="4329306"/>
                <a:ext cx="467878" cy="468000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8845" y="434"/>
                    </a:moveTo>
                    <a:cubicBezTo>
                      <a:pt x="19000" y="276"/>
                      <a:pt x="19186" y="194"/>
                      <a:pt x="19399" y="194"/>
                    </a:cubicBezTo>
                    <a:cubicBezTo>
                      <a:pt x="19670" y="194"/>
                      <a:pt x="19900" y="332"/>
                      <a:pt x="20087" y="602"/>
                    </a:cubicBezTo>
                    <a:cubicBezTo>
                      <a:pt x="20165" y="716"/>
                      <a:pt x="20282" y="872"/>
                      <a:pt x="20432" y="1072"/>
                    </a:cubicBezTo>
                    <a:cubicBezTo>
                      <a:pt x="20586" y="1274"/>
                      <a:pt x="20733" y="1483"/>
                      <a:pt x="20880" y="1692"/>
                    </a:cubicBezTo>
                    <a:cubicBezTo>
                      <a:pt x="21024" y="1903"/>
                      <a:pt x="21147" y="2127"/>
                      <a:pt x="21252" y="2359"/>
                    </a:cubicBezTo>
                    <a:cubicBezTo>
                      <a:pt x="21357" y="2597"/>
                      <a:pt x="21411" y="2796"/>
                      <a:pt x="21411" y="2967"/>
                    </a:cubicBezTo>
                    <a:cubicBezTo>
                      <a:pt x="21411" y="3334"/>
                      <a:pt x="21298" y="3616"/>
                      <a:pt x="21071" y="3825"/>
                    </a:cubicBezTo>
                    <a:lnTo>
                      <a:pt x="2568" y="21376"/>
                    </a:lnTo>
                    <a:cubicBezTo>
                      <a:pt x="2408" y="21526"/>
                      <a:pt x="2227" y="21599"/>
                      <a:pt x="2017" y="21599"/>
                    </a:cubicBezTo>
                    <a:cubicBezTo>
                      <a:pt x="1725" y="21599"/>
                      <a:pt x="1495" y="21464"/>
                      <a:pt x="1324" y="21194"/>
                    </a:cubicBezTo>
                    <a:cubicBezTo>
                      <a:pt x="1248" y="21082"/>
                      <a:pt x="1128" y="20924"/>
                      <a:pt x="971" y="20724"/>
                    </a:cubicBezTo>
                    <a:cubicBezTo>
                      <a:pt x="817" y="20521"/>
                      <a:pt x="668" y="20316"/>
                      <a:pt x="528" y="20104"/>
                    </a:cubicBezTo>
                    <a:cubicBezTo>
                      <a:pt x="386" y="19893"/>
                      <a:pt x="261" y="19672"/>
                      <a:pt x="156" y="19443"/>
                    </a:cubicBezTo>
                    <a:cubicBezTo>
                      <a:pt x="51" y="19214"/>
                      <a:pt x="0" y="19008"/>
                      <a:pt x="0" y="18832"/>
                    </a:cubicBezTo>
                    <a:cubicBezTo>
                      <a:pt x="0" y="18465"/>
                      <a:pt x="115" y="18177"/>
                      <a:pt x="337" y="17971"/>
                    </a:cubicBezTo>
                    <a:lnTo>
                      <a:pt x="18845" y="434"/>
                    </a:lnTo>
                    <a:close/>
                    <a:moveTo>
                      <a:pt x="4372" y="9154"/>
                    </a:moveTo>
                    <a:lnTo>
                      <a:pt x="2998" y="8634"/>
                    </a:lnTo>
                    <a:lnTo>
                      <a:pt x="4372" y="8126"/>
                    </a:lnTo>
                    <a:lnTo>
                      <a:pt x="4805" y="6484"/>
                    </a:lnTo>
                    <a:lnTo>
                      <a:pt x="5204" y="8126"/>
                    </a:lnTo>
                    <a:lnTo>
                      <a:pt x="6597" y="8634"/>
                    </a:lnTo>
                    <a:lnTo>
                      <a:pt x="5204" y="9154"/>
                    </a:lnTo>
                    <a:lnTo>
                      <a:pt x="4805" y="10800"/>
                    </a:lnTo>
                    <a:lnTo>
                      <a:pt x="4372" y="9154"/>
                    </a:lnTo>
                    <a:close/>
                    <a:moveTo>
                      <a:pt x="7126" y="5329"/>
                    </a:moveTo>
                    <a:lnTo>
                      <a:pt x="4372" y="4316"/>
                    </a:lnTo>
                    <a:lnTo>
                      <a:pt x="7126" y="3317"/>
                    </a:lnTo>
                    <a:lnTo>
                      <a:pt x="7971" y="0"/>
                    </a:lnTo>
                    <a:lnTo>
                      <a:pt x="8810" y="3317"/>
                    </a:lnTo>
                    <a:lnTo>
                      <a:pt x="11565" y="4316"/>
                    </a:lnTo>
                    <a:lnTo>
                      <a:pt x="8810" y="5329"/>
                    </a:lnTo>
                    <a:lnTo>
                      <a:pt x="7971" y="8634"/>
                    </a:lnTo>
                    <a:lnTo>
                      <a:pt x="7126" y="5329"/>
                    </a:lnTo>
                    <a:close/>
                    <a:moveTo>
                      <a:pt x="12412" y="2670"/>
                    </a:moveTo>
                    <a:lnTo>
                      <a:pt x="11041" y="2162"/>
                    </a:lnTo>
                    <a:lnTo>
                      <a:pt x="12412" y="1642"/>
                    </a:lnTo>
                    <a:lnTo>
                      <a:pt x="12845" y="0"/>
                    </a:lnTo>
                    <a:lnTo>
                      <a:pt x="13278" y="1642"/>
                    </a:lnTo>
                    <a:lnTo>
                      <a:pt x="14637" y="2162"/>
                    </a:lnTo>
                    <a:lnTo>
                      <a:pt x="13278" y="2670"/>
                    </a:lnTo>
                    <a:lnTo>
                      <a:pt x="12845" y="4316"/>
                    </a:lnTo>
                    <a:lnTo>
                      <a:pt x="12412" y="2670"/>
                    </a:lnTo>
                    <a:close/>
                    <a:moveTo>
                      <a:pt x="20498" y="2993"/>
                    </a:moveTo>
                    <a:lnTo>
                      <a:pt x="19399" y="1289"/>
                    </a:lnTo>
                    <a:lnTo>
                      <a:pt x="15070" y="5385"/>
                    </a:lnTo>
                    <a:lnTo>
                      <a:pt x="16172" y="7086"/>
                    </a:lnTo>
                    <a:lnTo>
                      <a:pt x="20498" y="2993"/>
                    </a:lnTo>
                    <a:close/>
                    <a:moveTo>
                      <a:pt x="21599" y="9154"/>
                    </a:moveTo>
                    <a:lnTo>
                      <a:pt x="20229" y="9674"/>
                    </a:lnTo>
                    <a:lnTo>
                      <a:pt x="19807" y="11320"/>
                    </a:lnTo>
                    <a:lnTo>
                      <a:pt x="19374" y="9674"/>
                    </a:lnTo>
                    <a:lnTo>
                      <a:pt x="18001" y="9154"/>
                    </a:lnTo>
                    <a:lnTo>
                      <a:pt x="19374" y="8661"/>
                    </a:lnTo>
                    <a:lnTo>
                      <a:pt x="19807" y="7004"/>
                    </a:lnTo>
                    <a:lnTo>
                      <a:pt x="20229" y="8661"/>
                    </a:lnTo>
                    <a:lnTo>
                      <a:pt x="21599" y="9154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ffectLst/>
            </p:spPr>
            <p:txBody>
              <a:bodyPr lIns="101578" tIns="101578" rIns="101578" bIns="101578" anchor="ctr"/>
              <a:lstStyle/>
              <a:p>
                <a:pPr defTabSz="913765">
                  <a:defRPr/>
                </a:pPr>
                <a:endParaRPr lang="es-ES" sz="5800" dirty="0">
                  <a:solidFill>
                    <a:srgbClr val="44CEB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cs typeface="Gill Sans" charset="0"/>
                  <a:sym typeface="Gill Sans" charset="0"/>
                </a:endParaRPr>
              </a:p>
            </p:txBody>
          </p:sp>
        </p:grp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5043625C-9AE4-4614-A471-A37691F1240E}"/>
              </a:ext>
            </a:extLst>
          </p:cNvPr>
          <p:cNvGrpSpPr/>
          <p:nvPr/>
        </p:nvGrpSpPr>
        <p:grpSpPr>
          <a:xfrm>
            <a:off x="3663024" y="2520000"/>
            <a:ext cx="1998194" cy="2969686"/>
            <a:chOff x="3540368" y="2473380"/>
            <a:chExt cx="1998194" cy="2969686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7C2CF90F-48F2-40DF-85B8-470F504E71F3}"/>
                </a:ext>
              </a:extLst>
            </p:cNvPr>
            <p:cNvGrpSpPr/>
            <p:nvPr/>
          </p:nvGrpSpPr>
          <p:grpSpPr>
            <a:xfrm>
              <a:off x="3540368" y="2473380"/>
              <a:ext cx="1998194" cy="2969686"/>
              <a:chOff x="1223420" y="2408898"/>
              <a:chExt cx="1998194" cy="2969686"/>
            </a:xfrm>
          </p:grpSpPr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69D51369-685D-412D-97A8-900A193DB937}"/>
                  </a:ext>
                </a:extLst>
              </p:cNvPr>
              <p:cNvSpPr txBox="1"/>
              <p:nvPr/>
            </p:nvSpPr>
            <p:spPr>
              <a:xfrm>
                <a:off x="1223420" y="3782506"/>
                <a:ext cx="1998194" cy="15960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5000"/>
                  </a:lnSpc>
                </a:pPr>
                <a:r>
                  <a:rPr lang="zh-CN" altLang="en-US" sz="4000" b="1" dirty="0">
                    <a:solidFill>
                      <a:srgbClr val="0070C0"/>
                    </a:solidFill>
                    <a:latin typeface="方正姚体" panose="02010601030101010101" pitchFamily="2" charset="-122"/>
                    <a:ea typeface="方正姚体" panose="02010601030101010101" pitchFamily="2" charset="-122"/>
                  </a:rPr>
                  <a:t>工具</a:t>
                </a:r>
                <a:endParaRPr lang="en-US" altLang="zh-CN" sz="4000" b="1" dirty="0">
                  <a:solidFill>
                    <a:srgbClr val="0070C0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  <a:p>
                <a:pPr marL="342900" indent="-342900">
                  <a:lnSpc>
                    <a:spcPct val="125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0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Eclipse</a:t>
                </a:r>
              </a:p>
              <a:p>
                <a:pPr marL="342900" indent="-342900">
                  <a:lnSpc>
                    <a:spcPct val="125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0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IDEA</a:t>
                </a:r>
              </a:p>
            </p:txBody>
          </p:sp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5EB7C558-AC7E-4B5E-9509-879F9ECB90D8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625052" y="2408898"/>
                <a:ext cx="1260000" cy="1260000"/>
                <a:chOff x="602727" y="4102718"/>
                <a:chExt cx="1801144" cy="1801613"/>
              </a:xfrm>
            </p:grpSpPr>
            <p:sp>
              <p:nvSpPr>
                <p:cNvPr id="66" name="Oval 5">
                  <a:extLst>
                    <a:ext uri="{FF2B5EF4-FFF2-40B4-BE49-F238E27FC236}">
                      <a16:creationId xmlns:a16="http://schemas.microsoft.com/office/drawing/2014/main" id="{971D03D9-3BB0-41E9-ADCB-B9FB527A87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0129" y="4270164"/>
                  <a:ext cx="1467403" cy="1467786"/>
                </a:xfrm>
                <a:prstGeom prst="ellipse">
                  <a:avLst/>
                </a:prstGeom>
                <a:noFill/>
                <a:ln w="28575">
                  <a:solidFill>
                    <a:srgbClr val="0070C0"/>
                  </a:solidFill>
                </a:ln>
              </p:spPr>
              <p:txBody>
                <a:bodyPr vert="horz" wrap="square" lIns="182843" tIns="91422" rIns="182843" bIns="91422" numCol="1" anchor="t" anchorCtr="0" compatLnSpc="1"/>
                <a:lstStyle/>
                <a:p>
                  <a:endParaRPr lang="id-ID" dirty="0">
                    <a:latin typeface="Raleway Light"/>
                  </a:endParaRPr>
                </a:p>
              </p:txBody>
            </p:sp>
            <p:grpSp>
              <p:nvGrpSpPr>
                <p:cNvPr id="67" name="Group 24">
                  <a:extLst>
                    <a:ext uri="{FF2B5EF4-FFF2-40B4-BE49-F238E27FC236}">
                      <a16:creationId xmlns:a16="http://schemas.microsoft.com/office/drawing/2014/main" id="{612EC8E6-8E2A-4788-AC26-668142376149}"/>
                    </a:ext>
                  </a:extLst>
                </p:cNvPr>
                <p:cNvGrpSpPr/>
                <p:nvPr/>
              </p:nvGrpSpPr>
              <p:grpSpPr>
                <a:xfrm>
                  <a:off x="602727" y="4102718"/>
                  <a:ext cx="1801144" cy="1801613"/>
                  <a:chOff x="1119258" y="2257147"/>
                  <a:chExt cx="1868081" cy="1868084"/>
                </a:xfrm>
                <a:solidFill>
                  <a:srgbClr val="0070C0"/>
                </a:solidFill>
              </p:grpSpPr>
              <p:sp>
                <p:nvSpPr>
                  <p:cNvPr id="68" name="Freeform 6">
                    <a:extLst>
                      <a:ext uri="{FF2B5EF4-FFF2-40B4-BE49-F238E27FC236}">
                        <a16:creationId xmlns:a16="http://schemas.microsoft.com/office/drawing/2014/main" id="{A47E75DA-0BDB-438A-BE78-079A6D52F48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5045" y="2394510"/>
                    <a:ext cx="356035" cy="354935"/>
                  </a:xfrm>
                  <a:custGeom>
                    <a:avLst/>
                    <a:gdLst>
                      <a:gd name="T0" fmla="*/ 207 w 207"/>
                      <a:gd name="T1" fmla="*/ 181 h 206"/>
                      <a:gd name="T2" fmla="*/ 26 w 207"/>
                      <a:gd name="T3" fmla="*/ 0 h 206"/>
                      <a:gd name="T4" fmla="*/ 0 w 207"/>
                      <a:gd name="T5" fmla="*/ 44 h 206"/>
                      <a:gd name="T6" fmla="*/ 163 w 207"/>
                      <a:gd name="T7" fmla="*/ 206 h 206"/>
                      <a:gd name="T8" fmla="*/ 207 w 207"/>
                      <a:gd name="T9" fmla="*/ 181 h 2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07" h="206">
                        <a:moveTo>
                          <a:pt x="207" y="181"/>
                        </a:moveTo>
                        <a:cubicBezTo>
                          <a:pt x="162" y="107"/>
                          <a:pt x="100" y="45"/>
                          <a:pt x="26" y="0"/>
                        </a:cubicBezTo>
                        <a:cubicBezTo>
                          <a:pt x="0" y="44"/>
                          <a:pt x="0" y="44"/>
                          <a:pt x="0" y="44"/>
                        </a:cubicBezTo>
                        <a:cubicBezTo>
                          <a:pt x="66" y="85"/>
                          <a:pt x="122" y="140"/>
                          <a:pt x="163" y="206"/>
                        </a:cubicBezTo>
                        <a:lnTo>
                          <a:pt x="207" y="18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69" name="Freeform 7">
                    <a:extLst>
                      <a:ext uri="{FF2B5EF4-FFF2-40B4-BE49-F238E27FC236}">
                        <a16:creationId xmlns:a16="http://schemas.microsoft.com/office/drawing/2014/main" id="{AE4929D7-D544-4F1B-BF4C-984972E93AC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75276" y="2257151"/>
                    <a:ext cx="427461" cy="191204"/>
                  </a:xfrm>
                  <a:custGeom>
                    <a:avLst/>
                    <a:gdLst>
                      <a:gd name="T0" fmla="*/ 0 w 248"/>
                      <a:gd name="T1" fmla="*/ 0 h 111"/>
                      <a:gd name="T2" fmla="*/ 0 w 248"/>
                      <a:gd name="T3" fmla="*/ 51 h 111"/>
                      <a:gd name="T4" fmla="*/ 222 w 248"/>
                      <a:gd name="T5" fmla="*/ 111 h 111"/>
                      <a:gd name="T6" fmla="*/ 248 w 248"/>
                      <a:gd name="T7" fmla="*/ 67 h 111"/>
                      <a:gd name="T8" fmla="*/ 0 w 248"/>
                      <a:gd name="T9" fmla="*/ 0 h 1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8" h="111">
                        <a:moveTo>
                          <a:pt x="0" y="0"/>
                        </a:moveTo>
                        <a:cubicBezTo>
                          <a:pt x="0" y="51"/>
                          <a:pt x="0" y="51"/>
                          <a:pt x="0" y="51"/>
                        </a:cubicBezTo>
                        <a:cubicBezTo>
                          <a:pt x="80" y="53"/>
                          <a:pt x="156" y="75"/>
                          <a:pt x="222" y="111"/>
                        </a:cubicBezTo>
                        <a:cubicBezTo>
                          <a:pt x="248" y="67"/>
                          <a:pt x="248" y="67"/>
                          <a:pt x="248" y="67"/>
                        </a:cubicBezTo>
                        <a:cubicBezTo>
                          <a:pt x="174" y="26"/>
                          <a:pt x="90" y="2"/>
                          <a:pt x="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70" name="Freeform 8">
                    <a:extLst>
                      <a:ext uri="{FF2B5EF4-FFF2-40B4-BE49-F238E27FC236}">
                        <a16:creationId xmlns:a16="http://schemas.microsoft.com/office/drawing/2014/main" id="{F7536FC8-1417-41AB-80D4-7BF0976DAA0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96135" y="2743951"/>
                    <a:ext cx="191204" cy="425262"/>
                  </a:xfrm>
                  <a:custGeom>
                    <a:avLst/>
                    <a:gdLst>
                      <a:gd name="T0" fmla="*/ 45 w 111"/>
                      <a:gd name="T1" fmla="*/ 0 h 247"/>
                      <a:gd name="T2" fmla="*/ 0 w 111"/>
                      <a:gd name="T3" fmla="*/ 26 h 247"/>
                      <a:gd name="T4" fmla="*/ 60 w 111"/>
                      <a:gd name="T5" fmla="*/ 247 h 247"/>
                      <a:gd name="T6" fmla="*/ 111 w 111"/>
                      <a:gd name="T7" fmla="*/ 247 h 247"/>
                      <a:gd name="T8" fmla="*/ 45 w 111"/>
                      <a:gd name="T9" fmla="*/ 0 h 2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1" h="247">
                        <a:moveTo>
                          <a:pt x="45" y="0"/>
                        </a:moveTo>
                        <a:cubicBezTo>
                          <a:pt x="0" y="26"/>
                          <a:pt x="0" y="26"/>
                          <a:pt x="0" y="26"/>
                        </a:cubicBezTo>
                        <a:cubicBezTo>
                          <a:pt x="37" y="92"/>
                          <a:pt x="58" y="167"/>
                          <a:pt x="60" y="247"/>
                        </a:cubicBezTo>
                        <a:cubicBezTo>
                          <a:pt x="111" y="247"/>
                          <a:pt x="111" y="247"/>
                          <a:pt x="111" y="247"/>
                        </a:cubicBezTo>
                        <a:cubicBezTo>
                          <a:pt x="109" y="158"/>
                          <a:pt x="85" y="74"/>
                          <a:pt x="45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71" name="Freeform 9">
                    <a:extLst>
                      <a:ext uri="{FF2B5EF4-FFF2-40B4-BE49-F238E27FC236}">
                        <a16:creationId xmlns:a16="http://schemas.microsoft.com/office/drawing/2014/main" id="{EE0C129D-E356-419E-B042-DC683C029AD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96135" y="3213168"/>
                    <a:ext cx="191204" cy="427461"/>
                  </a:xfrm>
                  <a:custGeom>
                    <a:avLst/>
                    <a:gdLst>
                      <a:gd name="T0" fmla="*/ 60 w 111"/>
                      <a:gd name="T1" fmla="*/ 0 h 248"/>
                      <a:gd name="T2" fmla="*/ 0 w 111"/>
                      <a:gd name="T3" fmla="*/ 222 h 248"/>
                      <a:gd name="T4" fmla="*/ 45 w 111"/>
                      <a:gd name="T5" fmla="*/ 248 h 248"/>
                      <a:gd name="T6" fmla="*/ 111 w 111"/>
                      <a:gd name="T7" fmla="*/ 0 h 248"/>
                      <a:gd name="T8" fmla="*/ 60 w 111"/>
                      <a:gd name="T9" fmla="*/ 0 h 2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1" h="248">
                        <a:moveTo>
                          <a:pt x="60" y="0"/>
                        </a:moveTo>
                        <a:cubicBezTo>
                          <a:pt x="58" y="80"/>
                          <a:pt x="37" y="156"/>
                          <a:pt x="0" y="222"/>
                        </a:cubicBezTo>
                        <a:cubicBezTo>
                          <a:pt x="45" y="248"/>
                          <a:pt x="45" y="248"/>
                          <a:pt x="45" y="248"/>
                        </a:cubicBezTo>
                        <a:cubicBezTo>
                          <a:pt x="85" y="174"/>
                          <a:pt x="109" y="90"/>
                          <a:pt x="111" y="0"/>
                        </a:cubicBezTo>
                        <a:lnTo>
                          <a:pt x="60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72" name="Freeform 10">
                    <a:extLst>
                      <a:ext uri="{FF2B5EF4-FFF2-40B4-BE49-F238E27FC236}">
                        <a16:creationId xmlns:a16="http://schemas.microsoft.com/office/drawing/2014/main" id="{50FB2356-C364-4047-ABF1-2A87D190294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5045" y="3632937"/>
                    <a:ext cx="356035" cy="356035"/>
                  </a:xfrm>
                  <a:custGeom>
                    <a:avLst/>
                    <a:gdLst>
                      <a:gd name="T0" fmla="*/ 207 w 207"/>
                      <a:gd name="T1" fmla="*/ 26 h 207"/>
                      <a:gd name="T2" fmla="*/ 163 w 207"/>
                      <a:gd name="T3" fmla="*/ 0 h 207"/>
                      <a:gd name="T4" fmla="*/ 0 w 207"/>
                      <a:gd name="T5" fmla="*/ 163 h 207"/>
                      <a:gd name="T6" fmla="*/ 26 w 207"/>
                      <a:gd name="T7" fmla="*/ 207 h 207"/>
                      <a:gd name="T8" fmla="*/ 207 w 207"/>
                      <a:gd name="T9" fmla="*/ 26 h 2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07" h="207">
                        <a:moveTo>
                          <a:pt x="207" y="26"/>
                        </a:moveTo>
                        <a:cubicBezTo>
                          <a:pt x="163" y="0"/>
                          <a:pt x="163" y="0"/>
                          <a:pt x="163" y="0"/>
                        </a:cubicBezTo>
                        <a:cubicBezTo>
                          <a:pt x="122" y="66"/>
                          <a:pt x="66" y="122"/>
                          <a:pt x="0" y="163"/>
                        </a:cubicBezTo>
                        <a:cubicBezTo>
                          <a:pt x="26" y="207"/>
                          <a:pt x="26" y="207"/>
                          <a:pt x="26" y="207"/>
                        </a:cubicBezTo>
                        <a:cubicBezTo>
                          <a:pt x="100" y="162"/>
                          <a:pt x="162" y="100"/>
                          <a:pt x="207" y="2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73" name="Freeform 11">
                    <a:extLst>
                      <a:ext uri="{FF2B5EF4-FFF2-40B4-BE49-F238E27FC236}">
                        <a16:creationId xmlns:a16="http://schemas.microsoft.com/office/drawing/2014/main" id="{704EA1F0-8C05-4F04-939E-385F740D3DE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75276" y="3936224"/>
                    <a:ext cx="427461" cy="189007"/>
                  </a:xfrm>
                  <a:custGeom>
                    <a:avLst/>
                    <a:gdLst>
                      <a:gd name="T0" fmla="*/ 248 w 248"/>
                      <a:gd name="T1" fmla="*/ 44 h 110"/>
                      <a:gd name="T2" fmla="*/ 222 w 248"/>
                      <a:gd name="T3" fmla="*/ 0 h 110"/>
                      <a:gd name="T4" fmla="*/ 0 w 248"/>
                      <a:gd name="T5" fmla="*/ 59 h 110"/>
                      <a:gd name="T6" fmla="*/ 0 w 248"/>
                      <a:gd name="T7" fmla="*/ 110 h 110"/>
                      <a:gd name="T8" fmla="*/ 248 w 248"/>
                      <a:gd name="T9" fmla="*/ 44 h 1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8" h="110">
                        <a:moveTo>
                          <a:pt x="248" y="44"/>
                        </a:moveTo>
                        <a:cubicBezTo>
                          <a:pt x="222" y="0"/>
                          <a:pt x="222" y="0"/>
                          <a:pt x="222" y="0"/>
                        </a:cubicBezTo>
                        <a:cubicBezTo>
                          <a:pt x="156" y="36"/>
                          <a:pt x="80" y="57"/>
                          <a:pt x="0" y="59"/>
                        </a:cubicBezTo>
                        <a:cubicBezTo>
                          <a:pt x="0" y="110"/>
                          <a:pt x="0" y="110"/>
                          <a:pt x="0" y="110"/>
                        </a:cubicBezTo>
                        <a:cubicBezTo>
                          <a:pt x="90" y="108"/>
                          <a:pt x="174" y="84"/>
                          <a:pt x="248" y="4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74" name="Freeform 12">
                    <a:extLst>
                      <a:ext uri="{FF2B5EF4-FFF2-40B4-BE49-F238E27FC236}">
                        <a16:creationId xmlns:a16="http://schemas.microsoft.com/office/drawing/2014/main" id="{E81D0895-071D-409C-B521-FBBA75F4462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606059" y="3936224"/>
                    <a:ext cx="425262" cy="189007"/>
                  </a:xfrm>
                  <a:custGeom>
                    <a:avLst/>
                    <a:gdLst>
                      <a:gd name="T0" fmla="*/ 0 w 247"/>
                      <a:gd name="T1" fmla="*/ 44 h 110"/>
                      <a:gd name="T2" fmla="*/ 247 w 247"/>
                      <a:gd name="T3" fmla="*/ 110 h 110"/>
                      <a:gd name="T4" fmla="*/ 247 w 247"/>
                      <a:gd name="T5" fmla="*/ 59 h 110"/>
                      <a:gd name="T6" fmla="*/ 26 w 247"/>
                      <a:gd name="T7" fmla="*/ 0 h 110"/>
                      <a:gd name="T8" fmla="*/ 0 w 247"/>
                      <a:gd name="T9" fmla="*/ 44 h 1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7" h="110">
                        <a:moveTo>
                          <a:pt x="0" y="44"/>
                        </a:moveTo>
                        <a:cubicBezTo>
                          <a:pt x="74" y="84"/>
                          <a:pt x="158" y="108"/>
                          <a:pt x="247" y="110"/>
                        </a:cubicBezTo>
                        <a:cubicBezTo>
                          <a:pt x="247" y="59"/>
                          <a:pt x="247" y="59"/>
                          <a:pt x="247" y="59"/>
                        </a:cubicBezTo>
                        <a:cubicBezTo>
                          <a:pt x="167" y="57"/>
                          <a:pt x="92" y="36"/>
                          <a:pt x="26" y="0"/>
                        </a:cubicBezTo>
                        <a:lnTo>
                          <a:pt x="0" y="44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75" name="Freeform 13">
                    <a:extLst>
                      <a:ext uri="{FF2B5EF4-FFF2-40B4-BE49-F238E27FC236}">
                        <a16:creationId xmlns:a16="http://schemas.microsoft.com/office/drawing/2014/main" id="{F80E3B88-4D60-4404-8098-301A7A9C4D2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256618" y="3632939"/>
                    <a:ext cx="354935" cy="356035"/>
                  </a:xfrm>
                  <a:custGeom>
                    <a:avLst/>
                    <a:gdLst>
                      <a:gd name="T0" fmla="*/ 44 w 206"/>
                      <a:gd name="T1" fmla="*/ 0 h 207"/>
                      <a:gd name="T2" fmla="*/ 0 w 206"/>
                      <a:gd name="T3" fmla="*/ 26 h 207"/>
                      <a:gd name="T4" fmla="*/ 181 w 206"/>
                      <a:gd name="T5" fmla="*/ 207 h 207"/>
                      <a:gd name="T6" fmla="*/ 206 w 206"/>
                      <a:gd name="T7" fmla="*/ 163 h 207"/>
                      <a:gd name="T8" fmla="*/ 44 w 206"/>
                      <a:gd name="T9" fmla="*/ 0 h 2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06" h="207">
                        <a:moveTo>
                          <a:pt x="44" y="0"/>
                        </a:moveTo>
                        <a:cubicBezTo>
                          <a:pt x="0" y="26"/>
                          <a:pt x="0" y="26"/>
                          <a:pt x="0" y="26"/>
                        </a:cubicBezTo>
                        <a:cubicBezTo>
                          <a:pt x="45" y="100"/>
                          <a:pt x="107" y="162"/>
                          <a:pt x="181" y="207"/>
                        </a:cubicBezTo>
                        <a:cubicBezTo>
                          <a:pt x="206" y="163"/>
                          <a:pt x="206" y="163"/>
                          <a:pt x="206" y="163"/>
                        </a:cubicBezTo>
                        <a:cubicBezTo>
                          <a:pt x="140" y="122"/>
                          <a:pt x="85" y="66"/>
                          <a:pt x="44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76" name="Freeform 14">
                    <a:extLst>
                      <a:ext uri="{FF2B5EF4-FFF2-40B4-BE49-F238E27FC236}">
                        <a16:creationId xmlns:a16="http://schemas.microsoft.com/office/drawing/2014/main" id="{73E43EC5-1A0A-4225-8B30-065BB44FB35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19259" y="3213170"/>
                    <a:ext cx="191204" cy="427461"/>
                  </a:xfrm>
                  <a:custGeom>
                    <a:avLst/>
                    <a:gdLst>
                      <a:gd name="T0" fmla="*/ 0 w 111"/>
                      <a:gd name="T1" fmla="*/ 0 h 248"/>
                      <a:gd name="T2" fmla="*/ 67 w 111"/>
                      <a:gd name="T3" fmla="*/ 248 h 248"/>
                      <a:gd name="T4" fmla="*/ 111 w 111"/>
                      <a:gd name="T5" fmla="*/ 222 h 248"/>
                      <a:gd name="T6" fmla="*/ 51 w 111"/>
                      <a:gd name="T7" fmla="*/ 0 h 248"/>
                      <a:gd name="T8" fmla="*/ 0 w 111"/>
                      <a:gd name="T9" fmla="*/ 0 h 2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1" h="248">
                        <a:moveTo>
                          <a:pt x="0" y="0"/>
                        </a:moveTo>
                        <a:cubicBezTo>
                          <a:pt x="2" y="90"/>
                          <a:pt x="26" y="174"/>
                          <a:pt x="67" y="248"/>
                        </a:cubicBezTo>
                        <a:cubicBezTo>
                          <a:pt x="111" y="222"/>
                          <a:pt x="111" y="222"/>
                          <a:pt x="111" y="222"/>
                        </a:cubicBezTo>
                        <a:cubicBezTo>
                          <a:pt x="75" y="156"/>
                          <a:pt x="53" y="80"/>
                          <a:pt x="51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77" name="Freeform 15">
                    <a:extLst>
                      <a:ext uri="{FF2B5EF4-FFF2-40B4-BE49-F238E27FC236}">
                        <a16:creationId xmlns:a16="http://schemas.microsoft.com/office/drawing/2014/main" id="{32904D12-063C-4751-8414-784DA2C87D4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19258" y="2743952"/>
                    <a:ext cx="191204" cy="425263"/>
                  </a:xfrm>
                  <a:custGeom>
                    <a:avLst/>
                    <a:gdLst>
                      <a:gd name="T0" fmla="*/ 51 w 111"/>
                      <a:gd name="T1" fmla="*/ 247 h 247"/>
                      <a:gd name="T2" fmla="*/ 111 w 111"/>
                      <a:gd name="T3" fmla="*/ 26 h 247"/>
                      <a:gd name="T4" fmla="*/ 67 w 111"/>
                      <a:gd name="T5" fmla="*/ 0 h 247"/>
                      <a:gd name="T6" fmla="*/ 0 w 111"/>
                      <a:gd name="T7" fmla="*/ 247 h 247"/>
                      <a:gd name="T8" fmla="*/ 51 w 111"/>
                      <a:gd name="T9" fmla="*/ 247 h 2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1" h="247">
                        <a:moveTo>
                          <a:pt x="51" y="247"/>
                        </a:moveTo>
                        <a:cubicBezTo>
                          <a:pt x="53" y="167"/>
                          <a:pt x="75" y="92"/>
                          <a:pt x="111" y="26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74"/>
                          <a:pt x="2" y="158"/>
                          <a:pt x="0" y="247"/>
                        </a:cubicBezTo>
                        <a:lnTo>
                          <a:pt x="51" y="247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78" name="Freeform 16">
                    <a:extLst>
                      <a:ext uri="{FF2B5EF4-FFF2-40B4-BE49-F238E27FC236}">
                        <a16:creationId xmlns:a16="http://schemas.microsoft.com/office/drawing/2014/main" id="{812803A2-C2F6-4482-8B5E-03BD2AF8B58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256617" y="2394512"/>
                    <a:ext cx="354935" cy="354935"/>
                  </a:xfrm>
                  <a:custGeom>
                    <a:avLst/>
                    <a:gdLst>
                      <a:gd name="T0" fmla="*/ 0 w 206"/>
                      <a:gd name="T1" fmla="*/ 181 h 206"/>
                      <a:gd name="T2" fmla="*/ 44 w 206"/>
                      <a:gd name="T3" fmla="*/ 206 h 206"/>
                      <a:gd name="T4" fmla="*/ 206 w 206"/>
                      <a:gd name="T5" fmla="*/ 44 h 206"/>
                      <a:gd name="T6" fmla="*/ 181 w 206"/>
                      <a:gd name="T7" fmla="*/ 0 h 206"/>
                      <a:gd name="T8" fmla="*/ 0 w 206"/>
                      <a:gd name="T9" fmla="*/ 181 h 2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06" h="206">
                        <a:moveTo>
                          <a:pt x="0" y="181"/>
                        </a:moveTo>
                        <a:cubicBezTo>
                          <a:pt x="44" y="206"/>
                          <a:pt x="44" y="206"/>
                          <a:pt x="44" y="206"/>
                        </a:cubicBezTo>
                        <a:cubicBezTo>
                          <a:pt x="85" y="140"/>
                          <a:pt x="140" y="85"/>
                          <a:pt x="206" y="44"/>
                        </a:cubicBezTo>
                        <a:cubicBezTo>
                          <a:pt x="181" y="0"/>
                          <a:pt x="181" y="0"/>
                          <a:pt x="181" y="0"/>
                        </a:cubicBezTo>
                        <a:cubicBezTo>
                          <a:pt x="107" y="45"/>
                          <a:pt x="45" y="107"/>
                          <a:pt x="0" y="18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79" name="Freeform 17">
                    <a:extLst>
                      <a:ext uri="{FF2B5EF4-FFF2-40B4-BE49-F238E27FC236}">
                        <a16:creationId xmlns:a16="http://schemas.microsoft.com/office/drawing/2014/main" id="{1DC49B4B-EA58-451D-BF62-5CACE0EABFA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606056" y="2257147"/>
                    <a:ext cx="425262" cy="191204"/>
                  </a:xfrm>
                  <a:custGeom>
                    <a:avLst/>
                    <a:gdLst>
                      <a:gd name="T0" fmla="*/ 0 w 247"/>
                      <a:gd name="T1" fmla="*/ 67 h 111"/>
                      <a:gd name="T2" fmla="*/ 25 w 247"/>
                      <a:gd name="T3" fmla="*/ 111 h 111"/>
                      <a:gd name="T4" fmla="*/ 247 w 247"/>
                      <a:gd name="T5" fmla="*/ 51 h 111"/>
                      <a:gd name="T6" fmla="*/ 247 w 247"/>
                      <a:gd name="T7" fmla="*/ 0 h 111"/>
                      <a:gd name="T8" fmla="*/ 0 w 247"/>
                      <a:gd name="T9" fmla="*/ 67 h 1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7" h="111">
                        <a:moveTo>
                          <a:pt x="0" y="67"/>
                        </a:moveTo>
                        <a:cubicBezTo>
                          <a:pt x="25" y="111"/>
                          <a:pt x="25" y="111"/>
                          <a:pt x="25" y="111"/>
                        </a:cubicBezTo>
                        <a:cubicBezTo>
                          <a:pt x="92" y="75"/>
                          <a:pt x="167" y="53"/>
                          <a:pt x="247" y="51"/>
                        </a:cubicBezTo>
                        <a:cubicBezTo>
                          <a:pt x="247" y="0"/>
                          <a:pt x="247" y="0"/>
                          <a:pt x="247" y="0"/>
                        </a:cubicBezTo>
                        <a:cubicBezTo>
                          <a:pt x="158" y="2"/>
                          <a:pt x="74" y="26"/>
                          <a:pt x="0" y="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</p:grpSp>
          </p:grpSp>
        </p:grpSp>
        <p:grpSp>
          <p:nvGrpSpPr>
            <p:cNvPr id="80" name="Group 4700">
              <a:extLst>
                <a:ext uri="{FF2B5EF4-FFF2-40B4-BE49-F238E27FC236}">
                  <a16:creationId xmlns:a16="http://schemas.microsoft.com/office/drawing/2014/main" id="{E2BA8C48-9D43-4C54-917F-C6A8541D138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78711" y="2821361"/>
              <a:ext cx="655030" cy="655200"/>
              <a:chOff x="3062276" y="3998893"/>
              <a:chExt cx="412744" cy="412769"/>
            </a:xfrm>
            <a:solidFill>
              <a:srgbClr val="0070C0"/>
            </a:solidFill>
          </p:grpSpPr>
          <p:sp>
            <p:nvSpPr>
              <p:cNvPr id="81" name="Freeform 408">
                <a:extLst>
                  <a:ext uri="{FF2B5EF4-FFF2-40B4-BE49-F238E27FC236}">
                    <a16:creationId xmlns:a16="http://schemas.microsoft.com/office/drawing/2014/main" id="{78F4DA62-4E7C-44BC-AAE0-016020F89B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2276" y="3998893"/>
                <a:ext cx="328610" cy="315910"/>
              </a:xfrm>
              <a:custGeom>
                <a:avLst/>
                <a:gdLst>
                  <a:gd name="T0" fmla="*/ 911 w 912"/>
                  <a:gd name="T1" fmla="*/ 242 h 879"/>
                  <a:gd name="T2" fmla="*/ 594 w 912"/>
                  <a:gd name="T3" fmla="*/ 33 h 879"/>
                  <a:gd name="T4" fmla="*/ 75 w 912"/>
                  <a:gd name="T5" fmla="*/ 435 h 879"/>
                  <a:gd name="T6" fmla="*/ 242 w 912"/>
                  <a:gd name="T7" fmla="*/ 878 h 879"/>
                  <a:gd name="T8" fmla="*/ 343 w 912"/>
                  <a:gd name="T9" fmla="*/ 819 h 879"/>
                  <a:gd name="T10" fmla="*/ 911 w 912"/>
                  <a:gd name="T11" fmla="*/ 242 h 879"/>
                  <a:gd name="T12" fmla="*/ 451 w 912"/>
                  <a:gd name="T13" fmla="*/ 226 h 879"/>
                  <a:gd name="T14" fmla="*/ 577 w 912"/>
                  <a:gd name="T15" fmla="*/ 125 h 879"/>
                  <a:gd name="T16" fmla="*/ 669 w 912"/>
                  <a:gd name="T17" fmla="*/ 251 h 879"/>
                  <a:gd name="T18" fmla="*/ 543 w 912"/>
                  <a:gd name="T19" fmla="*/ 351 h 879"/>
                  <a:gd name="T20" fmla="*/ 451 w 912"/>
                  <a:gd name="T21" fmla="*/ 226 h 879"/>
                  <a:gd name="T22" fmla="*/ 226 w 912"/>
                  <a:gd name="T23" fmla="*/ 343 h 879"/>
                  <a:gd name="T24" fmla="*/ 318 w 912"/>
                  <a:gd name="T25" fmla="*/ 276 h 879"/>
                  <a:gd name="T26" fmla="*/ 385 w 912"/>
                  <a:gd name="T27" fmla="*/ 368 h 879"/>
                  <a:gd name="T28" fmla="*/ 293 w 912"/>
                  <a:gd name="T29" fmla="*/ 435 h 879"/>
                  <a:gd name="T30" fmla="*/ 226 w 912"/>
                  <a:gd name="T31" fmla="*/ 343 h 879"/>
                  <a:gd name="T32" fmla="*/ 251 w 912"/>
                  <a:gd name="T33" fmla="*/ 710 h 879"/>
                  <a:gd name="T34" fmla="*/ 176 w 912"/>
                  <a:gd name="T35" fmla="*/ 618 h 879"/>
                  <a:gd name="T36" fmla="*/ 267 w 912"/>
                  <a:gd name="T37" fmla="*/ 552 h 879"/>
                  <a:gd name="T38" fmla="*/ 343 w 912"/>
                  <a:gd name="T39" fmla="*/ 644 h 879"/>
                  <a:gd name="T40" fmla="*/ 251 w 912"/>
                  <a:gd name="T41" fmla="*/ 710 h 879"/>
                  <a:gd name="T42" fmla="*/ 251 w 912"/>
                  <a:gd name="T43" fmla="*/ 710 h 879"/>
                  <a:gd name="T44" fmla="*/ 251 w 912"/>
                  <a:gd name="T45" fmla="*/ 710 h 8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912" h="879">
                    <a:moveTo>
                      <a:pt x="911" y="242"/>
                    </a:moveTo>
                    <a:cubicBezTo>
                      <a:pt x="844" y="134"/>
                      <a:pt x="727" y="50"/>
                      <a:pt x="594" y="33"/>
                    </a:cubicBezTo>
                    <a:cubicBezTo>
                      <a:pt x="343" y="0"/>
                      <a:pt x="134" y="184"/>
                      <a:pt x="75" y="435"/>
                    </a:cubicBezTo>
                    <a:cubicBezTo>
                      <a:pt x="0" y="761"/>
                      <a:pt x="84" y="869"/>
                      <a:pt x="242" y="878"/>
                    </a:cubicBezTo>
                    <a:cubicBezTo>
                      <a:pt x="267" y="853"/>
                      <a:pt x="309" y="828"/>
                      <a:pt x="343" y="819"/>
                    </a:cubicBezTo>
                    <a:lnTo>
                      <a:pt x="911" y="242"/>
                    </a:lnTo>
                    <a:close/>
                    <a:moveTo>
                      <a:pt x="451" y="226"/>
                    </a:moveTo>
                    <a:cubicBezTo>
                      <a:pt x="460" y="167"/>
                      <a:pt x="518" y="117"/>
                      <a:pt x="577" y="125"/>
                    </a:cubicBezTo>
                    <a:cubicBezTo>
                      <a:pt x="635" y="134"/>
                      <a:pt x="677" y="192"/>
                      <a:pt x="669" y="251"/>
                    </a:cubicBezTo>
                    <a:cubicBezTo>
                      <a:pt x="660" y="317"/>
                      <a:pt x="610" y="359"/>
                      <a:pt x="543" y="351"/>
                    </a:cubicBezTo>
                    <a:cubicBezTo>
                      <a:pt x="485" y="343"/>
                      <a:pt x="443" y="284"/>
                      <a:pt x="451" y="226"/>
                    </a:cubicBezTo>
                    <a:close/>
                    <a:moveTo>
                      <a:pt x="226" y="343"/>
                    </a:moveTo>
                    <a:cubicBezTo>
                      <a:pt x="226" y="301"/>
                      <a:pt x="267" y="267"/>
                      <a:pt x="318" y="276"/>
                    </a:cubicBezTo>
                    <a:cubicBezTo>
                      <a:pt x="359" y="284"/>
                      <a:pt x="393" y="326"/>
                      <a:pt x="385" y="368"/>
                    </a:cubicBezTo>
                    <a:cubicBezTo>
                      <a:pt x="376" y="409"/>
                      <a:pt x="334" y="443"/>
                      <a:pt x="293" y="435"/>
                    </a:cubicBezTo>
                    <a:cubicBezTo>
                      <a:pt x="251" y="435"/>
                      <a:pt x="217" y="393"/>
                      <a:pt x="226" y="343"/>
                    </a:cubicBezTo>
                    <a:close/>
                    <a:moveTo>
                      <a:pt x="251" y="710"/>
                    </a:moveTo>
                    <a:cubicBezTo>
                      <a:pt x="200" y="710"/>
                      <a:pt x="167" y="669"/>
                      <a:pt x="176" y="618"/>
                    </a:cubicBezTo>
                    <a:cubicBezTo>
                      <a:pt x="184" y="577"/>
                      <a:pt x="226" y="543"/>
                      <a:pt x="267" y="552"/>
                    </a:cubicBezTo>
                    <a:cubicBezTo>
                      <a:pt x="318" y="560"/>
                      <a:pt x="343" y="602"/>
                      <a:pt x="343" y="644"/>
                    </a:cubicBezTo>
                    <a:cubicBezTo>
                      <a:pt x="334" y="685"/>
                      <a:pt x="293" y="719"/>
                      <a:pt x="251" y="710"/>
                    </a:cubicBezTo>
                    <a:close/>
                    <a:moveTo>
                      <a:pt x="251" y="710"/>
                    </a:moveTo>
                    <a:lnTo>
                      <a:pt x="251" y="71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Raleway Light"/>
                  <a:ea typeface="宋体" panose="02010600030101010101" pitchFamily="2" charset="-122"/>
                </a:endParaRPr>
              </a:p>
            </p:txBody>
          </p:sp>
          <p:sp>
            <p:nvSpPr>
              <p:cNvPr id="82" name="Freeform 409">
                <a:extLst>
                  <a:ext uri="{FF2B5EF4-FFF2-40B4-BE49-F238E27FC236}">
                    <a16:creationId xmlns:a16="http://schemas.microsoft.com/office/drawing/2014/main" id="{15EBF27C-0BE2-4090-8497-D819288F0E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235" y="4052863"/>
                <a:ext cx="204785" cy="223835"/>
              </a:xfrm>
              <a:custGeom>
                <a:avLst/>
                <a:gdLst>
                  <a:gd name="T0" fmla="*/ 142 w 569"/>
                  <a:gd name="T1" fmla="*/ 619 h 620"/>
                  <a:gd name="T2" fmla="*/ 150 w 569"/>
                  <a:gd name="T3" fmla="*/ 611 h 620"/>
                  <a:gd name="T4" fmla="*/ 568 w 569"/>
                  <a:gd name="T5" fmla="*/ 67 h 620"/>
                  <a:gd name="T6" fmla="*/ 543 w 569"/>
                  <a:gd name="T7" fmla="*/ 25 h 620"/>
                  <a:gd name="T8" fmla="*/ 493 w 569"/>
                  <a:gd name="T9" fmla="*/ 17 h 620"/>
                  <a:gd name="T10" fmla="*/ 8 w 569"/>
                  <a:gd name="T11" fmla="*/ 485 h 620"/>
                  <a:gd name="T12" fmla="*/ 0 w 569"/>
                  <a:gd name="T13" fmla="*/ 494 h 620"/>
                  <a:gd name="T14" fmla="*/ 142 w 569"/>
                  <a:gd name="T15" fmla="*/ 619 h 620"/>
                  <a:gd name="T16" fmla="*/ 142 w 569"/>
                  <a:gd name="T17" fmla="*/ 619 h 620"/>
                  <a:gd name="T18" fmla="*/ 142 w 569"/>
                  <a:gd name="T19" fmla="*/ 619 h 6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9" h="620">
                    <a:moveTo>
                      <a:pt x="142" y="619"/>
                    </a:moveTo>
                    <a:cubicBezTo>
                      <a:pt x="150" y="611"/>
                      <a:pt x="150" y="611"/>
                      <a:pt x="150" y="611"/>
                    </a:cubicBezTo>
                    <a:cubicBezTo>
                      <a:pt x="568" y="67"/>
                      <a:pt x="568" y="67"/>
                      <a:pt x="568" y="67"/>
                    </a:cubicBezTo>
                    <a:cubicBezTo>
                      <a:pt x="568" y="59"/>
                      <a:pt x="560" y="42"/>
                      <a:pt x="543" y="25"/>
                    </a:cubicBezTo>
                    <a:cubicBezTo>
                      <a:pt x="518" y="0"/>
                      <a:pt x="493" y="17"/>
                      <a:pt x="493" y="17"/>
                    </a:cubicBezTo>
                    <a:cubicBezTo>
                      <a:pt x="8" y="485"/>
                      <a:pt x="8" y="485"/>
                      <a:pt x="8" y="485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142" y="619"/>
                    </a:lnTo>
                    <a:close/>
                    <a:moveTo>
                      <a:pt x="142" y="619"/>
                    </a:moveTo>
                    <a:lnTo>
                      <a:pt x="142" y="619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Raleway Light"/>
                  <a:ea typeface="宋体" panose="02010600030101010101" pitchFamily="2" charset="-122"/>
                </a:endParaRPr>
              </a:p>
            </p:txBody>
          </p:sp>
          <p:sp>
            <p:nvSpPr>
              <p:cNvPr id="83" name="Freeform 410">
                <a:extLst>
                  <a:ext uri="{FF2B5EF4-FFF2-40B4-BE49-F238E27FC236}">
                    <a16:creationId xmlns:a16="http://schemas.microsoft.com/office/drawing/2014/main" id="{2B00331F-8CAE-401E-8621-40AC833857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9911" y="4241791"/>
                <a:ext cx="103188" cy="103188"/>
              </a:xfrm>
              <a:custGeom>
                <a:avLst/>
                <a:gdLst>
                  <a:gd name="T0" fmla="*/ 143 w 286"/>
                  <a:gd name="T1" fmla="*/ 284 h 285"/>
                  <a:gd name="T2" fmla="*/ 151 w 286"/>
                  <a:gd name="T3" fmla="*/ 268 h 285"/>
                  <a:gd name="T4" fmla="*/ 285 w 286"/>
                  <a:gd name="T5" fmla="*/ 125 h 285"/>
                  <a:gd name="T6" fmla="*/ 143 w 286"/>
                  <a:gd name="T7" fmla="*/ 0 h 285"/>
                  <a:gd name="T8" fmla="*/ 9 w 286"/>
                  <a:gd name="T9" fmla="*/ 142 h 285"/>
                  <a:gd name="T10" fmla="*/ 0 w 286"/>
                  <a:gd name="T11" fmla="*/ 151 h 285"/>
                  <a:gd name="T12" fmla="*/ 143 w 286"/>
                  <a:gd name="T13" fmla="*/ 284 h 285"/>
                  <a:gd name="T14" fmla="*/ 59 w 286"/>
                  <a:gd name="T15" fmla="*/ 134 h 285"/>
                  <a:gd name="T16" fmla="*/ 126 w 286"/>
                  <a:gd name="T17" fmla="*/ 59 h 285"/>
                  <a:gd name="T18" fmla="*/ 151 w 286"/>
                  <a:gd name="T19" fmla="*/ 59 h 285"/>
                  <a:gd name="T20" fmla="*/ 159 w 286"/>
                  <a:gd name="T21" fmla="*/ 67 h 285"/>
                  <a:gd name="T22" fmla="*/ 159 w 286"/>
                  <a:gd name="T23" fmla="*/ 75 h 285"/>
                  <a:gd name="T24" fmla="*/ 159 w 286"/>
                  <a:gd name="T25" fmla="*/ 92 h 285"/>
                  <a:gd name="T26" fmla="*/ 92 w 286"/>
                  <a:gd name="T27" fmla="*/ 159 h 285"/>
                  <a:gd name="T28" fmla="*/ 68 w 286"/>
                  <a:gd name="T29" fmla="*/ 167 h 285"/>
                  <a:gd name="T30" fmla="*/ 59 w 286"/>
                  <a:gd name="T31" fmla="*/ 159 h 285"/>
                  <a:gd name="T32" fmla="*/ 59 w 286"/>
                  <a:gd name="T33" fmla="*/ 142 h 285"/>
                  <a:gd name="T34" fmla="*/ 59 w 286"/>
                  <a:gd name="T35" fmla="*/ 134 h 285"/>
                  <a:gd name="T36" fmla="*/ 59 w 286"/>
                  <a:gd name="T37" fmla="*/ 134 h 285"/>
                  <a:gd name="T38" fmla="*/ 59 w 286"/>
                  <a:gd name="T39" fmla="*/ 134 h 2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86" h="285">
                    <a:moveTo>
                      <a:pt x="143" y="284"/>
                    </a:moveTo>
                    <a:cubicBezTo>
                      <a:pt x="151" y="268"/>
                      <a:pt x="151" y="268"/>
                      <a:pt x="151" y="268"/>
                    </a:cubicBezTo>
                    <a:cubicBezTo>
                      <a:pt x="285" y="125"/>
                      <a:pt x="285" y="125"/>
                      <a:pt x="285" y="125"/>
                    </a:cubicBezTo>
                    <a:cubicBezTo>
                      <a:pt x="143" y="0"/>
                      <a:pt x="143" y="0"/>
                      <a:pt x="143" y="0"/>
                    </a:cubicBezTo>
                    <a:cubicBezTo>
                      <a:pt x="9" y="142"/>
                      <a:pt x="9" y="142"/>
                      <a:pt x="9" y="142"/>
                    </a:cubicBezTo>
                    <a:cubicBezTo>
                      <a:pt x="0" y="151"/>
                      <a:pt x="0" y="151"/>
                      <a:pt x="0" y="151"/>
                    </a:cubicBezTo>
                    <a:lnTo>
                      <a:pt x="143" y="284"/>
                    </a:lnTo>
                    <a:close/>
                    <a:moveTo>
                      <a:pt x="59" y="134"/>
                    </a:moveTo>
                    <a:cubicBezTo>
                      <a:pt x="126" y="59"/>
                      <a:pt x="126" y="59"/>
                      <a:pt x="126" y="59"/>
                    </a:cubicBezTo>
                    <a:cubicBezTo>
                      <a:pt x="134" y="50"/>
                      <a:pt x="143" y="50"/>
                      <a:pt x="151" y="59"/>
                    </a:cubicBezTo>
                    <a:cubicBezTo>
                      <a:pt x="159" y="67"/>
                      <a:pt x="159" y="67"/>
                      <a:pt x="159" y="67"/>
                    </a:cubicBezTo>
                    <a:lnTo>
                      <a:pt x="159" y="75"/>
                    </a:lnTo>
                    <a:cubicBezTo>
                      <a:pt x="159" y="84"/>
                      <a:pt x="159" y="84"/>
                      <a:pt x="159" y="92"/>
                    </a:cubicBezTo>
                    <a:cubicBezTo>
                      <a:pt x="92" y="159"/>
                      <a:pt x="92" y="159"/>
                      <a:pt x="92" y="159"/>
                    </a:cubicBezTo>
                    <a:cubicBezTo>
                      <a:pt x="84" y="167"/>
                      <a:pt x="76" y="167"/>
                      <a:pt x="68" y="167"/>
                    </a:cubicBezTo>
                    <a:cubicBezTo>
                      <a:pt x="59" y="159"/>
                      <a:pt x="59" y="159"/>
                      <a:pt x="59" y="159"/>
                    </a:cubicBezTo>
                    <a:cubicBezTo>
                      <a:pt x="59" y="151"/>
                      <a:pt x="59" y="151"/>
                      <a:pt x="59" y="142"/>
                    </a:cubicBezTo>
                    <a:lnTo>
                      <a:pt x="59" y="134"/>
                    </a:lnTo>
                    <a:close/>
                    <a:moveTo>
                      <a:pt x="59" y="134"/>
                    </a:moveTo>
                    <a:lnTo>
                      <a:pt x="59" y="134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Raleway Light"/>
                  <a:ea typeface="宋体" panose="02010600030101010101" pitchFamily="2" charset="-122"/>
                </a:endParaRPr>
              </a:p>
            </p:txBody>
          </p:sp>
          <p:sp>
            <p:nvSpPr>
              <p:cNvPr id="84" name="Freeform 411">
                <a:extLst>
                  <a:ext uri="{FF2B5EF4-FFF2-40B4-BE49-F238E27FC236}">
                    <a16:creationId xmlns:a16="http://schemas.microsoft.com/office/drawing/2014/main" id="{4725AE9A-2E66-4290-A17B-CFB6F9C58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2613" y="4308474"/>
                <a:ext cx="127000" cy="103188"/>
              </a:xfrm>
              <a:custGeom>
                <a:avLst/>
                <a:gdLst>
                  <a:gd name="T0" fmla="*/ 343 w 352"/>
                  <a:gd name="T1" fmla="*/ 134 h 285"/>
                  <a:gd name="T2" fmla="*/ 351 w 352"/>
                  <a:gd name="T3" fmla="*/ 125 h 285"/>
                  <a:gd name="T4" fmla="*/ 218 w 352"/>
                  <a:gd name="T5" fmla="*/ 0 h 285"/>
                  <a:gd name="T6" fmla="*/ 209 w 352"/>
                  <a:gd name="T7" fmla="*/ 8 h 285"/>
                  <a:gd name="T8" fmla="*/ 100 w 352"/>
                  <a:gd name="T9" fmla="*/ 276 h 285"/>
                  <a:gd name="T10" fmla="*/ 126 w 352"/>
                  <a:gd name="T11" fmla="*/ 276 h 285"/>
                  <a:gd name="T12" fmla="*/ 134 w 352"/>
                  <a:gd name="T13" fmla="*/ 268 h 285"/>
                  <a:gd name="T14" fmla="*/ 159 w 352"/>
                  <a:gd name="T15" fmla="*/ 217 h 285"/>
                  <a:gd name="T16" fmla="*/ 343 w 352"/>
                  <a:gd name="T17" fmla="*/ 134 h 285"/>
                  <a:gd name="T18" fmla="*/ 218 w 352"/>
                  <a:gd name="T19" fmla="*/ 167 h 285"/>
                  <a:gd name="T20" fmla="*/ 142 w 352"/>
                  <a:gd name="T21" fmla="*/ 192 h 285"/>
                  <a:gd name="T22" fmla="*/ 126 w 352"/>
                  <a:gd name="T23" fmla="*/ 201 h 285"/>
                  <a:gd name="T24" fmla="*/ 109 w 352"/>
                  <a:gd name="T25" fmla="*/ 209 h 285"/>
                  <a:gd name="T26" fmla="*/ 100 w 352"/>
                  <a:gd name="T27" fmla="*/ 201 h 285"/>
                  <a:gd name="T28" fmla="*/ 100 w 352"/>
                  <a:gd name="T29" fmla="*/ 142 h 285"/>
                  <a:gd name="T30" fmla="*/ 109 w 352"/>
                  <a:gd name="T31" fmla="*/ 109 h 285"/>
                  <a:gd name="T32" fmla="*/ 209 w 352"/>
                  <a:gd name="T33" fmla="*/ 150 h 285"/>
                  <a:gd name="T34" fmla="*/ 284 w 352"/>
                  <a:gd name="T35" fmla="*/ 150 h 285"/>
                  <a:gd name="T36" fmla="*/ 218 w 352"/>
                  <a:gd name="T37" fmla="*/ 167 h 285"/>
                  <a:gd name="T38" fmla="*/ 218 w 352"/>
                  <a:gd name="T39" fmla="*/ 167 h 285"/>
                  <a:gd name="T40" fmla="*/ 218 w 352"/>
                  <a:gd name="T41" fmla="*/ 167 h 2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52" h="285">
                    <a:moveTo>
                      <a:pt x="343" y="134"/>
                    </a:moveTo>
                    <a:lnTo>
                      <a:pt x="351" y="125"/>
                    </a:lnTo>
                    <a:cubicBezTo>
                      <a:pt x="218" y="0"/>
                      <a:pt x="218" y="0"/>
                      <a:pt x="218" y="0"/>
                    </a:cubicBezTo>
                    <a:cubicBezTo>
                      <a:pt x="218" y="0"/>
                      <a:pt x="209" y="0"/>
                      <a:pt x="209" y="8"/>
                    </a:cubicBezTo>
                    <a:cubicBezTo>
                      <a:pt x="100" y="34"/>
                      <a:pt x="0" y="142"/>
                      <a:pt x="100" y="276"/>
                    </a:cubicBezTo>
                    <a:cubicBezTo>
                      <a:pt x="109" y="276"/>
                      <a:pt x="117" y="284"/>
                      <a:pt x="126" y="276"/>
                    </a:cubicBezTo>
                    <a:cubicBezTo>
                      <a:pt x="134" y="276"/>
                      <a:pt x="134" y="276"/>
                      <a:pt x="134" y="268"/>
                    </a:cubicBezTo>
                    <a:cubicBezTo>
                      <a:pt x="142" y="251"/>
                      <a:pt x="151" y="226"/>
                      <a:pt x="159" y="217"/>
                    </a:cubicBezTo>
                    <a:cubicBezTo>
                      <a:pt x="192" y="184"/>
                      <a:pt x="284" y="234"/>
                      <a:pt x="343" y="134"/>
                    </a:cubicBezTo>
                    <a:close/>
                    <a:moveTo>
                      <a:pt x="218" y="167"/>
                    </a:moveTo>
                    <a:cubicBezTo>
                      <a:pt x="184" y="167"/>
                      <a:pt x="159" y="167"/>
                      <a:pt x="142" y="192"/>
                    </a:cubicBezTo>
                    <a:cubicBezTo>
                      <a:pt x="134" y="192"/>
                      <a:pt x="134" y="201"/>
                      <a:pt x="126" y="201"/>
                    </a:cubicBezTo>
                    <a:cubicBezTo>
                      <a:pt x="126" y="209"/>
                      <a:pt x="117" y="209"/>
                      <a:pt x="109" y="209"/>
                    </a:cubicBezTo>
                    <a:lnTo>
                      <a:pt x="100" y="201"/>
                    </a:lnTo>
                    <a:cubicBezTo>
                      <a:pt x="92" y="176"/>
                      <a:pt x="92" y="159"/>
                      <a:pt x="100" y="142"/>
                    </a:cubicBezTo>
                    <a:cubicBezTo>
                      <a:pt x="100" y="125"/>
                      <a:pt x="109" y="117"/>
                      <a:pt x="109" y="109"/>
                    </a:cubicBezTo>
                    <a:cubicBezTo>
                      <a:pt x="142" y="134"/>
                      <a:pt x="167" y="150"/>
                      <a:pt x="209" y="150"/>
                    </a:cubicBezTo>
                    <a:cubicBezTo>
                      <a:pt x="234" y="142"/>
                      <a:pt x="259" y="150"/>
                      <a:pt x="284" y="150"/>
                    </a:cubicBezTo>
                    <a:cubicBezTo>
                      <a:pt x="259" y="167"/>
                      <a:pt x="234" y="167"/>
                      <a:pt x="218" y="167"/>
                    </a:cubicBezTo>
                    <a:close/>
                    <a:moveTo>
                      <a:pt x="218" y="167"/>
                    </a:moveTo>
                    <a:lnTo>
                      <a:pt x="218" y="167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Raleway Light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CE40A85A-9543-47A1-929A-87054AC8A984}"/>
              </a:ext>
            </a:extLst>
          </p:cNvPr>
          <p:cNvGrpSpPr/>
          <p:nvPr/>
        </p:nvGrpSpPr>
        <p:grpSpPr>
          <a:xfrm>
            <a:off x="6542589" y="2520000"/>
            <a:ext cx="1998194" cy="3407566"/>
            <a:chOff x="6304161" y="2482247"/>
            <a:chExt cx="1998194" cy="3407566"/>
          </a:xfrm>
        </p:grpSpPr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C04E502C-8E29-4463-BBE1-8295F47838E0}"/>
                </a:ext>
              </a:extLst>
            </p:cNvPr>
            <p:cNvGrpSpPr/>
            <p:nvPr/>
          </p:nvGrpSpPr>
          <p:grpSpPr>
            <a:xfrm>
              <a:off x="6304161" y="2482247"/>
              <a:ext cx="1998194" cy="3407566"/>
              <a:chOff x="1255955" y="2408898"/>
              <a:chExt cx="1998194" cy="3407566"/>
            </a:xfrm>
          </p:grpSpPr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78AC30CC-15B4-4701-A16A-0AFC351FD9F4}"/>
                  </a:ext>
                </a:extLst>
              </p:cNvPr>
              <p:cNvSpPr txBox="1"/>
              <p:nvPr/>
            </p:nvSpPr>
            <p:spPr>
              <a:xfrm>
                <a:off x="1255955" y="3835665"/>
                <a:ext cx="1998194" cy="1980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5000"/>
                  </a:lnSpc>
                </a:pPr>
                <a:r>
                  <a:rPr lang="zh-CN" altLang="en-US" sz="4000" b="1" dirty="0">
                    <a:solidFill>
                      <a:srgbClr val="0070C0"/>
                    </a:solidFill>
                    <a:latin typeface="方正姚体" panose="02010601030101010101" pitchFamily="2" charset="-122"/>
                    <a:ea typeface="方正姚体" panose="02010601030101010101" pitchFamily="2" charset="-122"/>
                  </a:rPr>
                  <a:t>平台</a:t>
                </a:r>
                <a:endParaRPr lang="en-US" altLang="zh-CN" sz="4000" b="1" dirty="0">
                  <a:solidFill>
                    <a:srgbClr val="0070C0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  <a:p>
                <a:pPr marL="342900" indent="-342900">
                  <a:lnSpc>
                    <a:spcPct val="125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0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PC</a:t>
                </a:r>
              </a:p>
              <a:p>
                <a:pPr marL="342900" indent="-342900">
                  <a:lnSpc>
                    <a:spcPct val="125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小程序</a:t>
                </a:r>
                <a:endParaRPr lang="en-US" altLang="zh-CN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25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手机端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App</a:t>
                </a:r>
              </a:p>
            </p:txBody>
          </p:sp>
          <p:grpSp>
            <p:nvGrpSpPr>
              <p:cNvPr id="94" name="组合 93">
                <a:extLst>
                  <a:ext uri="{FF2B5EF4-FFF2-40B4-BE49-F238E27FC236}">
                    <a16:creationId xmlns:a16="http://schemas.microsoft.com/office/drawing/2014/main" id="{22B1D41D-D4C6-4EBF-836C-38A3D99B5CB5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625052" y="2408898"/>
                <a:ext cx="1260000" cy="1260000"/>
                <a:chOff x="602727" y="4102718"/>
                <a:chExt cx="1801144" cy="1801613"/>
              </a:xfrm>
            </p:grpSpPr>
            <p:sp>
              <p:nvSpPr>
                <p:cNvPr id="95" name="Oval 5">
                  <a:extLst>
                    <a:ext uri="{FF2B5EF4-FFF2-40B4-BE49-F238E27FC236}">
                      <a16:creationId xmlns:a16="http://schemas.microsoft.com/office/drawing/2014/main" id="{66E7597F-5C38-4D34-A6A0-37B7F13395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0129" y="4270164"/>
                  <a:ext cx="1467403" cy="1467786"/>
                </a:xfrm>
                <a:prstGeom prst="ellipse">
                  <a:avLst/>
                </a:prstGeom>
                <a:noFill/>
                <a:ln w="28575">
                  <a:solidFill>
                    <a:srgbClr val="0070C0"/>
                  </a:solidFill>
                </a:ln>
              </p:spPr>
              <p:txBody>
                <a:bodyPr vert="horz" wrap="square" lIns="182843" tIns="91422" rIns="182843" bIns="91422" numCol="1" anchor="t" anchorCtr="0" compatLnSpc="1"/>
                <a:lstStyle/>
                <a:p>
                  <a:endParaRPr lang="id-ID" dirty="0">
                    <a:latin typeface="Raleway Light"/>
                  </a:endParaRPr>
                </a:p>
              </p:txBody>
            </p:sp>
            <p:grpSp>
              <p:nvGrpSpPr>
                <p:cNvPr id="96" name="Group 24">
                  <a:extLst>
                    <a:ext uri="{FF2B5EF4-FFF2-40B4-BE49-F238E27FC236}">
                      <a16:creationId xmlns:a16="http://schemas.microsoft.com/office/drawing/2014/main" id="{35DA4409-F9E4-4E9B-A71C-B8D1D1E87528}"/>
                    </a:ext>
                  </a:extLst>
                </p:cNvPr>
                <p:cNvGrpSpPr/>
                <p:nvPr/>
              </p:nvGrpSpPr>
              <p:grpSpPr>
                <a:xfrm>
                  <a:off x="602727" y="4102718"/>
                  <a:ext cx="1801144" cy="1801613"/>
                  <a:chOff x="1119258" y="2257147"/>
                  <a:chExt cx="1868081" cy="1868084"/>
                </a:xfrm>
                <a:solidFill>
                  <a:srgbClr val="0070C0"/>
                </a:solidFill>
              </p:grpSpPr>
              <p:sp>
                <p:nvSpPr>
                  <p:cNvPr id="97" name="Freeform 6">
                    <a:extLst>
                      <a:ext uri="{FF2B5EF4-FFF2-40B4-BE49-F238E27FC236}">
                        <a16:creationId xmlns:a16="http://schemas.microsoft.com/office/drawing/2014/main" id="{20CFBADA-F670-45CE-A6DF-369218DE2AA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5045" y="2394510"/>
                    <a:ext cx="356035" cy="354935"/>
                  </a:xfrm>
                  <a:custGeom>
                    <a:avLst/>
                    <a:gdLst>
                      <a:gd name="T0" fmla="*/ 207 w 207"/>
                      <a:gd name="T1" fmla="*/ 181 h 206"/>
                      <a:gd name="T2" fmla="*/ 26 w 207"/>
                      <a:gd name="T3" fmla="*/ 0 h 206"/>
                      <a:gd name="T4" fmla="*/ 0 w 207"/>
                      <a:gd name="T5" fmla="*/ 44 h 206"/>
                      <a:gd name="T6" fmla="*/ 163 w 207"/>
                      <a:gd name="T7" fmla="*/ 206 h 206"/>
                      <a:gd name="T8" fmla="*/ 207 w 207"/>
                      <a:gd name="T9" fmla="*/ 181 h 2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07" h="206">
                        <a:moveTo>
                          <a:pt x="207" y="181"/>
                        </a:moveTo>
                        <a:cubicBezTo>
                          <a:pt x="162" y="107"/>
                          <a:pt x="100" y="45"/>
                          <a:pt x="26" y="0"/>
                        </a:cubicBezTo>
                        <a:cubicBezTo>
                          <a:pt x="0" y="44"/>
                          <a:pt x="0" y="44"/>
                          <a:pt x="0" y="44"/>
                        </a:cubicBezTo>
                        <a:cubicBezTo>
                          <a:pt x="66" y="85"/>
                          <a:pt x="122" y="140"/>
                          <a:pt x="163" y="206"/>
                        </a:cubicBezTo>
                        <a:lnTo>
                          <a:pt x="207" y="18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98" name="Freeform 7">
                    <a:extLst>
                      <a:ext uri="{FF2B5EF4-FFF2-40B4-BE49-F238E27FC236}">
                        <a16:creationId xmlns:a16="http://schemas.microsoft.com/office/drawing/2014/main" id="{BACC0820-4C0F-40EE-98C0-F38A57D435C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75276" y="2257151"/>
                    <a:ext cx="427461" cy="191204"/>
                  </a:xfrm>
                  <a:custGeom>
                    <a:avLst/>
                    <a:gdLst>
                      <a:gd name="T0" fmla="*/ 0 w 248"/>
                      <a:gd name="T1" fmla="*/ 0 h 111"/>
                      <a:gd name="T2" fmla="*/ 0 w 248"/>
                      <a:gd name="T3" fmla="*/ 51 h 111"/>
                      <a:gd name="T4" fmla="*/ 222 w 248"/>
                      <a:gd name="T5" fmla="*/ 111 h 111"/>
                      <a:gd name="T6" fmla="*/ 248 w 248"/>
                      <a:gd name="T7" fmla="*/ 67 h 111"/>
                      <a:gd name="T8" fmla="*/ 0 w 248"/>
                      <a:gd name="T9" fmla="*/ 0 h 1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8" h="111">
                        <a:moveTo>
                          <a:pt x="0" y="0"/>
                        </a:moveTo>
                        <a:cubicBezTo>
                          <a:pt x="0" y="51"/>
                          <a:pt x="0" y="51"/>
                          <a:pt x="0" y="51"/>
                        </a:cubicBezTo>
                        <a:cubicBezTo>
                          <a:pt x="80" y="53"/>
                          <a:pt x="156" y="75"/>
                          <a:pt x="222" y="111"/>
                        </a:cubicBezTo>
                        <a:cubicBezTo>
                          <a:pt x="248" y="67"/>
                          <a:pt x="248" y="67"/>
                          <a:pt x="248" y="67"/>
                        </a:cubicBezTo>
                        <a:cubicBezTo>
                          <a:pt x="174" y="26"/>
                          <a:pt x="90" y="2"/>
                          <a:pt x="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99" name="Freeform 8">
                    <a:extLst>
                      <a:ext uri="{FF2B5EF4-FFF2-40B4-BE49-F238E27FC236}">
                        <a16:creationId xmlns:a16="http://schemas.microsoft.com/office/drawing/2014/main" id="{79988159-5772-4E34-BFE5-3293A04171B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96135" y="2743951"/>
                    <a:ext cx="191204" cy="425262"/>
                  </a:xfrm>
                  <a:custGeom>
                    <a:avLst/>
                    <a:gdLst>
                      <a:gd name="T0" fmla="*/ 45 w 111"/>
                      <a:gd name="T1" fmla="*/ 0 h 247"/>
                      <a:gd name="T2" fmla="*/ 0 w 111"/>
                      <a:gd name="T3" fmla="*/ 26 h 247"/>
                      <a:gd name="T4" fmla="*/ 60 w 111"/>
                      <a:gd name="T5" fmla="*/ 247 h 247"/>
                      <a:gd name="T6" fmla="*/ 111 w 111"/>
                      <a:gd name="T7" fmla="*/ 247 h 247"/>
                      <a:gd name="T8" fmla="*/ 45 w 111"/>
                      <a:gd name="T9" fmla="*/ 0 h 2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1" h="247">
                        <a:moveTo>
                          <a:pt x="45" y="0"/>
                        </a:moveTo>
                        <a:cubicBezTo>
                          <a:pt x="0" y="26"/>
                          <a:pt x="0" y="26"/>
                          <a:pt x="0" y="26"/>
                        </a:cubicBezTo>
                        <a:cubicBezTo>
                          <a:pt x="37" y="92"/>
                          <a:pt x="58" y="167"/>
                          <a:pt x="60" y="247"/>
                        </a:cubicBezTo>
                        <a:cubicBezTo>
                          <a:pt x="111" y="247"/>
                          <a:pt x="111" y="247"/>
                          <a:pt x="111" y="247"/>
                        </a:cubicBezTo>
                        <a:cubicBezTo>
                          <a:pt x="109" y="158"/>
                          <a:pt x="85" y="74"/>
                          <a:pt x="45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100" name="Freeform 9">
                    <a:extLst>
                      <a:ext uri="{FF2B5EF4-FFF2-40B4-BE49-F238E27FC236}">
                        <a16:creationId xmlns:a16="http://schemas.microsoft.com/office/drawing/2014/main" id="{16878965-C197-430E-8F06-87671AC451C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96135" y="3213168"/>
                    <a:ext cx="191204" cy="427461"/>
                  </a:xfrm>
                  <a:custGeom>
                    <a:avLst/>
                    <a:gdLst>
                      <a:gd name="T0" fmla="*/ 60 w 111"/>
                      <a:gd name="T1" fmla="*/ 0 h 248"/>
                      <a:gd name="T2" fmla="*/ 0 w 111"/>
                      <a:gd name="T3" fmla="*/ 222 h 248"/>
                      <a:gd name="T4" fmla="*/ 45 w 111"/>
                      <a:gd name="T5" fmla="*/ 248 h 248"/>
                      <a:gd name="T6" fmla="*/ 111 w 111"/>
                      <a:gd name="T7" fmla="*/ 0 h 248"/>
                      <a:gd name="T8" fmla="*/ 60 w 111"/>
                      <a:gd name="T9" fmla="*/ 0 h 2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1" h="248">
                        <a:moveTo>
                          <a:pt x="60" y="0"/>
                        </a:moveTo>
                        <a:cubicBezTo>
                          <a:pt x="58" y="80"/>
                          <a:pt x="37" y="156"/>
                          <a:pt x="0" y="222"/>
                        </a:cubicBezTo>
                        <a:cubicBezTo>
                          <a:pt x="45" y="248"/>
                          <a:pt x="45" y="248"/>
                          <a:pt x="45" y="248"/>
                        </a:cubicBezTo>
                        <a:cubicBezTo>
                          <a:pt x="85" y="174"/>
                          <a:pt x="109" y="90"/>
                          <a:pt x="111" y="0"/>
                        </a:cubicBezTo>
                        <a:lnTo>
                          <a:pt x="60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101" name="Freeform 10">
                    <a:extLst>
                      <a:ext uri="{FF2B5EF4-FFF2-40B4-BE49-F238E27FC236}">
                        <a16:creationId xmlns:a16="http://schemas.microsoft.com/office/drawing/2014/main" id="{3D3A9E3C-4D97-404E-A24C-1CC22A3D9A7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5045" y="3632937"/>
                    <a:ext cx="356035" cy="356035"/>
                  </a:xfrm>
                  <a:custGeom>
                    <a:avLst/>
                    <a:gdLst>
                      <a:gd name="T0" fmla="*/ 207 w 207"/>
                      <a:gd name="T1" fmla="*/ 26 h 207"/>
                      <a:gd name="T2" fmla="*/ 163 w 207"/>
                      <a:gd name="T3" fmla="*/ 0 h 207"/>
                      <a:gd name="T4" fmla="*/ 0 w 207"/>
                      <a:gd name="T5" fmla="*/ 163 h 207"/>
                      <a:gd name="T6" fmla="*/ 26 w 207"/>
                      <a:gd name="T7" fmla="*/ 207 h 207"/>
                      <a:gd name="T8" fmla="*/ 207 w 207"/>
                      <a:gd name="T9" fmla="*/ 26 h 2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07" h="207">
                        <a:moveTo>
                          <a:pt x="207" y="26"/>
                        </a:moveTo>
                        <a:cubicBezTo>
                          <a:pt x="163" y="0"/>
                          <a:pt x="163" y="0"/>
                          <a:pt x="163" y="0"/>
                        </a:cubicBezTo>
                        <a:cubicBezTo>
                          <a:pt x="122" y="66"/>
                          <a:pt x="66" y="122"/>
                          <a:pt x="0" y="163"/>
                        </a:cubicBezTo>
                        <a:cubicBezTo>
                          <a:pt x="26" y="207"/>
                          <a:pt x="26" y="207"/>
                          <a:pt x="26" y="207"/>
                        </a:cubicBezTo>
                        <a:cubicBezTo>
                          <a:pt x="100" y="162"/>
                          <a:pt x="162" y="100"/>
                          <a:pt x="207" y="2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102" name="Freeform 11">
                    <a:extLst>
                      <a:ext uri="{FF2B5EF4-FFF2-40B4-BE49-F238E27FC236}">
                        <a16:creationId xmlns:a16="http://schemas.microsoft.com/office/drawing/2014/main" id="{3F9887B1-67A9-4AB1-8308-BDAC5E2F10E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75276" y="3936224"/>
                    <a:ext cx="427461" cy="189007"/>
                  </a:xfrm>
                  <a:custGeom>
                    <a:avLst/>
                    <a:gdLst>
                      <a:gd name="T0" fmla="*/ 248 w 248"/>
                      <a:gd name="T1" fmla="*/ 44 h 110"/>
                      <a:gd name="T2" fmla="*/ 222 w 248"/>
                      <a:gd name="T3" fmla="*/ 0 h 110"/>
                      <a:gd name="T4" fmla="*/ 0 w 248"/>
                      <a:gd name="T5" fmla="*/ 59 h 110"/>
                      <a:gd name="T6" fmla="*/ 0 w 248"/>
                      <a:gd name="T7" fmla="*/ 110 h 110"/>
                      <a:gd name="T8" fmla="*/ 248 w 248"/>
                      <a:gd name="T9" fmla="*/ 44 h 1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8" h="110">
                        <a:moveTo>
                          <a:pt x="248" y="44"/>
                        </a:moveTo>
                        <a:cubicBezTo>
                          <a:pt x="222" y="0"/>
                          <a:pt x="222" y="0"/>
                          <a:pt x="222" y="0"/>
                        </a:cubicBezTo>
                        <a:cubicBezTo>
                          <a:pt x="156" y="36"/>
                          <a:pt x="80" y="57"/>
                          <a:pt x="0" y="59"/>
                        </a:cubicBezTo>
                        <a:cubicBezTo>
                          <a:pt x="0" y="110"/>
                          <a:pt x="0" y="110"/>
                          <a:pt x="0" y="110"/>
                        </a:cubicBezTo>
                        <a:cubicBezTo>
                          <a:pt x="90" y="108"/>
                          <a:pt x="174" y="84"/>
                          <a:pt x="248" y="4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103" name="Freeform 12">
                    <a:extLst>
                      <a:ext uri="{FF2B5EF4-FFF2-40B4-BE49-F238E27FC236}">
                        <a16:creationId xmlns:a16="http://schemas.microsoft.com/office/drawing/2014/main" id="{55D5DBB6-384A-4ED8-871B-3CA8FD0CB18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606059" y="3936224"/>
                    <a:ext cx="425262" cy="189007"/>
                  </a:xfrm>
                  <a:custGeom>
                    <a:avLst/>
                    <a:gdLst>
                      <a:gd name="T0" fmla="*/ 0 w 247"/>
                      <a:gd name="T1" fmla="*/ 44 h 110"/>
                      <a:gd name="T2" fmla="*/ 247 w 247"/>
                      <a:gd name="T3" fmla="*/ 110 h 110"/>
                      <a:gd name="T4" fmla="*/ 247 w 247"/>
                      <a:gd name="T5" fmla="*/ 59 h 110"/>
                      <a:gd name="T6" fmla="*/ 26 w 247"/>
                      <a:gd name="T7" fmla="*/ 0 h 110"/>
                      <a:gd name="T8" fmla="*/ 0 w 247"/>
                      <a:gd name="T9" fmla="*/ 44 h 1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7" h="110">
                        <a:moveTo>
                          <a:pt x="0" y="44"/>
                        </a:moveTo>
                        <a:cubicBezTo>
                          <a:pt x="74" y="84"/>
                          <a:pt x="158" y="108"/>
                          <a:pt x="247" y="110"/>
                        </a:cubicBezTo>
                        <a:cubicBezTo>
                          <a:pt x="247" y="59"/>
                          <a:pt x="247" y="59"/>
                          <a:pt x="247" y="59"/>
                        </a:cubicBezTo>
                        <a:cubicBezTo>
                          <a:pt x="167" y="57"/>
                          <a:pt x="92" y="36"/>
                          <a:pt x="26" y="0"/>
                        </a:cubicBezTo>
                        <a:lnTo>
                          <a:pt x="0" y="44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104" name="Freeform 13">
                    <a:extLst>
                      <a:ext uri="{FF2B5EF4-FFF2-40B4-BE49-F238E27FC236}">
                        <a16:creationId xmlns:a16="http://schemas.microsoft.com/office/drawing/2014/main" id="{0644B2AE-8F2D-4849-9DEE-01717AAED68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256618" y="3632939"/>
                    <a:ext cx="354935" cy="356035"/>
                  </a:xfrm>
                  <a:custGeom>
                    <a:avLst/>
                    <a:gdLst>
                      <a:gd name="T0" fmla="*/ 44 w 206"/>
                      <a:gd name="T1" fmla="*/ 0 h 207"/>
                      <a:gd name="T2" fmla="*/ 0 w 206"/>
                      <a:gd name="T3" fmla="*/ 26 h 207"/>
                      <a:gd name="T4" fmla="*/ 181 w 206"/>
                      <a:gd name="T5" fmla="*/ 207 h 207"/>
                      <a:gd name="T6" fmla="*/ 206 w 206"/>
                      <a:gd name="T7" fmla="*/ 163 h 207"/>
                      <a:gd name="T8" fmla="*/ 44 w 206"/>
                      <a:gd name="T9" fmla="*/ 0 h 2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06" h="207">
                        <a:moveTo>
                          <a:pt x="44" y="0"/>
                        </a:moveTo>
                        <a:cubicBezTo>
                          <a:pt x="0" y="26"/>
                          <a:pt x="0" y="26"/>
                          <a:pt x="0" y="26"/>
                        </a:cubicBezTo>
                        <a:cubicBezTo>
                          <a:pt x="45" y="100"/>
                          <a:pt x="107" y="162"/>
                          <a:pt x="181" y="207"/>
                        </a:cubicBezTo>
                        <a:cubicBezTo>
                          <a:pt x="206" y="163"/>
                          <a:pt x="206" y="163"/>
                          <a:pt x="206" y="163"/>
                        </a:cubicBezTo>
                        <a:cubicBezTo>
                          <a:pt x="140" y="122"/>
                          <a:pt x="85" y="66"/>
                          <a:pt x="44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105" name="Freeform 14">
                    <a:extLst>
                      <a:ext uri="{FF2B5EF4-FFF2-40B4-BE49-F238E27FC236}">
                        <a16:creationId xmlns:a16="http://schemas.microsoft.com/office/drawing/2014/main" id="{C9525BEC-78C0-4FC5-BF7F-8BC8C14296D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19259" y="3213170"/>
                    <a:ext cx="191204" cy="427461"/>
                  </a:xfrm>
                  <a:custGeom>
                    <a:avLst/>
                    <a:gdLst>
                      <a:gd name="T0" fmla="*/ 0 w 111"/>
                      <a:gd name="T1" fmla="*/ 0 h 248"/>
                      <a:gd name="T2" fmla="*/ 67 w 111"/>
                      <a:gd name="T3" fmla="*/ 248 h 248"/>
                      <a:gd name="T4" fmla="*/ 111 w 111"/>
                      <a:gd name="T5" fmla="*/ 222 h 248"/>
                      <a:gd name="T6" fmla="*/ 51 w 111"/>
                      <a:gd name="T7" fmla="*/ 0 h 248"/>
                      <a:gd name="T8" fmla="*/ 0 w 111"/>
                      <a:gd name="T9" fmla="*/ 0 h 2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1" h="248">
                        <a:moveTo>
                          <a:pt x="0" y="0"/>
                        </a:moveTo>
                        <a:cubicBezTo>
                          <a:pt x="2" y="90"/>
                          <a:pt x="26" y="174"/>
                          <a:pt x="67" y="248"/>
                        </a:cubicBezTo>
                        <a:cubicBezTo>
                          <a:pt x="111" y="222"/>
                          <a:pt x="111" y="222"/>
                          <a:pt x="111" y="222"/>
                        </a:cubicBezTo>
                        <a:cubicBezTo>
                          <a:pt x="75" y="156"/>
                          <a:pt x="53" y="80"/>
                          <a:pt x="51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106" name="Freeform 15">
                    <a:extLst>
                      <a:ext uri="{FF2B5EF4-FFF2-40B4-BE49-F238E27FC236}">
                        <a16:creationId xmlns:a16="http://schemas.microsoft.com/office/drawing/2014/main" id="{8FB2D5C3-1A20-4079-9844-9C39E55FB44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19258" y="2743952"/>
                    <a:ext cx="191204" cy="425263"/>
                  </a:xfrm>
                  <a:custGeom>
                    <a:avLst/>
                    <a:gdLst>
                      <a:gd name="T0" fmla="*/ 51 w 111"/>
                      <a:gd name="T1" fmla="*/ 247 h 247"/>
                      <a:gd name="T2" fmla="*/ 111 w 111"/>
                      <a:gd name="T3" fmla="*/ 26 h 247"/>
                      <a:gd name="T4" fmla="*/ 67 w 111"/>
                      <a:gd name="T5" fmla="*/ 0 h 247"/>
                      <a:gd name="T6" fmla="*/ 0 w 111"/>
                      <a:gd name="T7" fmla="*/ 247 h 247"/>
                      <a:gd name="T8" fmla="*/ 51 w 111"/>
                      <a:gd name="T9" fmla="*/ 247 h 2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1" h="247">
                        <a:moveTo>
                          <a:pt x="51" y="247"/>
                        </a:moveTo>
                        <a:cubicBezTo>
                          <a:pt x="53" y="167"/>
                          <a:pt x="75" y="92"/>
                          <a:pt x="111" y="26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74"/>
                          <a:pt x="2" y="158"/>
                          <a:pt x="0" y="247"/>
                        </a:cubicBezTo>
                        <a:lnTo>
                          <a:pt x="51" y="247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107" name="Freeform 16">
                    <a:extLst>
                      <a:ext uri="{FF2B5EF4-FFF2-40B4-BE49-F238E27FC236}">
                        <a16:creationId xmlns:a16="http://schemas.microsoft.com/office/drawing/2014/main" id="{2E4171B4-7A19-4FA2-AA04-64354B27F71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256617" y="2394512"/>
                    <a:ext cx="354935" cy="354935"/>
                  </a:xfrm>
                  <a:custGeom>
                    <a:avLst/>
                    <a:gdLst>
                      <a:gd name="T0" fmla="*/ 0 w 206"/>
                      <a:gd name="T1" fmla="*/ 181 h 206"/>
                      <a:gd name="T2" fmla="*/ 44 w 206"/>
                      <a:gd name="T3" fmla="*/ 206 h 206"/>
                      <a:gd name="T4" fmla="*/ 206 w 206"/>
                      <a:gd name="T5" fmla="*/ 44 h 206"/>
                      <a:gd name="T6" fmla="*/ 181 w 206"/>
                      <a:gd name="T7" fmla="*/ 0 h 206"/>
                      <a:gd name="T8" fmla="*/ 0 w 206"/>
                      <a:gd name="T9" fmla="*/ 181 h 2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06" h="206">
                        <a:moveTo>
                          <a:pt x="0" y="181"/>
                        </a:moveTo>
                        <a:cubicBezTo>
                          <a:pt x="44" y="206"/>
                          <a:pt x="44" y="206"/>
                          <a:pt x="44" y="206"/>
                        </a:cubicBezTo>
                        <a:cubicBezTo>
                          <a:pt x="85" y="140"/>
                          <a:pt x="140" y="85"/>
                          <a:pt x="206" y="44"/>
                        </a:cubicBezTo>
                        <a:cubicBezTo>
                          <a:pt x="181" y="0"/>
                          <a:pt x="181" y="0"/>
                          <a:pt x="181" y="0"/>
                        </a:cubicBezTo>
                        <a:cubicBezTo>
                          <a:pt x="107" y="45"/>
                          <a:pt x="45" y="107"/>
                          <a:pt x="0" y="18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  <p:sp>
                <p:nvSpPr>
                  <p:cNvPr id="108" name="Freeform 17">
                    <a:extLst>
                      <a:ext uri="{FF2B5EF4-FFF2-40B4-BE49-F238E27FC236}">
                        <a16:creationId xmlns:a16="http://schemas.microsoft.com/office/drawing/2014/main" id="{B5625144-6A09-4760-AB4F-2269843B4BA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606056" y="2257147"/>
                    <a:ext cx="425262" cy="191204"/>
                  </a:xfrm>
                  <a:custGeom>
                    <a:avLst/>
                    <a:gdLst>
                      <a:gd name="T0" fmla="*/ 0 w 247"/>
                      <a:gd name="T1" fmla="*/ 67 h 111"/>
                      <a:gd name="T2" fmla="*/ 25 w 247"/>
                      <a:gd name="T3" fmla="*/ 111 h 111"/>
                      <a:gd name="T4" fmla="*/ 247 w 247"/>
                      <a:gd name="T5" fmla="*/ 51 h 111"/>
                      <a:gd name="T6" fmla="*/ 247 w 247"/>
                      <a:gd name="T7" fmla="*/ 0 h 111"/>
                      <a:gd name="T8" fmla="*/ 0 w 247"/>
                      <a:gd name="T9" fmla="*/ 67 h 1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7" h="111">
                        <a:moveTo>
                          <a:pt x="0" y="67"/>
                        </a:moveTo>
                        <a:cubicBezTo>
                          <a:pt x="25" y="111"/>
                          <a:pt x="25" y="111"/>
                          <a:pt x="25" y="111"/>
                        </a:cubicBezTo>
                        <a:cubicBezTo>
                          <a:pt x="92" y="75"/>
                          <a:pt x="167" y="53"/>
                          <a:pt x="247" y="51"/>
                        </a:cubicBezTo>
                        <a:cubicBezTo>
                          <a:pt x="247" y="0"/>
                          <a:pt x="247" y="0"/>
                          <a:pt x="247" y="0"/>
                        </a:cubicBezTo>
                        <a:cubicBezTo>
                          <a:pt x="158" y="2"/>
                          <a:pt x="74" y="26"/>
                          <a:pt x="0" y="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dirty="0">
                      <a:latin typeface="Raleway Light"/>
                    </a:endParaRPr>
                  </a:p>
                </p:txBody>
              </p:sp>
            </p:grpSp>
          </p:grpSp>
        </p:grpSp>
        <p:sp>
          <p:nvSpPr>
            <p:cNvPr id="109" name="AutoShape 8">
              <a:extLst>
                <a:ext uri="{FF2B5EF4-FFF2-40B4-BE49-F238E27FC236}">
                  <a16:creationId xmlns:a16="http://schemas.microsoft.com/office/drawing/2014/main" id="{A1F40822-6AB5-41CF-AE6E-7EA469EC538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990482" y="2835179"/>
              <a:ext cx="655200" cy="546142"/>
            </a:xfrm>
            <a:custGeom>
              <a:avLst/>
              <a:gdLst>
                <a:gd name="T0" fmla="*/ 75419876 w 21600"/>
                <a:gd name="T1" fmla="*/ 22815321 h 21579"/>
                <a:gd name="T2" fmla="*/ 74086090 w 21600"/>
                <a:gd name="T3" fmla="*/ 25988205 h 21579"/>
                <a:gd name="T4" fmla="*/ 70751508 w 21600"/>
                <a:gd name="T5" fmla="*/ 27764166 h 21579"/>
                <a:gd name="T6" fmla="*/ 70751508 w 21600"/>
                <a:gd name="T7" fmla="*/ 40356187 h 21579"/>
                <a:gd name="T8" fmla="*/ 68890459 w 21600"/>
                <a:gd name="T9" fmla="*/ 44041735 h 21579"/>
                <a:gd name="T10" fmla="*/ 64452543 w 21600"/>
                <a:gd name="T11" fmla="*/ 45574747 h 21579"/>
                <a:gd name="T12" fmla="*/ 57741601 w 21600"/>
                <a:gd name="T13" fmla="*/ 41068031 h 21579"/>
                <a:gd name="T14" fmla="*/ 49288264 w 21600"/>
                <a:gd name="T15" fmla="*/ 37061803 h 21579"/>
                <a:gd name="T16" fmla="*/ 39979537 w 21600"/>
                <a:gd name="T17" fmla="*/ 33937470 h 21579"/>
                <a:gd name="T18" fmla="*/ 30688181 w 21600"/>
                <a:gd name="T19" fmla="*/ 32234408 h 21579"/>
                <a:gd name="T20" fmla="*/ 27825021 w 21600"/>
                <a:gd name="T21" fmla="*/ 33597370 h 21579"/>
                <a:gd name="T22" fmla="*/ 26309651 w 21600"/>
                <a:gd name="T23" fmla="*/ 35728021 h 21579"/>
                <a:gd name="T24" fmla="*/ 26225861 w 21600"/>
                <a:gd name="T25" fmla="*/ 38138096 h 21579"/>
                <a:gd name="T26" fmla="*/ 27748204 w 21600"/>
                <a:gd name="T27" fmla="*/ 40356187 h 21579"/>
                <a:gd name="T28" fmla="*/ 26805477 w 21600"/>
                <a:gd name="T29" fmla="*/ 42936312 h 21579"/>
                <a:gd name="T30" fmla="*/ 27643496 w 21600"/>
                <a:gd name="T31" fmla="*/ 45203003 h 21579"/>
                <a:gd name="T32" fmla="*/ 29672124 w 21600"/>
                <a:gd name="T33" fmla="*/ 47299644 h 21579"/>
                <a:gd name="T34" fmla="*/ 32371191 w 21600"/>
                <a:gd name="T35" fmla="*/ 49296719 h 21579"/>
                <a:gd name="T36" fmla="*/ 29525462 w 21600"/>
                <a:gd name="T37" fmla="*/ 51536695 h 21579"/>
                <a:gd name="T38" fmla="*/ 25181854 w 21600"/>
                <a:gd name="T39" fmla="*/ 52406463 h 21579"/>
                <a:gd name="T40" fmla="*/ 20660147 w 21600"/>
                <a:gd name="T41" fmla="*/ 52049309 h 21579"/>
                <a:gd name="T42" fmla="*/ 17189421 w 21600"/>
                <a:gd name="T43" fmla="*/ 50560017 h 21579"/>
                <a:gd name="T44" fmla="*/ 15548366 w 21600"/>
                <a:gd name="T45" fmla="*/ 46296300 h 21579"/>
                <a:gd name="T46" fmla="*/ 14078377 w 21600"/>
                <a:gd name="T47" fmla="*/ 41845479 h 21579"/>
                <a:gd name="T48" fmla="*/ 13505733 w 21600"/>
                <a:gd name="T49" fmla="*/ 37124993 h 21579"/>
                <a:gd name="T50" fmla="*/ 14490413 w 21600"/>
                <a:gd name="T51" fmla="*/ 31957448 h 21579"/>
                <a:gd name="T52" fmla="*/ 6298965 w 21600"/>
                <a:gd name="T53" fmla="*/ 31957448 h 21579"/>
                <a:gd name="T54" fmla="*/ 1864535 w 21600"/>
                <a:gd name="T55" fmla="*/ 30424436 h 21579"/>
                <a:gd name="T56" fmla="*/ 0 w 21600"/>
                <a:gd name="T57" fmla="*/ 26702464 h 21579"/>
                <a:gd name="T58" fmla="*/ 0 w 21600"/>
                <a:gd name="T59" fmla="*/ 18886823 h 21579"/>
                <a:gd name="T60" fmla="*/ 1836585 w 21600"/>
                <a:gd name="T61" fmla="*/ 15172146 h 21579"/>
                <a:gd name="T62" fmla="*/ 6298965 w 21600"/>
                <a:gd name="T63" fmla="*/ 13617249 h 21579"/>
                <a:gd name="T64" fmla="*/ 26721687 w 21600"/>
                <a:gd name="T65" fmla="*/ 13617249 h 21579"/>
                <a:gd name="T66" fmla="*/ 36749721 w 21600"/>
                <a:gd name="T67" fmla="*/ 12477866 h 21579"/>
                <a:gd name="T68" fmla="*/ 47175846 w 21600"/>
                <a:gd name="T69" fmla="*/ 9411842 h 21579"/>
                <a:gd name="T70" fmla="*/ 56819793 w 21600"/>
                <a:gd name="T71" fmla="*/ 5033920 h 21579"/>
                <a:gd name="T72" fmla="*/ 64452543 w 21600"/>
                <a:gd name="T73" fmla="*/ 0 h 21579"/>
                <a:gd name="T74" fmla="*/ 68890459 w 21600"/>
                <a:gd name="T75" fmla="*/ 1540307 h 21579"/>
                <a:gd name="T76" fmla="*/ 70751508 w 21600"/>
                <a:gd name="T77" fmla="*/ 5262280 h 21579"/>
                <a:gd name="T78" fmla="*/ 70751508 w 21600"/>
                <a:gd name="T79" fmla="*/ 17817875 h 21579"/>
                <a:gd name="T80" fmla="*/ 74086090 w 21600"/>
                <a:gd name="T81" fmla="*/ 19608377 h 21579"/>
                <a:gd name="T82" fmla="*/ 75419876 w 21600"/>
                <a:gd name="T83" fmla="*/ 22815321 h 21579"/>
                <a:gd name="T84" fmla="*/ 64452543 w 21600"/>
                <a:gd name="T85" fmla="*/ 6936162 h 21579"/>
                <a:gd name="T86" fmla="*/ 57657811 w 21600"/>
                <a:gd name="T87" fmla="*/ 10816059 h 21579"/>
                <a:gd name="T88" fmla="*/ 49860908 w 21600"/>
                <a:gd name="T89" fmla="*/ 14173632 h 21579"/>
                <a:gd name="T90" fmla="*/ 41473930 w 21600"/>
                <a:gd name="T91" fmla="*/ 16819313 h 21579"/>
                <a:gd name="T92" fmla="*/ 33020652 w 21600"/>
                <a:gd name="T93" fmla="*/ 18473824 h 21579"/>
                <a:gd name="T94" fmla="*/ 33020652 w 21600"/>
                <a:gd name="T95" fmla="*/ 27144643 h 21579"/>
                <a:gd name="T96" fmla="*/ 41473930 w 21600"/>
                <a:gd name="T97" fmla="*/ 28818574 h 21579"/>
                <a:gd name="T98" fmla="*/ 49860908 w 21600"/>
                <a:gd name="T99" fmla="*/ 31478844 h 21579"/>
                <a:gd name="T100" fmla="*/ 57699706 w 21600"/>
                <a:gd name="T101" fmla="*/ 34858253 h 21579"/>
                <a:gd name="T102" fmla="*/ 64452543 w 21600"/>
                <a:gd name="T103" fmla="*/ 38679840 h 21579"/>
                <a:gd name="T104" fmla="*/ 64452543 w 21600"/>
                <a:gd name="T105" fmla="*/ 6936162 h 21579"/>
                <a:gd name="T106" fmla="*/ 64452543 w 21600"/>
                <a:gd name="T107" fmla="*/ 6936162 h 21579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1600" h="21579">
                  <a:moveTo>
                    <a:pt x="21600" y="9391"/>
                  </a:moveTo>
                  <a:cubicBezTo>
                    <a:pt x="21600" y="9887"/>
                    <a:pt x="21473" y="10321"/>
                    <a:pt x="21218" y="10697"/>
                  </a:cubicBezTo>
                  <a:cubicBezTo>
                    <a:pt x="20963" y="11073"/>
                    <a:pt x="20648" y="11313"/>
                    <a:pt x="20263" y="11428"/>
                  </a:cubicBezTo>
                  <a:lnTo>
                    <a:pt x="20263" y="16611"/>
                  </a:lnTo>
                  <a:cubicBezTo>
                    <a:pt x="20263" y="17201"/>
                    <a:pt x="20087" y="17708"/>
                    <a:pt x="19730" y="18128"/>
                  </a:cubicBezTo>
                  <a:cubicBezTo>
                    <a:pt x="19375" y="18551"/>
                    <a:pt x="18951" y="18759"/>
                    <a:pt x="18459" y="18759"/>
                  </a:cubicBezTo>
                  <a:cubicBezTo>
                    <a:pt x="17928" y="18122"/>
                    <a:pt x="17286" y="17506"/>
                    <a:pt x="16537" y="16904"/>
                  </a:cubicBezTo>
                  <a:cubicBezTo>
                    <a:pt x="15786" y="16306"/>
                    <a:pt x="14980" y="15757"/>
                    <a:pt x="14116" y="15255"/>
                  </a:cubicBezTo>
                  <a:cubicBezTo>
                    <a:pt x="13254" y="14756"/>
                    <a:pt x="12363" y="14325"/>
                    <a:pt x="11450" y="13969"/>
                  </a:cubicBezTo>
                  <a:cubicBezTo>
                    <a:pt x="10537" y="13614"/>
                    <a:pt x="9648" y="13380"/>
                    <a:pt x="8789" y="13268"/>
                  </a:cubicBezTo>
                  <a:cubicBezTo>
                    <a:pt x="8453" y="13379"/>
                    <a:pt x="8179" y="13564"/>
                    <a:pt x="7969" y="13829"/>
                  </a:cubicBezTo>
                  <a:cubicBezTo>
                    <a:pt x="7758" y="14093"/>
                    <a:pt x="7614" y="14386"/>
                    <a:pt x="7535" y="14706"/>
                  </a:cubicBezTo>
                  <a:cubicBezTo>
                    <a:pt x="7457" y="15029"/>
                    <a:pt x="7450" y="15361"/>
                    <a:pt x="7511" y="15698"/>
                  </a:cubicBezTo>
                  <a:cubicBezTo>
                    <a:pt x="7575" y="16036"/>
                    <a:pt x="7719" y="16341"/>
                    <a:pt x="7947" y="16611"/>
                  </a:cubicBezTo>
                  <a:cubicBezTo>
                    <a:pt x="7751" y="16992"/>
                    <a:pt x="7660" y="17347"/>
                    <a:pt x="7677" y="17673"/>
                  </a:cubicBezTo>
                  <a:cubicBezTo>
                    <a:pt x="7692" y="17993"/>
                    <a:pt x="7773" y="18307"/>
                    <a:pt x="7917" y="18606"/>
                  </a:cubicBezTo>
                  <a:cubicBezTo>
                    <a:pt x="8059" y="18909"/>
                    <a:pt x="8255" y="19193"/>
                    <a:pt x="8498" y="19469"/>
                  </a:cubicBezTo>
                  <a:cubicBezTo>
                    <a:pt x="8737" y="19745"/>
                    <a:pt x="8997" y="20021"/>
                    <a:pt x="9271" y="20291"/>
                  </a:cubicBezTo>
                  <a:cubicBezTo>
                    <a:pt x="9114" y="20696"/>
                    <a:pt x="8843" y="21001"/>
                    <a:pt x="8456" y="21213"/>
                  </a:cubicBezTo>
                  <a:cubicBezTo>
                    <a:pt x="8069" y="21424"/>
                    <a:pt x="7655" y="21541"/>
                    <a:pt x="7212" y="21571"/>
                  </a:cubicBezTo>
                  <a:cubicBezTo>
                    <a:pt x="6772" y="21600"/>
                    <a:pt x="6341" y="21550"/>
                    <a:pt x="5917" y="21424"/>
                  </a:cubicBezTo>
                  <a:cubicBezTo>
                    <a:pt x="5496" y="21295"/>
                    <a:pt x="5163" y="21092"/>
                    <a:pt x="4923" y="20811"/>
                  </a:cubicBezTo>
                  <a:cubicBezTo>
                    <a:pt x="4781" y="20241"/>
                    <a:pt x="4625" y="19657"/>
                    <a:pt x="4453" y="19056"/>
                  </a:cubicBezTo>
                  <a:cubicBezTo>
                    <a:pt x="4282" y="18454"/>
                    <a:pt x="4140" y="17843"/>
                    <a:pt x="4032" y="17224"/>
                  </a:cubicBezTo>
                  <a:cubicBezTo>
                    <a:pt x="3922" y="16599"/>
                    <a:pt x="3868" y="15953"/>
                    <a:pt x="3868" y="15281"/>
                  </a:cubicBezTo>
                  <a:cubicBezTo>
                    <a:pt x="3868" y="14615"/>
                    <a:pt x="3961" y="13905"/>
                    <a:pt x="4150" y="13154"/>
                  </a:cubicBezTo>
                  <a:lnTo>
                    <a:pt x="1804" y="13154"/>
                  </a:lnTo>
                  <a:cubicBezTo>
                    <a:pt x="1312" y="13154"/>
                    <a:pt x="889" y="12945"/>
                    <a:pt x="534" y="12523"/>
                  </a:cubicBezTo>
                  <a:cubicBezTo>
                    <a:pt x="176" y="12100"/>
                    <a:pt x="0" y="11592"/>
                    <a:pt x="0" y="10991"/>
                  </a:cubicBezTo>
                  <a:lnTo>
                    <a:pt x="0" y="7774"/>
                  </a:lnTo>
                  <a:cubicBezTo>
                    <a:pt x="0" y="7184"/>
                    <a:pt x="176" y="6677"/>
                    <a:pt x="526" y="6245"/>
                  </a:cubicBezTo>
                  <a:cubicBezTo>
                    <a:pt x="879" y="5820"/>
                    <a:pt x="1305" y="5605"/>
                    <a:pt x="1804" y="5605"/>
                  </a:cubicBezTo>
                  <a:lnTo>
                    <a:pt x="7653" y="5605"/>
                  </a:lnTo>
                  <a:cubicBezTo>
                    <a:pt x="8551" y="5605"/>
                    <a:pt x="9509" y="5450"/>
                    <a:pt x="10525" y="5136"/>
                  </a:cubicBezTo>
                  <a:cubicBezTo>
                    <a:pt x="11541" y="4822"/>
                    <a:pt x="12537" y="4399"/>
                    <a:pt x="13511" y="3874"/>
                  </a:cubicBezTo>
                  <a:cubicBezTo>
                    <a:pt x="14488" y="3343"/>
                    <a:pt x="15409" y="2744"/>
                    <a:pt x="16273" y="2072"/>
                  </a:cubicBezTo>
                  <a:cubicBezTo>
                    <a:pt x="17135" y="1406"/>
                    <a:pt x="17864" y="713"/>
                    <a:pt x="18459" y="0"/>
                  </a:cubicBezTo>
                  <a:cubicBezTo>
                    <a:pt x="18951" y="0"/>
                    <a:pt x="19375" y="214"/>
                    <a:pt x="19730" y="634"/>
                  </a:cubicBezTo>
                  <a:cubicBezTo>
                    <a:pt x="20087" y="1057"/>
                    <a:pt x="20263" y="1567"/>
                    <a:pt x="20263" y="2166"/>
                  </a:cubicBezTo>
                  <a:lnTo>
                    <a:pt x="20263" y="7334"/>
                  </a:lnTo>
                  <a:cubicBezTo>
                    <a:pt x="20648" y="7446"/>
                    <a:pt x="20963" y="7692"/>
                    <a:pt x="21218" y="8071"/>
                  </a:cubicBezTo>
                  <a:cubicBezTo>
                    <a:pt x="21473" y="8455"/>
                    <a:pt x="21600" y="8895"/>
                    <a:pt x="21600" y="9391"/>
                  </a:cubicBezTo>
                  <a:moveTo>
                    <a:pt x="18459" y="2855"/>
                  </a:moveTo>
                  <a:cubicBezTo>
                    <a:pt x="17864" y="3407"/>
                    <a:pt x="17215" y="3941"/>
                    <a:pt x="16513" y="4452"/>
                  </a:cubicBezTo>
                  <a:cubicBezTo>
                    <a:pt x="15810" y="4963"/>
                    <a:pt x="15066" y="5423"/>
                    <a:pt x="14280" y="5834"/>
                  </a:cubicBezTo>
                  <a:cubicBezTo>
                    <a:pt x="13494" y="6245"/>
                    <a:pt x="12694" y="6609"/>
                    <a:pt x="11878" y="6923"/>
                  </a:cubicBezTo>
                  <a:cubicBezTo>
                    <a:pt x="11061" y="7237"/>
                    <a:pt x="10255" y="7463"/>
                    <a:pt x="9457" y="7604"/>
                  </a:cubicBezTo>
                  <a:lnTo>
                    <a:pt x="9457" y="11173"/>
                  </a:lnTo>
                  <a:cubicBezTo>
                    <a:pt x="10255" y="11325"/>
                    <a:pt x="11061" y="11554"/>
                    <a:pt x="11878" y="11862"/>
                  </a:cubicBezTo>
                  <a:cubicBezTo>
                    <a:pt x="12694" y="12170"/>
                    <a:pt x="13494" y="12537"/>
                    <a:pt x="14280" y="12957"/>
                  </a:cubicBezTo>
                  <a:cubicBezTo>
                    <a:pt x="15066" y="13379"/>
                    <a:pt x="15813" y="13843"/>
                    <a:pt x="16525" y="14348"/>
                  </a:cubicBezTo>
                  <a:cubicBezTo>
                    <a:pt x="17235" y="14856"/>
                    <a:pt x="17881" y="15381"/>
                    <a:pt x="18459" y="15921"/>
                  </a:cubicBezTo>
                  <a:lnTo>
                    <a:pt x="18459" y="2855"/>
                  </a:lnTo>
                  <a:close/>
                  <a:moveTo>
                    <a:pt x="18459" y="2855"/>
                  </a:moveTo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0" tIns="0" rIns="0" bIns="0"/>
            <a:lstStyle/>
            <a:p>
              <a:endParaRPr lang="en-US" dirty="0">
                <a:latin typeface="Raleway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2755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/>
          <p:cNvSpPr/>
          <p:nvPr/>
        </p:nvSpPr>
        <p:spPr>
          <a:xfrm>
            <a:off x="241269" y="1385603"/>
            <a:ext cx="8661461" cy="5367718"/>
          </a:xfrm>
          <a:prstGeom prst="rect">
            <a:avLst/>
          </a:prstGeom>
          <a:solidFill>
            <a:srgbClr val="089DA3"/>
          </a:solidFill>
          <a:ln>
            <a:noFill/>
          </a:ln>
          <a:effectLst>
            <a:outerShdw blurRad="50800" dist="25400" sx="102000" sy="102000" algn="ctr" rotWithShape="0">
              <a:schemeClr val="bg1">
                <a:lumMod val="65000"/>
                <a:alpha val="3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grpSp>
        <p:nvGrpSpPr>
          <p:cNvPr id="22" name="组合 21"/>
          <p:cNvGrpSpPr/>
          <p:nvPr/>
        </p:nvGrpSpPr>
        <p:grpSpPr>
          <a:xfrm>
            <a:off x="537428" y="2320416"/>
            <a:ext cx="3420000" cy="3420000"/>
            <a:chOff x="1245373" y="996543"/>
            <a:chExt cx="5002306" cy="4970205"/>
          </a:xfrm>
        </p:grpSpPr>
        <p:sp>
          <p:nvSpPr>
            <p:cNvPr id="23" name="任意多边形 22"/>
            <p:cNvSpPr/>
            <p:nvPr/>
          </p:nvSpPr>
          <p:spPr>
            <a:xfrm flipV="1">
              <a:off x="1245373" y="1632022"/>
              <a:ext cx="1710690" cy="895350"/>
            </a:xfrm>
            <a:custGeom>
              <a:avLst/>
              <a:gdLst>
                <a:gd name="connsiteX0" fmla="*/ 0 w 1657350"/>
                <a:gd name="connsiteY0" fmla="*/ 895350 h 895350"/>
                <a:gd name="connsiteX1" fmla="*/ 1657350 w 1657350"/>
                <a:gd name="connsiteY1" fmla="*/ 895350 h 895350"/>
                <a:gd name="connsiteX2" fmla="*/ 1657350 w 1657350"/>
                <a:gd name="connsiteY2" fmla="*/ 25493 h 895350"/>
                <a:gd name="connsiteX3" fmla="*/ 519303 w 1657350"/>
                <a:gd name="connsiteY3" fmla="*/ 0 h 895350"/>
                <a:gd name="connsiteX4" fmla="*/ 0 w 1657350"/>
                <a:gd name="connsiteY4" fmla="*/ 895350 h 895350"/>
                <a:gd name="connsiteX0-1" fmla="*/ 1657350 w 1748790"/>
                <a:gd name="connsiteY0-2" fmla="*/ 25493 h 986790"/>
                <a:gd name="connsiteX1-3" fmla="*/ 519303 w 1748790"/>
                <a:gd name="connsiteY1-4" fmla="*/ 0 h 986790"/>
                <a:gd name="connsiteX2-5" fmla="*/ 0 w 1748790"/>
                <a:gd name="connsiteY2-6" fmla="*/ 895350 h 986790"/>
                <a:gd name="connsiteX3-7" fmla="*/ 1748790 w 1748790"/>
                <a:gd name="connsiteY3-8" fmla="*/ 986790 h 986790"/>
                <a:gd name="connsiteX0-9" fmla="*/ 1657350 w 1710690"/>
                <a:gd name="connsiteY0-10" fmla="*/ 25493 h 895350"/>
                <a:gd name="connsiteX1-11" fmla="*/ 519303 w 1710690"/>
                <a:gd name="connsiteY1-12" fmla="*/ 0 h 895350"/>
                <a:gd name="connsiteX2-13" fmla="*/ 0 w 1710690"/>
                <a:gd name="connsiteY2-14" fmla="*/ 895350 h 895350"/>
                <a:gd name="connsiteX3-15" fmla="*/ 1710690 w 1710690"/>
                <a:gd name="connsiteY3-16" fmla="*/ 891540 h 895350"/>
                <a:gd name="connsiteX0-17" fmla="*/ 1657350 w 1710690"/>
                <a:gd name="connsiteY0-18" fmla="*/ 0 h 896751"/>
                <a:gd name="connsiteX1-19" fmla="*/ 519303 w 1710690"/>
                <a:gd name="connsiteY1-20" fmla="*/ 1401 h 896751"/>
                <a:gd name="connsiteX2-21" fmla="*/ 0 w 1710690"/>
                <a:gd name="connsiteY2-22" fmla="*/ 896751 h 896751"/>
                <a:gd name="connsiteX3-23" fmla="*/ 1710690 w 1710690"/>
                <a:gd name="connsiteY3-24" fmla="*/ 892941 h 896751"/>
                <a:gd name="connsiteX0-25" fmla="*/ 519303 w 1710690"/>
                <a:gd name="connsiteY0-26" fmla="*/ 0 h 895350"/>
                <a:gd name="connsiteX1-27" fmla="*/ 0 w 1710690"/>
                <a:gd name="connsiteY1-28" fmla="*/ 895350 h 895350"/>
                <a:gd name="connsiteX2-29" fmla="*/ 1710690 w 1710690"/>
                <a:gd name="connsiteY2-30" fmla="*/ 891540 h 8953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710690" h="895350">
                  <a:moveTo>
                    <a:pt x="519303" y="0"/>
                  </a:moveTo>
                  <a:lnTo>
                    <a:pt x="0" y="895350"/>
                  </a:lnTo>
                  <a:lnTo>
                    <a:pt x="1710690" y="89154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4" name="任意多边形 23"/>
            <p:cNvSpPr/>
            <p:nvPr/>
          </p:nvSpPr>
          <p:spPr>
            <a:xfrm flipV="1">
              <a:off x="2568775" y="3966812"/>
              <a:ext cx="2359540" cy="1999936"/>
            </a:xfrm>
            <a:custGeom>
              <a:avLst/>
              <a:gdLst>
                <a:gd name="connsiteX0" fmla="*/ 0 w 1338835"/>
                <a:gd name="connsiteY0" fmla="*/ 1154168 h 1154168"/>
                <a:gd name="connsiteX1" fmla="*/ 1338835 w 1338835"/>
                <a:gd name="connsiteY1" fmla="*/ 1154168 h 1154168"/>
                <a:gd name="connsiteX2" fmla="*/ 669417 w 1338835"/>
                <a:gd name="connsiteY2" fmla="*/ 0 h 1154168"/>
                <a:gd name="connsiteX3" fmla="*/ 0 w 1338835"/>
                <a:gd name="connsiteY3" fmla="*/ 1154168 h 1154168"/>
                <a:gd name="connsiteX0-1" fmla="*/ 1247395 w 1247395"/>
                <a:gd name="connsiteY0-2" fmla="*/ 1154168 h 1245608"/>
                <a:gd name="connsiteX1-3" fmla="*/ 577977 w 1247395"/>
                <a:gd name="connsiteY1-4" fmla="*/ 0 h 1245608"/>
                <a:gd name="connsiteX2-5" fmla="*/ 0 w 1247395"/>
                <a:gd name="connsiteY2-6" fmla="*/ 1245608 h 1245608"/>
                <a:gd name="connsiteX0-7" fmla="*/ 1361695 w 1361695"/>
                <a:gd name="connsiteY0-8" fmla="*/ 1154168 h 1154168"/>
                <a:gd name="connsiteX1-9" fmla="*/ 692277 w 1361695"/>
                <a:gd name="connsiteY1-10" fmla="*/ 0 h 1154168"/>
                <a:gd name="connsiteX2-11" fmla="*/ 0 w 1361695"/>
                <a:gd name="connsiteY2-12" fmla="*/ 1150358 h 11541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361695" h="1154168">
                  <a:moveTo>
                    <a:pt x="1361695" y="1154168"/>
                  </a:moveTo>
                  <a:lnTo>
                    <a:pt x="692277" y="0"/>
                  </a:lnTo>
                  <a:cubicBezTo>
                    <a:pt x="469138" y="384723"/>
                    <a:pt x="0" y="1150358"/>
                    <a:pt x="0" y="1150358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5" name="任意多边形 24"/>
            <p:cNvSpPr/>
            <p:nvPr/>
          </p:nvSpPr>
          <p:spPr>
            <a:xfrm flipV="1">
              <a:off x="1514403" y="1784421"/>
              <a:ext cx="1438969" cy="711574"/>
            </a:xfrm>
            <a:custGeom>
              <a:avLst/>
              <a:gdLst>
                <a:gd name="connsiteX0" fmla="*/ 0 w 1401318"/>
                <a:gd name="connsiteY0" fmla="*/ 597122 h 597122"/>
                <a:gd name="connsiteX1" fmla="*/ 1401318 w 1401318"/>
                <a:gd name="connsiteY1" fmla="*/ 597122 h 597122"/>
                <a:gd name="connsiteX2" fmla="*/ 1401318 w 1401318"/>
                <a:gd name="connsiteY2" fmla="*/ 0 h 597122"/>
                <a:gd name="connsiteX3" fmla="*/ 342520 w 1401318"/>
                <a:gd name="connsiteY3" fmla="*/ 6571 h 597122"/>
                <a:gd name="connsiteX4" fmla="*/ 0 w 1401318"/>
                <a:gd name="connsiteY4" fmla="*/ 597122 h 597122"/>
                <a:gd name="connsiteX0-1" fmla="*/ 1401318 w 1492758"/>
                <a:gd name="connsiteY0-2" fmla="*/ 0 h 688562"/>
                <a:gd name="connsiteX1-3" fmla="*/ 342520 w 1492758"/>
                <a:gd name="connsiteY1-4" fmla="*/ 6571 h 688562"/>
                <a:gd name="connsiteX2-5" fmla="*/ 0 w 1492758"/>
                <a:gd name="connsiteY2-6" fmla="*/ 597122 h 688562"/>
                <a:gd name="connsiteX3-7" fmla="*/ 1492758 w 1492758"/>
                <a:gd name="connsiteY3-8" fmla="*/ 688562 h 688562"/>
                <a:gd name="connsiteX0-9" fmla="*/ 1401318 w 1479311"/>
                <a:gd name="connsiteY0-10" fmla="*/ 0 h 597122"/>
                <a:gd name="connsiteX1-11" fmla="*/ 342520 w 1479311"/>
                <a:gd name="connsiteY1-12" fmla="*/ 6571 h 597122"/>
                <a:gd name="connsiteX2-13" fmla="*/ 0 w 1479311"/>
                <a:gd name="connsiteY2-14" fmla="*/ 597122 h 597122"/>
                <a:gd name="connsiteX3-15" fmla="*/ 1479311 w 1479311"/>
                <a:gd name="connsiteY3-16" fmla="*/ 580985 h 597122"/>
                <a:gd name="connsiteX0-17" fmla="*/ 1401318 w 1519652"/>
                <a:gd name="connsiteY0-18" fmla="*/ 0 h 597122"/>
                <a:gd name="connsiteX1-19" fmla="*/ 342520 w 1519652"/>
                <a:gd name="connsiteY1-20" fmla="*/ 6571 h 597122"/>
                <a:gd name="connsiteX2-21" fmla="*/ 0 w 1519652"/>
                <a:gd name="connsiteY2-22" fmla="*/ 597122 h 597122"/>
                <a:gd name="connsiteX3-23" fmla="*/ 1519652 w 1519652"/>
                <a:gd name="connsiteY3-24" fmla="*/ 594432 h 597122"/>
                <a:gd name="connsiteX0-25" fmla="*/ 1401318 w 1438969"/>
                <a:gd name="connsiteY0-26" fmla="*/ 0 h 607880"/>
                <a:gd name="connsiteX1-27" fmla="*/ 342520 w 1438969"/>
                <a:gd name="connsiteY1-28" fmla="*/ 6571 h 607880"/>
                <a:gd name="connsiteX2-29" fmla="*/ 0 w 1438969"/>
                <a:gd name="connsiteY2-30" fmla="*/ 597122 h 607880"/>
                <a:gd name="connsiteX3-31" fmla="*/ 1438969 w 1438969"/>
                <a:gd name="connsiteY3-32" fmla="*/ 607880 h 607880"/>
                <a:gd name="connsiteX0-33" fmla="*/ 1401318 w 1438969"/>
                <a:gd name="connsiteY0-34" fmla="*/ 0 h 597122"/>
                <a:gd name="connsiteX1-35" fmla="*/ 342520 w 1438969"/>
                <a:gd name="connsiteY1-36" fmla="*/ 6571 h 597122"/>
                <a:gd name="connsiteX2-37" fmla="*/ 0 w 1438969"/>
                <a:gd name="connsiteY2-38" fmla="*/ 597122 h 597122"/>
                <a:gd name="connsiteX3-39" fmla="*/ 1438969 w 1438969"/>
                <a:gd name="connsiteY3-40" fmla="*/ 580986 h 597122"/>
                <a:gd name="connsiteX0-41" fmla="*/ 1401318 w 1438969"/>
                <a:gd name="connsiteY0-42" fmla="*/ 0 h 597122"/>
                <a:gd name="connsiteX1-43" fmla="*/ 342520 w 1438969"/>
                <a:gd name="connsiteY1-44" fmla="*/ 6571 h 597122"/>
                <a:gd name="connsiteX2-45" fmla="*/ 0 w 1438969"/>
                <a:gd name="connsiteY2-46" fmla="*/ 597122 h 597122"/>
                <a:gd name="connsiteX3-47" fmla="*/ 1438969 w 1438969"/>
                <a:gd name="connsiteY3-48" fmla="*/ 594433 h 597122"/>
                <a:gd name="connsiteX0-49" fmla="*/ 1401318 w 1401318"/>
                <a:gd name="connsiteY0-50" fmla="*/ 0 h 597122"/>
                <a:gd name="connsiteX1-51" fmla="*/ 342520 w 1401318"/>
                <a:gd name="connsiteY1-52" fmla="*/ 6571 h 597122"/>
                <a:gd name="connsiteX2-53" fmla="*/ 0 w 1401318"/>
                <a:gd name="connsiteY2-54" fmla="*/ 597122 h 597122"/>
                <a:gd name="connsiteX3-55" fmla="*/ 1385181 w 1401318"/>
                <a:gd name="connsiteY3-56" fmla="*/ 594433 h 597122"/>
                <a:gd name="connsiteX0-57" fmla="*/ 1401318 w 1401318"/>
                <a:gd name="connsiteY0-58" fmla="*/ 0 h 597122"/>
                <a:gd name="connsiteX1-59" fmla="*/ 342520 w 1401318"/>
                <a:gd name="connsiteY1-60" fmla="*/ 6571 h 597122"/>
                <a:gd name="connsiteX2-61" fmla="*/ 0 w 1401318"/>
                <a:gd name="connsiteY2-62" fmla="*/ 597122 h 597122"/>
                <a:gd name="connsiteX3-63" fmla="*/ 1398628 w 1401318"/>
                <a:gd name="connsiteY3-64" fmla="*/ 594433 h 597122"/>
                <a:gd name="connsiteX0-65" fmla="*/ 1401318 w 1438969"/>
                <a:gd name="connsiteY0-66" fmla="*/ 0 h 597122"/>
                <a:gd name="connsiteX1-67" fmla="*/ 342520 w 1438969"/>
                <a:gd name="connsiteY1-68" fmla="*/ 6571 h 597122"/>
                <a:gd name="connsiteX2-69" fmla="*/ 0 w 1438969"/>
                <a:gd name="connsiteY2-70" fmla="*/ 597122 h 597122"/>
                <a:gd name="connsiteX3-71" fmla="*/ 1438969 w 1438969"/>
                <a:gd name="connsiteY3-72" fmla="*/ 594433 h 597122"/>
                <a:gd name="connsiteX0-73" fmla="*/ 342520 w 1438969"/>
                <a:gd name="connsiteY0-74" fmla="*/ 0 h 590551"/>
                <a:gd name="connsiteX1-75" fmla="*/ 0 w 1438969"/>
                <a:gd name="connsiteY1-76" fmla="*/ 590551 h 590551"/>
                <a:gd name="connsiteX2-77" fmla="*/ 1438969 w 1438969"/>
                <a:gd name="connsiteY2-78" fmla="*/ 587862 h 590551"/>
                <a:gd name="connsiteX0-79" fmla="*/ 436650 w 1438969"/>
                <a:gd name="connsiteY0-80" fmla="*/ 0 h 765363"/>
                <a:gd name="connsiteX1-81" fmla="*/ 0 w 1438969"/>
                <a:gd name="connsiteY1-82" fmla="*/ 765363 h 765363"/>
                <a:gd name="connsiteX2-83" fmla="*/ 1438969 w 1438969"/>
                <a:gd name="connsiteY2-84" fmla="*/ 762674 h 765363"/>
                <a:gd name="connsiteX0-85" fmla="*/ 409756 w 1438969"/>
                <a:gd name="connsiteY0-86" fmla="*/ 0 h 711574"/>
                <a:gd name="connsiteX1-87" fmla="*/ 0 w 1438969"/>
                <a:gd name="connsiteY1-88" fmla="*/ 711574 h 711574"/>
                <a:gd name="connsiteX2-89" fmla="*/ 1438969 w 1438969"/>
                <a:gd name="connsiteY2-90" fmla="*/ 708885 h 71157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438969" h="711574">
                  <a:moveTo>
                    <a:pt x="409756" y="0"/>
                  </a:moveTo>
                  <a:lnTo>
                    <a:pt x="0" y="711574"/>
                  </a:lnTo>
                  <a:lnTo>
                    <a:pt x="1438969" y="708885"/>
                  </a:lnTo>
                </a:path>
              </a:pathLst>
            </a:custGeom>
            <a:noFill/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6" name="任意多边形 25"/>
            <p:cNvSpPr/>
            <p:nvPr/>
          </p:nvSpPr>
          <p:spPr>
            <a:xfrm flipV="1">
              <a:off x="2757191" y="4066311"/>
              <a:ext cx="2001754" cy="1719078"/>
            </a:xfrm>
            <a:custGeom>
              <a:avLst/>
              <a:gdLst>
                <a:gd name="connsiteX0" fmla="*/ 0 w 996314"/>
                <a:gd name="connsiteY0" fmla="*/ 858892 h 858892"/>
                <a:gd name="connsiteX1" fmla="*/ 996314 w 996314"/>
                <a:gd name="connsiteY1" fmla="*/ 858892 h 858892"/>
                <a:gd name="connsiteX2" fmla="*/ 498157 w 996314"/>
                <a:gd name="connsiteY2" fmla="*/ 0 h 858892"/>
                <a:gd name="connsiteX3" fmla="*/ 0 w 996314"/>
                <a:gd name="connsiteY3" fmla="*/ 858892 h 858892"/>
                <a:gd name="connsiteX0-1" fmla="*/ 904874 w 904874"/>
                <a:gd name="connsiteY0-2" fmla="*/ 858892 h 950332"/>
                <a:gd name="connsiteX1-3" fmla="*/ 406717 w 904874"/>
                <a:gd name="connsiteY1-4" fmla="*/ 0 h 950332"/>
                <a:gd name="connsiteX2-5" fmla="*/ 0 w 904874"/>
                <a:gd name="connsiteY2-6" fmla="*/ 950332 h 950332"/>
                <a:gd name="connsiteX0-7" fmla="*/ 1000124 w 1000124"/>
                <a:gd name="connsiteY0-8" fmla="*/ 858892 h 858892"/>
                <a:gd name="connsiteX1-9" fmla="*/ 501967 w 1000124"/>
                <a:gd name="connsiteY1-10" fmla="*/ 0 h 858892"/>
                <a:gd name="connsiteX2-11" fmla="*/ 0 w 1000124"/>
                <a:gd name="connsiteY2-12" fmla="*/ 855082 h 85889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124" h="858892">
                  <a:moveTo>
                    <a:pt x="1000124" y="858892"/>
                  </a:moveTo>
                  <a:lnTo>
                    <a:pt x="501967" y="0"/>
                  </a:lnTo>
                  <a:cubicBezTo>
                    <a:pt x="335915" y="286297"/>
                    <a:pt x="0" y="855082"/>
                    <a:pt x="0" y="855082"/>
                  </a:cubicBezTo>
                </a:path>
              </a:pathLst>
            </a:custGeom>
            <a:noFill/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7" name="任意多边形 26"/>
            <p:cNvSpPr/>
            <p:nvPr/>
          </p:nvSpPr>
          <p:spPr>
            <a:xfrm flipH="1" flipV="1">
              <a:off x="4536989" y="1632022"/>
              <a:ext cx="1710690" cy="895350"/>
            </a:xfrm>
            <a:custGeom>
              <a:avLst/>
              <a:gdLst>
                <a:gd name="connsiteX0" fmla="*/ 0 w 1657350"/>
                <a:gd name="connsiteY0" fmla="*/ 895350 h 895350"/>
                <a:gd name="connsiteX1" fmla="*/ 1657350 w 1657350"/>
                <a:gd name="connsiteY1" fmla="*/ 895350 h 895350"/>
                <a:gd name="connsiteX2" fmla="*/ 1657350 w 1657350"/>
                <a:gd name="connsiteY2" fmla="*/ 25493 h 895350"/>
                <a:gd name="connsiteX3" fmla="*/ 519303 w 1657350"/>
                <a:gd name="connsiteY3" fmla="*/ 0 h 895350"/>
                <a:gd name="connsiteX4" fmla="*/ 0 w 1657350"/>
                <a:gd name="connsiteY4" fmla="*/ 895350 h 895350"/>
                <a:gd name="connsiteX0-1" fmla="*/ 1657350 w 1748790"/>
                <a:gd name="connsiteY0-2" fmla="*/ 25493 h 986790"/>
                <a:gd name="connsiteX1-3" fmla="*/ 519303 w 1748790"/>
                <a:gd name="connsiteY1-4" fmla="*/ 0 h 986790"/>
                <a:gd name="connsiteX2-5" fmla="*/ 0 w 1748790"/>
                <a:gd name="connsiteY2-6" fmla="*/ 895350 h 986790"/>
                <a:gd name="connsiteX3-7" fmla="*/ 1748790 w 1748790"/>
                <a:gd name="connsiteY3-8" fmla="*/ 986790 h 986790"/>
                <a:gd name="connsiteX0-9" fmla="*/ 1657350 w 1710690"/>
                <a:gd name="connsiteY0-10" fmla="*/ 25493 h 895350"/>
                <a:gd name="connsiteX1-11" fmla="*/ 519303 w 1710690"/>
                <a:gd name="connsiteY1-12" fmla="*/ 0 h 895350"/>
                <a:gd name="connsiteX2-13" fmla="*/ 0 w 1710690"/>
                <a:gd name="connsiteY2-14" fmla="*/ 895350 h 895350"/>
                <a:gd name="connsiteX3-15" fmla="*/ 1710690 w 1710690"/>
                <a:gd name="connsiteY3-16" fmla="*/ 891540 h 895350"/>
                <a:gd name="connsiteX0-17" fmla="*/ 1657350 w 1710690"/>
                <a:gd name="connsiteY0-18" fmla="*/ 0 h 896751"/>
                <a:gd name="connsiteX1-19" fmla="*/ 519303 w 1710690"/>
                <a:gd name="connsiteY1-20" fmla="*/ 1401 h 896751"/>
                <a:gd name="connsiteX2-21" fmla="*/ 0 w 1710690"/>
                <a:gd name="connsiteY2-22" fmla="*/ 896751 h 896751"/>
                <a:gd name="connsiteX3-23" fmla="*/ 1710690 w 1710690"/>
                <a:gd name="connsiteY3-24" fmla="*/ 892941 h 896751"/>
                <a:gd name="connsiteX0-25" fmla="*/ 519303 w 1710690"/>
                <a:gd name="connsiteY0-26" fmla="*/ 0 h 895350"/>
                <a:gd name="connsiteX1-27" fmla="*/ 0 w 1710690"/>
                <a:gd name="connsiteY1-28" fmla="*/ 895350 h 895350"/>
                <a:gd name="connsiteX2-29" fmla="*/ 1710690 w 1710690"/>
                <a:gd name="connsiteY2-30" fmla="*/ 891540 h 8953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710690" h="895350">
                  <a:moveTo>
                    <a:pt x="519303" y="0"/>
                  </a:moveTo>
                  <a:lnTo>
                    <a:pt x="0" y="895350"/>
                  </a:lnTo>
                  <a:lnTo>
                    <a:pt x="1710690" y="89154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sp>
          <p:nvSpPr>
            <p:cNvPr id="28" name="任意多边形 27"/>
            <p:cNvSpPr/>
            <p:nvPr/>
          </p:nvSpPr>
          <p:spPr>
            <a:xfrm flipH="1" flipV="1">
              <a:off x="4534298" y="1784421"/>
              <a:ext cx="1438969" cy="711574"/>
            </a:xfrm>
            <a:custGeom>
              <a:avLst/>
              <a:gdLst>
                <a:gd name="connsiteX0" fmla="*/ 0 w 1401318"/>
                <a:gd name="connsiteY0" fmla="*/ 597122 h 597122"/>
                <a:gd name="connsiteX1" fmla="*/ 1401318 w 1401318"/>
                <a:gd name="connsiteY1" fmla="*/ 597122 h 597122"/>
                <a:gd name="connsiteX2" fmla="*/ 1401318 w 1401318"/>
                <a:gd name="connsiteY2" fmla="*/ 0 h 597122"/>
                <a:gd name="connsiteX3" fmla="*/ 342520 w 1401318"/>
                <a:gd name="connsiteY3" fmla="*/ 6571 h 597122"/>
                <a:gd name="connsiteX4" fmla="*/ 0 w 1401318"/>
                <a:gd name="connsiteY4" fmla="*/ 597122 h 597122"/>
                <a:gd name="connsiteX0-1" fmla="*/ 1401318 w 1492758"/>
                <a:gd name="connsiteY0-2" fmla="*/ 0 h 688562"/>
                <a:gd name="connsiteX1-3" fmla="*/ 342520 w 1492758"/>
                <a:gd name="connsiteY1-4" fmla="*/ 6571 h 688562"/>
                <a:gd name="connsiteX2-5" fmla="*/ 0 w 1492758"/>
                <a:gd name="connsiteY2-6" fmla="*/ 597122 h 688562"/>
                <a:gd name="connsiteX3-7" fmla="*/ 1492758 w 1492758"/>
                <a:gd name="connsiteY3-8" fmla="*/ 688562 h 688562"/>
                <a:gd name="connsiteX0-9" fmla="*/ 1401318 w 1479311"/>
                <a:gd name="connsiteY0-10" fmla="*/ 0 h 597122"/>
                <a:gd name="connsiteX1-11" fmla="*/ 342520 w 1479311"/>
                <a:gd name="connsiteY1-12" fmla="*/ 6571 h 597122"/>
                <a:gd name="connsiteX2-13" fmla="*/ 0 w 1479311"/>
                <a:gd name="connsiteY2-14" fmla="*/ 597122 h 597122"/>
                <a:gd name="connsiteX3-15" fmla="*/ 1479311 w 1479311"/>
                <a:gd name="connsiteY3-16" fmla="*/ 580985 h 597122"/>
                <a:gd name="connsiteX0-17" fmla="*/ 1401318 w 1519652"/>
                <a:gd name="connsiteY0-18" fmla="*/ 0 h 597122"/>
                <a:gd name="connsiteX1-19" fmla="*/ 342520 w 1519652"/>
                <a:gd name="connsiteY1-20" fmla="*/ 6571 h 597122"/>
                <a:gd name="connsiteX2-21" fmla="*/ 0 w 1519652"/>
                <a:gd name="connsiteY2-22" fmla="*/ 597122 h 597122"/>
                <a:gd name="connsiteX3-23" fmla="*/ 1519652 w 1519652"/>
                <a:gd name="connsiteY3-24" fmla="*/ 594432 h 597122"/>
                <a:gd name="connsiteX0-25" fmla="*/ 1401318 w 1438969"/>
                <a:gd name="connsiteY0-26" fmla="*/ 0 h 607880"/>
                <a:gd name="connsiteX1-27" fmla="*/ 342520 w 1438969"/>
                <a:gd name="connsiteY1-28" fmla="*/ 6571 h 607880"/>
                <a:gd name="connsiteX2-29" fmla="*/ 0 w 1438969"/>
                <a:gd name="connsiteY2-30" fmla="*/ 597122 h 607880"/>
                <a:gd name="connsiteX3-31" fmla="*/ 1438969 w 1438969"/>
                <a:gd name="connsiteY3-32" fmla="*/ 607880 h 607880"/>
                <a:gd name="connsiteX0-33" fmla="*/ 1401318 w 1438969"/>
                <a:gd name="connsiteY0-34" fmla="*/ 0 h 597122"/>
                <a:gd name="connsiteX1-35" fmla="*/ 342520 w 1438969"/>
                <a:gd name="connsiteY1-36" fmla="*/ 6571 h 597122"/>
                <a:gd name="connsiteX2-37" fmla="*/ 0 w 1438969"/>
                <a:gd name="connsiteY2-38" fmla="*/ 597122 h 597122"/>
                <a:gd name="connsiteX3-39" fmla="*/ 1438969 w 1438969"/>
                <a:gd name="connsiteY3-40" fmla="*/ 580986 h 597122"/>
                <a:gd name="connsiteX0-41" fmla="*/ 1401318 w 1438969"/>
                <a:gd name="connsiteY0-42" fmla="*/ 0 h 597122"/>
                <a:gd name="connsiteX1-43" fmla="*/ 342520 w 1438969"/>
                <a:gd name="connsiteY1-44" fmla="*/ 6571 h 597122"/>
                <a:gd name="connsiteX2-45" fmla="*/ 0 w 1438969"/>
                <a:gd name="connsiteY2-46" fmla="*/ 597122 h 597122"/>
                <a:gd name="connsiteX3-47" fmla="*/ 1438969 w 1438969"/>
                <a:gd name="connsiteY3-48" fmla="*/ 594433 h 597122"/>
                <a:gd name="connsiteX0-49" fmla="*/ 1401318 w 1401318"/>
                <a:gd name="connsiteY0-50" fmla="*/ 0 h 597122"/>
                <a:gd name="connsiteX1-51" fmla="*/ 342520 w 1401318"/>
                <a:gd name="connsiteY1-52" fmla="*/ 6571 h 597122"/>
                <a:gd name="connsiteX2-53" fmla="*/ 0 w 1401318"/>
                <a:gd name="connsiteY2-54" fmla="*/ 597122 h 597122"/>
                <a:gd name="connsiteX3-55" fmla="*/ 1385181 w 1401318"/>
                <a:gd name="connsiteY3-56" fmla="*/ 594433 h 597122"/>
                <a:gd name="connsiteX0-57" fmla="*/ 1401318 w 1401318"/>
                <a:gd name="connsiteY0-58" fmla="*/ 0 h 597122"/>
                <a:gd name="connsiteX1-59" fmla="*/ 342520 w 1401318"/>
                <a:gd name="connsiteY1-60" fmla="*/ 6571 h 597122"/>
                <a:gd name="connsiteX2-61" fmla="*/ 0 w 1401318"/>
                <a:gd name="connsiteY2-62" fmla="*/ 597122 h 597122"/>
                <a:gd name="connsiteX3-63" fmla="*/ 1398628 w 1401318"/>
                <a:gd name="connsiteY3-64" fmla="*/ 594433 h 597122"/>
                <a:gd name="connsiteX0-65" fmla="*/ 1401318 w 1438969"/>
                <a:gd name="connsiteY0-66" fmla="*/ 0 h 597122"/>
                <a:gd name="connsiteX1-67" fmla="*/ 342520 w 1438969"/>
                <a:gd name="connsiteY1-68" fmla="*/ 6571 h 597122"/>
                <a:gd name="connsiteX2-69" fmla="*/ 0 w 1438969"/>
                <a:gd name="connsiteY2-70" fmla="*/ 597122 h 597122"/>
                <a:gd name="connsiteX3-71" fmla="*/ 1438969 w 1438969"/>
                <a:gd name="connsiteY3-72" fmla="*/ 594433 h 597122"/>
                <a:gd name="connsiteX0-73" fmla="*/ 342520 w 1438969"/>
                <a:gd name="connsiteY0-74" fmla="*/ 0 h 590551"/>
                <a:gd name="connsiteX1-75" fmla="*/ 0 w 1438969"/>
                <a:gd name="connsiteY1-76" fmla="*/ 590551 h 590551"/>
                <a:gd name="connsiteX2-77" fmla="*/ 1438969 w 1438969"/>
                <a:gd name="connsiteY2-78" fmla="*/ 587862 h 590551"/>
                <a:gd name="connsiteX0-79" fmla="*/ 436650 w 1438969"/>
                <a:gd name="connsiteY0-80" fmla="*/ 0 h 765363"/>
                <a:gd name="connsiteX1-81" fmla="*/ 0 w 1438969"/>
                <a:gd name="connsiteY1-82" fmla="*/ 765363 h 765363"/>
                <a:gd name="connsiteX2-83" fmla="*/ 1438969 w 1438969"/>
                <a:gd name="connsiteY2-84" fmla="*/ 762674 h 765363"/>
                <a:gd name="connsiteX0-85" fmla="*/ 409756 w 1438969"/>
                <a:gd name="connsiteY0-86" fmla="*/ 0 h 711574"/>
                <a:gd name="connsiteX1-87" fmla="*/ 0 w 1438969"/>
                <a:gd name="connsiteY1-88" fmla="*/ 711574 h 711574"/>
                <a:gd name="connsiteX2-89" fmla="*/ 1438969 w 1438969"/>
                <a:gd name="connsiteY2-90" fmla="*/ 708885 h 71157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438969" h="711574">
                  <a:moveTo>
                    <a:pt x="409756" y="0"/>
                  </a:moveTo>
                  <a:lnTo>
                    <a:pt x="0" y="711574"/>
                  </a:lnTo>
                  <a:lnTo>
                    <a:pt x="1438969" y="708885"/>
                  </a:lnTo>
                </a:path>
              </a:pathLst>
            </a:custGeom>
            <a:noFill/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2982602" y="996543"/>
              <a:ext cx="1593372" cy="1133196"/>
              <a:chOff x="1743075" y="720725"/>
              <a:chExt cx="5573713" cy="3963988"/>
            </a:xfrm>
            <a:solidFill>
              <a:schemeClr val="bg1"/>
            </a:solidFill>
          </p:grpSpPr>
          <p:sp>
            <p:nvSpPr>
              <p:cNvPr id="30" name="Freeform 27"/>
              <p:cNvSpPr/>
              <p:nvPr/>
            </p:nvSpPr>
            <p:spPr bwMode="auto">
              <a:xfrm>
                <a:off x="1743075" y="720725"/>
                <a:ext cx="5573713" cy="2676525"/>
              </a:xfrm>
              <a:custGeom>
                <a:avLst/>
                <a:gdLst>
                  <a:gd name="T0" fmla="*/ 944 w 2050"/>
                  <a:gd name="T1" fmla="*/ 28 h 988"/>
                  <a:gd name="T2" fmla="*/ 1101 w 2050"/>
                  <a:gd name="T3" fmla="*/ 25 h 988"/>
                  <a:gd name="T4" fmla="*/ 2021 w 2050"/>
                  <a:gd name="T5" fmla="*/ 464 h 988"/>
                  <a:gd name="T6" fmla="*/ 2049 w 2050"/>
                  <a:gd name="T7" fmla="*/ 497 h 988"/>
                  <a:gd name="T8" fmla="*/ 2022 w 2050"/>
                  <a:gd name="T9" fmla="*/ 526 h 988"/>
                  <a:gd name="T10" fmla="*/ 1090 w 2050"/>
                  <a:gd name="T11" fmla="*/ 970 h 988"/>
                  <a:gd name="T12" fmla="*/ 966 w 2050"/>
                  <a:gd name="T13" fmla="*/ 973 h 988"/>
                  <a:gd name="T14" fmla="*/ 637 w 2050"/>
                  <a:gd name="T15" fmla="*/ 817 h 988"/>
                  <a:gd name="T16" fmla="*/ 573 w 2050"/>
                  <a:gd name="T17" fmla="*/ 784 h 988"/>
                  <a:gd name="T18" fmla="*/ 579 w 2050"/>
                  <a:gd name="T19" fmla="*/ 763 h 988"/>
                  <a:gd name="T20" fmla="*/ 972 w 2050"/>
                  <a:gd name="T21" fmla="*/ 559 h 988"/>
                  <a:gd name="T22" fmla="*/ 1099 w 2050"/>
                  <a:gd name="T23" fmla="*/ 550 h 988"/>
                  <a:gd name="T24" fmla="*/ 1138 w 2050"/>
                  <a:gd name="T25" fmla="*/ 500 h 988"/>
                  <a:gd name="T26" fmla="*/ 1110 w 2050"/>
                  <a:gd name="T27" fmla="*/ 448 h 988"/>
                  <a:gd name="T28" fmla="*/ 996 w 2050"/>
                  <a:gd name="T29" fmla="*/ 427 h 988"/>
                  <a:gd name="T30" fmla="*/ 922 w 2050"/>
                  <a:gd name="T31" fmla="*/ 466 h 988"/>
                  <a:gd name="T32" fmla="*/ 916 w 2050"/>
                  <a:gd name="T33" fmla="*/ 516 h 988"/>
                  <a:gd name="T34" fmla="*/ 521 w 2050"/>
                  <a:gd name="T35" fmla="*/ 721 h 988"/>
                  <a:gd name="T36" fmla="*/ 500 w 2050"/>
                  <a:gd name="T37" fmla="*/ 749 h 988"/>
                  <a:gd name="T38" fmla="*/ 269 w 2050"/>
                  <a:gd name="T39" fmla="*/ 641 h 988"/>
                  <a:gd name="T40" fmla="*/ 28 w 2050"/>
                  <a:gd name="T41" fmla="*/ 526 h 988"/>
                  <a:gd name="T42" fmla="*/ 1 w 2050"/>
                  <a:gd name="T43" fmla="*/ 493 h 988"/>
                  <a:gd name="T44" fmla="*/ 31 w 2050"/>
                  <a:gd name="T45" fmla="*/ 463 h 988"/>
                  <a:gd name="T46" fmla="*/ 944 w 2050"/>
                  <a:gd name="T47" fmla="*/ 28 h 9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050" h="988">
                    <a:moveTo>
                      <a:pt x="944" y="28"/>
                    </a:moveTo>
                    <a:cubicBezTo>
                      <a:pt x="992" y="1"/>
                      <a:pt x="1053" y="0"/>
                      <a:pt x="1101" y="25"/>
                    </a:cubicBezTo>
                    <a:cubicBezTo>
                      <a:pt x="1408" y="172"/>
                      <a:pt x="1715" y="318"/>
                      <a:pt x="2021" y="464"/>
                    </a:cubicBezTo>
                    <a:cubicBezTo>
                      <a:pt x="2035" y="470"/>
                      <a:pt x="2050" y="481"/>
                      <a:pt x="2049" y="497"/>
                    </a:cubicBezTo>
                    <a:cubicBezTo>
                      <a:pt x="2047" y="512"/>
                      <a:pt x="2034" y="521"/>
                      <a:pt x="2022" y="526"/>
                    </a:cubicBezTo>
                    <a:cubicBezTo>
                      <a:pt x="1711" y="674"/>
                      <a:pt x="1400" y="822"/>
                      <a:pt x="1090" y="970"/>
                    </a:cubicBezTo>
                    <a:cubicBezTo>
                      <a:pt x="1051" y="988"/>
                      <a:pt x="1005" y="988"/>
                      <a:pt x="966" y="973"/>
                    </a:cubicBezTo>
                    <a:cubicBezTo>
                      <a:pt x="856" y="921"/>
                      <a:pt x="747" y="869"/>
                      <a:pt x="637" y="817"/>
                    </a:cubicBezTo>
                    <a:cubicBezTo>
                      <a:pt x="616" y="806"/>
                      <a:pt x="594" y="797"/>
                      <a:pt x="573" y="784"/>
                    </a:cubicBezTo>
                    <a:cubicBezTo>
                      <a:pt x="567" y="777"/>
                      <a:pt x="570" y="766"/>
                      <a:pt x="579" y="763"/>
                    </a:cubicBezTo>
                    <a:cubicBezTo>
                      <a:pt x="710" y="695"/>
                      <a:pt x="841" y="627"/>
                      <a:pt x="972" y="559"/>
                    </a:cubicBezTo>
                    <a:cubicBezTo>
                      <a:pt x="1013" y="572"/>
                      <a:pt x="1060" y="570"/>
                      <a:pt x="1099" y="550"/>
                    </a:cubicBezTo>
                    <a:cubicBezTo>
                      <a:pt x="1118" y="540"/>
                      <a:pt x="1136" y="523"/>
                      <a:pt x="1138" y="500"/>
                    </a:cubicBezTo>
                    <a:cubicBezTo>
                      <a:pt x="1141" y="479"/>
                      <a:pt x="1126" y="460"/>
                      <a:pt x="1110" y="448"/>
                    </a:cubicBezTo>
                    <a:cubicBezTo>
                      <a:pt x="1077" y="426"/>
                      <a:pt x="1035" y="421"/>
                      <a:pt x="996" y="427"/>
                    </a:cubicBezTo>
                    <a:cubicBezTo>
                      <a:pt x="968" y="432"/>
                      <a:pt x="940" y="443"/>
                      <a:pt x="922" y="466"/>
                    </a:cubicBezTo>
                    <a:cubicBezTo>
                      <a:pt x="911" y="480"/>
                      <a:pt x="908" y="499"/>
                      <a:pt x="916" y="516"/>
                    </a:cubicBezTo>
                    <a:cubicBezTo>
                      <a:pt x="784" y="584"/>
                      <a:pt x="652" y="652"/>
                      <a:pt x="521" y="721"/>
                    </a:cubicBezTo>
                    <a:cubicBezTo>
                      <a:pt x="509" y="725"/>
                      <a:pt x="500" y="736"/>
                      <a:pt x="500" y="749"/>
                    </a:cubicBezTo>
                    <a:cubicBezTo>
                      <a:pt x="422" y="715"/>
                      <a:pt x="346" y="677"/>
                      <a:pt x="269" y="641"/>
                    </a:cubicBezTo>
                    <a:cubicBezTo>
                      <a:pt x="189" y="602"/>
                      <a:pt x="108" y="564"/>
                      <a:pt x="28" y="526"/>
                    </a:cubicBezTo>
                    <a:cubicBezTo>
                      <a:pt x="15" y="520"/>
                      <a:pt x="0" y="509"/>
                      <a:pt x="1" y="493"/>
                    </a:cubicBezTo>
                    <a:cubicBezTo>
                      <a:pt x="3" y="478"/>
                      <a:pt x="18" y="469"/>
                      <a:pt x="31" y="463"/>
                    </a:cubicBezTo>
                    <a:cubicBezTo>
                      <a:pt x="335" y="318"/>
                      <a:pt x="640" y="173"/>
                      <a:pt x="944" y="2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  <p:sp>
            <p:nvSpPr>
              <p:cNvPr id="31" name="Freeform 28"/>
              <p:cNvSpPr/>
              <p:nvPr/>
            </p:nvSpPr>
            <p:spPr bwMode="auto">
              <a:xfrm>
                <a:off x="2773363" y="2760663"/>
                <a:ext cx="236538" cy="971550"/>
              </a:xfrm>
              <a:custGeom>
                <a:avLst/>
                <a:gdLst>
                  <a:gd name="T0" fmla="*/ 0 w 87"/>
                  <a:gd name="T1" fmla="*/ 0 h 359"/>
                  <a:gd name="T2" fmla="*/ 87 w 87"/>
                  <a:gd name="T3" fmla="*/ 42 h 359"/>
                  <a:gd name="T4" fmla="*/ 48 w 87"/>
                  <a:gd name="T5" fmla="*/ 359 h 359"/>
                  <a:gd name="T6" fmla="*/ 0 w 87"/>
                  <a:gd name="T7" fmla="*/ 252 h 359"/>
                  <a:gd name="T8" fmla="*/ 0 w 87"/>
                  <a:gd name="T9" fmla="*/ 0 h 3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7" h="359">
                    <a:moveTo>
                      <a:pt x="0" y="0"/>
                    </a:moveTo>
                    <a:cubicBezTo>
                      <a:pt x="29" y="14"/>
                      <a:pt x="58" y="28"/>
                      <a:pt x="87" y="42"/>
                    </a:cubicBezTo>
                    <a:cubicBezTo>
                      <a:pt x="74" y="148"/>
                      <a:pt x="61" y="253"/>
                      <a:pt x="48" y="359"/>
                    </a:cubicBezTo>
                    <a:cubicBezTo>
                      <a:pt x="23" y="328"/>
                      <a:pt x="0" y="293"/>
                      <a:pt x="0" y="252"/>
                    </a:cubicBezTo>
                    <a:cubicBezTo>
                      <a:pt x="1" y="168"/>
                      <a:pt x="0" y="8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  <p:sp>
            <p:nvSpPr>
              <p:cNvPr id="32" name="Freeform 29"/>
              <p:cNvSpPr/>
              <p:nvPr/>
            </p:nvSpPr>
            <p:spPr bwMode="auto">
              <a:xfrm>
                <a:off x="3363913" y="2768600"/>
                <a:ext cx="2900363" cy="1693863"/>
              </a:xfrm>
              <a:custGeom>
                <a:avLst/>
                <a:gdLst>
                  <a:gd name="T0" fmla="*/ 496 w 1067"/>
                  <a:gd name="T1" fmla="*/ 275 h 625"/>
                  <a:gd name="T2" fmla="*/ 1067 w 1067"/>
                  <a:gd name="T3" fmla="*/ 0 h 625"/>
                  <a:gd name="T4" fmla="*/ 1067 w 1067"/>
                  <a:gd name="T5" fmla="*/ 253 h 625"/>
                  <a:gd name="T6" fmla="*/ 1022 w 1067"/>
                  <a:gd name="T7" fmla="*/ 353 h 625"/>
                  <a:gd name="T8" fmla="*/ 871 w 1067"/>
                  <a:gd name="T9" fmla="*/ 479 h 625"/>
                  <a:gd name="T10" fmla="*/ 285 w 1067"/>
                  <a:gd name="T11" fmla="*/ 591 h 625"/>
                  <a:gd name="T12" fmla="*/ 52 w 1067"/>
                  <a:gd name="T13" fmla="*/ 518 h 625"/>
                  <a:gd name="T14" fmla="*/ 0 w 1067"/>
                  <a:gd name="T15" fmla="*/ 101 h 625"/>
                  <a:gd name="T16" fmla="*/ 356 w 1067"/>
                  <a:gd name="T17" fmla="*/ 273 h 625"/>
                  <a:gd name="T18" fmla="*/ 496 w 1067"/>
                  <a:gd name="T19" fmla="*/ 275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67" h="625">
                    <a:moveTo>
                      <a:pt x="496" y="275"/>
                    </a:moveTo>
                    <a:cubicBezTo>
                      <a:pt x="686" y="184"/>
                      <a:pt x="876" y="92"/>
                      <a:pt x="1067" y="0"/>
                    </a:cubicBezTo>
                    <a:cubicBezTo>
                      <a:pt x="1066" y="85"/>
                      <a:pt x="1067" y="169"/>
                      <a:pt x="1067" y="253"/>
                    </a:cubicBezTo>
                    <a:cubicBezTo>
                      <a:pt x="1065" y="291"/>
                      <a:pt x="1044" y="324"/>
                      <a:pt x="1022" y="353"/>
                    </a:cubicBezTo>
                    <a:cubicBezTo>
                      <a:pt x="980" y="404"/>
                      <a:pt x="927" y="445"/>
                      <a:pt x="871" y="479"/>
                    </a:cubicBezTo>
                    <a:cubicBezTo>
                      <a:pt x="697" y="583"/>
                      <a:pt x="486" y="625"/>
                      <a:pt x="285" y="591"/>
                    </a:cubicBezTo>
                    <a:cubicBezTo>
                      <a:pt x="204" y="578"/>
                      <a:pt x="126" y="552"/>
                      <a:pt x="52" y="518"/>
                    </a:cubicBezTo>
                    <a:cubicBezTo>
                      <a:pt x="34" y="379"/>
                      <a:pt x="17" y="240"/>
                      <a:pt x="0" y="101"/>
                    </a:cubicBezTo>
                    <a:cubicBezTo>
                      <a:pt x="118" y="159"/>
                      <a:pt x="238" y="216"/>
                      <a:pt x="356" y="273"/>
                    </a:cubicBezTo>
                    <a:cubicBezTo>
                      <a:pt x="400" y="295"/>
                      <a:pt x="452" y="297"/>
                      <a:pt x="496" y="27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  <p:sp>
            <p:nvSpPr>
              <p:cNvPr id="33" name="Freeform 30"/>
              <p:cNvSpPr/>
              <p:nvPr/>
            </p:nvSpPr>
            <p:spPr bwMode="auto">
              <a:xfrm>
                <a:off x="2974975" y="2955925"/>
                <a:ext cx="404813" cy="1728788"/>
              </a:xfrm>
              <a:custGeom>
                <a:avLst/>
                <a:gdLst>
                  <a:gd name="T0" fmla="*/ 0 w 149"/>
                  <a:gd name="T1" fmla="*/ 568 h 638"/>
                  <a:gd name="T2" fmla="*/ 74 w 149"/>
                  <a:gd name="T3" fmla="*/ 0 h 638"/>
                  <a:gd name="T4" fmla="*/ 145 w 149"/>
                  <a:gd name="T5" fmla="*/ 538 h 638"/>
                  <a:gd name="T6" fmla="*/ 149 w 149"/>
                  <a:gd name="T7" fmla="*/ 572 h 638"/>
                  <a:gd name="T8" fmla="*/ 101 w 149"/>
                  <a:gd name="T9" fmla="*/ 629 h 638"/>
                  <a:gd name="T10" fmla="*/ 27 w 149"/>
                  <a:gd name="T11" fmla="*/ 617 h 638"/>
                  <a:gd name="T12" fmla="*/ 0 w 149"/>
                  <a:gd name="T13" fmla="*/ 568 h 6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9" h="638">
                    <a:moveTo>
                      <a:pt x="0" y="568"/>
                    </a:moveTo>
                    <a:cubicBezTo>
                      <a:pt x="24" y="379"/>
                      <a:pt x="49" y="190"/>
                      <a:pt x="74" y="0"/>
                    </a:cubicBezTo>
                    <a:cubicBezTo>
                      <a:pt x="98" y="180"/>
                      <a:pt x="121" y="359"/>
                      <a:pt x="145" y="538"/>
                    </a:cubicBezTo>
                    <a:cubicBezTo>
                      <a:pt x="146" y="549"/>
                      <a:pt x="148" y="560"/>
                      <a:pt x="149" y="572"/>
                    </a:cubicBezTo>
                    <a:cubicBezTo>
                      <a:pt x="142" y="596"/>
                      <a:pt x="126" y="620"/>
                      <a:pt x="101" y="629"/>
                    </a:cubicBezTo>
                    <a:cubicBezTo>
                      <a:pt x="77" y="638"/>
                      <a:pt x="47" y="635"/>
                      <a:pt x="27" y="617"/>
                    </a:cubicBezTo>
                    <a:cubicBezTo>
                      <a:pt x="13" y="605"/>
                      <a:pt x="2" y="587"/>
                      <a:pt x="0" y="5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</p:grpSp>
      </p:grpSp>
      <p:sp>
        <p:nvSpPr>
          <p:cNvPr id="20" name="文本框 19"/>
          <p:cNvSpPr txBox="1"/>
          <p:nvPr/>
        </p:nvSpPr>
        <p:spPr>
          <a:xfrm>
            <a:off x="1329771" y="3117441"/>
            <a:ext cx="1831637" cy="1430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700" b="1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02</a:t>
            </a:r>
            <a:endParaRPr lang="zh-CN" altLang="en-US" sz="87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249911" y="3484686"/>
            <a:ext cx="411587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个人任务展示</a:t>
            </a:r>
            <a:endParaRPr lang="en-US" altLang="zh-CN" sz="3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3500" b="1" dirty="0">
                <a:solidFill>
                  <a:schemeClr val="bg1"/>
                </a:solidFill>
              </a:rPr>
              <a:t>Personal Task display</a:t>
            </a:r>
            <a:endParaRPr lang="en-US" altLang="zh-CN" sz="3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/>
          <p:cNvSpPr/>
          <p:nvPr/>
        </p:nvSpPr>
        <p:spPr>
          <a:xfrm>
            <a:off x="241269" y="2852479"/>
            <a:ext cx="8661461" cy="3721942"/>
          </a:xfrm>
          <a:prstGeom prst="rect">
            <a:avLst/>
          </a:prstGeom>
          <a:solidFill>
            <a:srgbClr val="089DA3"/>
          </a:solidFill>
          <a:ln>
            <a:noFill/>
          </a:ln>
          <a:effectLst>
            <a:outerShdw blurRad="50800" dist="25400" sx="102000" sy="102000" algn="ctr" rotWithShape="0">
              <a:schemeClr val="bg1">
                <a:lumMod val="65000"/>
                <a:alpha val="3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40" name="Freeform 791">
            <a:extLst>
              <a:ext uri="{FF2B5EF4-FFF2-40B4-BE49-F238E27FC236}">
                <a16:creationId xmlns:a16="http://schemas.microsoft.com/office/drawing/2014/main" id="{D1A0179B-4FF6-4583-8246-FF66256F0334}"/>
              </a:ext>
            </a:extLst>
          </p:cNvPr>
          <p:cNvSpPr/>
          <p:nvPr/>
        </p:nvSpPr>
        <p:spPr bwMode="auto">
          <a:xfrm>
            <a:off x="241269" y="1585645"/>
            <a:ext cx="8661461" cy="900000"/>
          </a:xfrm>
          <a:custGeom>
            <a:avLst/>
            <a:gdLst/>
            <a:ahLst/>
            <a:cxnLst>
              <a:cxn ang="0">
                <a:pos x="996" y="109"/>
              </a:cxn>
              <a:cxn ang="0">
                <a:pos x="499" y="109"/>
              </a:cxn>
              <a:cxn ang="0">
                <a:pos x="0" y="109"/>
              </a:cxn>
              <a:cxn ang="0">
                <a:pos x="45" y="54"/>
              </a:cxn>
              <a:cxn ang="0">
                <a:pos x="0" y="0"/>
              </a:cxn>
              <a:cxn ang="0">
                <a:pos x="499" y="0"/>
              </a:cxn>
              <a:cxn ang="0">
                <a:pos x="996" y="0"/>
              </a:cxn>
              <a:cxn ang="0">
                <a:pos x="1041" y="54"/>
              </a:cxn>
              <a:cxn ang="0">
                <a:pos x="996" y="109"/>
              </a:cxn>
            </a:cxnLst>
            <a:rect l="0" t="0" r="r" b="b"/>
            <a:pathLst>
              <a:path w="1041" h="109">
                <a:moveTo>
                  <a:pt x="996" y="109"/>
                </a:moveTo>
                <a:lnTo>
                  <a:pt x="499" y="109"/>
                </a:lnTo>
                <a:lnTo>
                  <a:pt x="0" y="109"/>
                </a:lnTo>
                <a:lnTo>
                  <a:pt x="45" y="54"/>
                </a:lnTo>
                <a:lnTo>
                  <a:pt x="0" y="0"/>
                </a:lnTo>
                <a:lnTo>
                  <a:pt x="499" y="0"/>
                </a:lnTo>
                <a:lnTo>
                  <a:pt x="996" y="0"/>
                </a:lnTo>
                <a:lnTo>
                  <a:pt x="1041" y="54"/>
                </a:lnTo>
                <a:lnTo>
                  <a:pt x="996" y="109"/>
                </a:lnTo>
                <a:close/>
              </a:path>
            </a:pathLst>
          </a:custGeom>
          <a:solidFill>
            <a:srgbClr val="12389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97D5DB9-2E89-468C-960A-4A0D9C4623C7}"/>
              </a:ext>
            </a:extLst>
          </p:cNvPr>
          <p:cNvGrpSpPr>
            <a:grpSpLocks/>
          </p:cNvGrpSpPr>
          <p:nvPr/>
        </p:nvGrpSpPr>
        <p:grpSpPr>
          <a:xfrm>
            <a:off x="1097275" y="1662892"/>
            <a:ext cx="720000" cy="648000"/>
            <a:chOff x="537428" y="2320416"/>
            <a:chExt cx="3420000" cy="3420000"/>
          </a:xfrm>
        </p:grpSpPr>
        <p:grpSp>
          <p:nvGrpSpPr>
            <p:cNvPr id="22" name="组合 21"/>
            <p:cNvGrpSpPr/>
            <p:nvPr/>
          </p:nvGrpSpPr>
          <p:grpSpPr>
            <a:xfrm>
              <a:off x="537428" y="2320416"/>
              <a:ext cx="3420000" cy="3420000"/>
              <a:chOff x="1245373" y="996543"/>
              <a:chExt cx="5002306" cy="4970205"/>
            </a:xfrm>
          </p:grpSpPr>
          <p:sp>
            <p:nvSpPr>
              <p:cNvPr id="23" name="任意多边形 22"/>
              <p:cNvSpPr/>
              <p:nvPr/>
            </p:nvSpPr>
            <p:spPr>
              <a:xfrm flipV="1">
                <a:off x="1245373" y="1632022"/>
                <a:ext cx="1710690" cy="895350"/>
              </a:xfrm>
              <a:custGeom>
                <a:avLst/>
                <a:gdLst>
                  <a:gd name="connsiteX0" fmla="*/ 0 w 1657350"/>
                  <a:gd name="connsiteY0" fmla="*/ 895350 h 895350"/>
                  <a:gd name="connsiteX1" fmla="*/ 1657350 w 1657350"/>
                  <a:gd name="connsiteY1" fmla="*/ 895350 h 895350"/>
                  <a:gd name="connsiteX2" fmla="*/ 1657350 w 1657350"/>
                  <a:gd name="connsiteY2" fmla="*/ 25493 h 895350"/>
                  <a:gd name="connsiteX3" fmla="*/ 519303 w 1657350"/>
                  <a:gd name="connsiteY3" fmla="*/ 0 h 895350"/>
                  <a:gd name="connsiteX4" fmla="*/ 0 w 1657350"/>
                  <a:gd name="connsiteY4" fmla="*/ 895350 h 895350"/>
                  <a:gd name="connsiteX0-1" fmla="*/ 1657350 w 1748790"/>
                  <a:gd name="connsiteY0-2" fmla="*/ 25493 h 986790"/>
                  <a:gd name="connsiteX1-3" fmla="*/ 519303 w 1748790"/>
                  <a:gd name="connsiteY1-4" fmla="*/ 0 h 986790"/>
                  <a:gd name="connsiteX2-5" fmla="*/ 0 w 1748790"/>
                  <a:gd name="connsiteY2-6" fmla="*/ 895350 h 986790"/>
                  <a:gd name="connsiteX3-7" fmla="*/ 1748790 w 1748790"/>
                  <a:gd name="connsiteY3-8" fmla="*/ 986790 h 986790"/>
                  <a:gd name="connsiteX0-9" fmla="*/ 1657350 w 1710690"/>
                  <a:gd name="connsiteY0-10" fmla="*/ 25493 h 895350"/>
                  <a:gd name="connsiteX1-11" fmla="*/ 519303 w 1710690"/>
                  <a:gd name="connsiteY1-12" fmla="*/ 0 h 895350"/>
                  <a:gd name="connsiteX2-13" fmla="*/ 0 w 1710690"/>
                  <a:gd name="connsiteY2-14" fmla="*/ 895350 h 895350"/>
                  <a:gd name="connsiteX3-15" fmla="*/ 1710690 w 1710690"/>
                  <a:gd name="connsiteY3-16" fmla="*/ 891540 h 895350"/>
                  <a:gd name="connsiteX0-17" fmla="*/ 1657350 w 1710690"/>
                  <a:gd name="connsiteY0-18" fmla="*/ 0 h 896751"/>
                  <a:gd name="connsiteX1-19" fmla="*/ 519303 w 1710690"/>
                  <a:gd name="connsiteY1-20" fmla="*/ 1401 h 896751"/>
                  <a:gd name="connsiteX2-21" fmla="*/ 0 w 1710690"/>
                  <a:gd name="connsiteY2-22" fmla="*/ 896751 h 896751"/>
                  <a:gd name="connsiteX3-23" fmla="*/ 1710690 w 1710690"/>
                  <a:gd name="connsiteY3-24" fmla="*/ 892941 h 896751"/>
                  <a:gd name="connsiteX0-25" fmla="*/ 519303 w 1710690"/>
                  <a:gd name="connsiteY0-26" fmla="*/ 0 h 895350"/>
                  <a:gd name="connsiteX1-27" fmla="*/ 0 w 1710690"/>
                  <a:gd name="connsiteY1-28" fmla="*/ 895350 h 895350"/>
                  <a:gd name="connsiteX2-29" fmla="*/ 1710690 w 1710690"/>
                  <a:gd name="connsiteY2-30" fmla="*/ 891540 h 89535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710690" h="895350">
                    <a:moveTo>
                      <a:pt x="519303" y="0"/>
                    </a:moveTo>
                    <a:lnTo>
                      <a:pt x="0" y="895350"/>
                    </a:lnTo>
                    <a:lnTo>
                      <a:pt x="1710690" y="891540"/>
                    </a:lnTo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 flipV="1">
                <a:off x="2568775" y="3966812"/>
                <a:ext cx="2359540" cy="1999936"/>
              </a:xfrm>
              <a:custGeom>
                <a:avLst/>
                <a:gdLst>
                  <a:gd name="connsiteX0" fmla="*/ 0 w 1338835"/>
                  <a:gd name="connsiteY0" fmla="*/ 1154168 h 1154168"/>
                  <a:gd name="connsiteX1" fmla="*/ 1338835 w 1338835"/>
                  <a:gd name="connsiteY1" fmla="*/ 1154168 h 1154168"/>
                  <a:gd name="connsiteX2" fmla="*/ 669417 w 1338835"/>
                  <a:gd name="connsiteY2" fmla="*/ 0 h 1154168"/>
                  <a:gd name="connsiteX3" fmla="*/ 0 w 1338835"/>
                  <a:gd name="connsiteY3" fmla="*/ 1154168 h 1154168"/>
                  <a:gd name="connsiteX0-1" fmla="*/ 1247395 w 1247395"/>
                  <a:gd name="connsiteY0-2" fmla="*/ 1154168 h 1245608"/>
                  <a:gd name="connsiteX1-3" fmla="*/ 577977 w 1247395"/>
                  <a:gd name="connsiteY1-4" fmla="*/ 0 h 1245608"/>
                  <a:gd name="connsiteX2-5" fmla="*/ 0 w 1247395"/>
                  <a:gd name="connsiteY2-6" fmla="*/ 1245608 h 1245608"/>
                  <a:gd name="connsiteX0-7" fmla="*/ 1361695 w 1361695"/>
                  <a:gd name="connsiteY0-8" fmla="*/ 1154168 h 1154168"/>
                  <a:gd name="connsiteX1-9" fmla="*/ 692277 w 1361695"/>
                  <a:gd name="connsiteY1-10" fmla="*/ 0 h 1154168"/>
                  <a:gd name="connsiteX2-11" fmla="*/ 0 w 1361695"/>
                  <a:gd name="connsiteY2-12" fmla="*/ 1150358 h 115416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361695" h="1154168">
                    <a:moveTo>
                      <a:pt x="1361695" y="1154168"/>
                    </a:moveTo>
                    <a:lnTo>
                      <a:pt x="692277" y="0"/>
                    </a:lnTo>
                    <a:cubicBezTo>
                      <a:pt x="469138" y="384723"/>
                      <a:pt x="0" y="1150358"/>
                      <a:pt x="0" y="1150358"/>
                    </a:cubicBezTo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 flipV="1">
                <a:off x="1514403" y="1784421"/>
                <a:ext cx="1438969" cy="711574"/>
              </a:xfrm>
              <a:custGeom>
                <a:avLst/>
                <a:gdLst>
                  <a:gd name="connsiteX0" fmla="*/ 0 w 1401318"/>
                  <a:gd name="connsiteY0" fmla="*/ 597122 h 597122"/>
                  <a:gd name="connsiteX1" fmla="*/ 1401318 w 1401318"/>
                  <a:gd name="connsiteY1" fmla="*/ 597122 h 597122"/>
                  <a:gd name="connsiteX2" fmla="*/ 1401318 w 1401318"/>
                  <a:gd name="connsiteY2" fmla="*/ 0 h 597122"/>
                  <a:gd name="connsiteX3" fmla="*/ 342520 w 1401318"/>
                  <a:gd name="connsiteY3" fmla="*/ 6571 h 597122"/>
                  <a:gd name="connsiteX4" fmla="*/ 0 w 1401318"/>
                  <a:gd name="connsiteY4" fmla="*/ 597122 h 597122"/>
                  <a:gd name="connsiteX0-1" fmla="*/ 1401318 w 1492758"/>
                  <a:gd name="connsiteY0-2" fmla="*/ 0 h 688562"/>
                  <a:gd name="connsiteX1-3" fmla="*/ 342520 w 1492758"/>
                  <a:gd name="connsiteY1-4" fmla="*/ 6571 h 688562"/>
                  <a:gd name="connsiteX2-5" fmla="*/ 0 w 1492758"/>
                  <a:gd name="connsiteY2-6" fmla="*/ 597122 h 688562"/>
                  <a:gd name="connsiteX3-7" fmla="*/ 1492758 w 1492758"/>
                  <a:gd name="connsiteY3-8" fmla="*/ 688562 h 688562"/>
                  <a:gd name="connsiteX0-9" fmla="*/ 1401318 w 1479311"/>
                  <a:gd name="connsiteY0-10" fmla="*/ 0 h 597122"/>
                  <a:gd name="connsiteX1-11" fmla="*/ 342520 w 1479311"/>
                  <a:gd name="connsiteY1-12" fmla="*/ 6571 h 597122"/>
                  <a:gd name="connsiteX2-13" fmla="*/ 0 w 1479311"/>
                  <a:gd name="connsiteY2-14" fmla="*/ 597122 h 597122"/>
                  <a:gd name="connsiteX3-15" fmla="*/ 1479311 w 1479311"/>
                  <a:gd name="connsiteY3-16" fmla="*/ 580985 h 597122"/>
                  <a:gd name="connsiteX0-17" fmla="*/ 1401318 w 1519652"/>
                  <a:gd name="connsiteY0-18" fmla="*/ 0 h 597122"/>
                  <a:gd name="connsiteX1-19" fmla="*/ 342520 w 1519652"/>
                  <a:gd name="connsiteY1-20" fmla="*/ 6571 h 597122"/>
                  <a:gd name="connsiteX2-21" fmla="*/ 0 w 1519652"/>
                  <a:gd name="connsiteY2-22" fmla="*/ 597122 h 597122"/>
                  <a:gd name="connsiteX3-23" fmla="*/ 1519652 w 1519652"/>
                  <a:gd name="connsiteY3-24" fmla="*/ 594432 h 597122"/>
                  <a:gd name="connsiteX0-25" fmla="*/ 1401318 w 1438969"/>
                  <a:gd name="connsiteY0-26" fmla="*/ 0 h 607880"/>
                  <a:gd name="connsiteX1-27" fmla="*/ 342520 w 1438969"/>
                  <a:gd name="connsiteY1-28" fmla="*/ 6571 h 607880"/>
                  <a:gd name="connsiteX2-29" fmla="*/ 0 w 1438969"/>
                  <a:gd name="connsiteY2-30" fmla="*/ 597122 h 607880"/>
                  <a:gd name="connsiteX3-31" fmla="*/ 1438969 w 1438969"/>
                  <a:gd name="connsiteY3-32" fmla="*/ 607880 h 607880"/>
                  <a:gd name="connsiteX0-33" fmla="*/ 1401318 w 1438969"/>
                  <a:gd name="connsiteY0-34" fmla="*/ 0 h 597122"/>
                  <a:gd name="connsiteX1-35" fmla="*/ 342520 w 1438969"/>
                  <a:gd name="connsiteY1-36" fmla="*/ 6571 h 597122"/>
                  <a:gd name="connsiteX2-37" fmla="*/ 0 w 1438969"/>
                  <a:gd name="connsiteY2-38" fmla="*/ 597122 h 597122"/>
                  <a:gd name="connsiteX3-39" fmla="*/ 1438969 w 1438969"/>
                  <a:gd name="connsiteY3-40" fmla="*/ 580986 h 597122"/>
                  <a:gd name="connsiteX0-41" fmla="*/ 1401318 w 1438969"/>
                  <a:gd name="connsiteY0-42" fmla="*/ 0 h 597122"/>
                  <a:gd name="connsiteX1-43" fmla="*/ 342520 w 1438969"/>
                  <a:gd name="connsiteY1-44" fmla="*/ 6571 h 597122"/>
                  <a:gd name="connsiteX2-45" fmla="*/ 0 w 1438969"/>
                  <a:gd name="connsiteY2-46" fmla="*/ 597122 h 597122"/>
                  <a:gd name="connsiteX3-47" fmla="*/ 1438969 w 1438969"/>
                  <a:gd name="connsiteY3-48" fmla="*/ 594433 h 597122"/>
                  <a:gd name="connsiteX0-49" fmla="*/ 1401318 w 1401318"/>
                  <a:gd name="connsiteY0-50" fmla="*/ 0 h 597122"/>
                  <a:gd name="connsiteX1-51" fmla="*/ 342520 w 1401318"/>
                  <a:gd name="connsiteY1-52" fmla="*/ 6571 h 597122"/>
                  <a:gd name="connsiteX2-53" fmla="*/ 0 w 1401318"/>
                  <a:gd name="connsiteY2-54" fmla="*/ 597122 h 597122"/>
                  <a:gd name="connsiteX3-55" fmla="*/ 1385181 w 1401318"/>
                  <a:gd name="connsiteY3-56" fmla="*/ 594433 h 597122"/>
                  <a:gd name="connsiteX0-57" fmla="*/ 1401318 w 1401318"/>
                  <a:gd name="connsiteY0-58" fmla="*/ 0 h 597122"/>
                  <a:gd name="connsiteX1-59" fmla="*/ 342520 w 1401318"/>
                  <a:gd name="connsiteY1-60" fmla="*/ 6571 h 597122"/>
                  <a:gd name="connsiteX2-61" fmla="*/ 0 w 1401318"/>
                  <a:gd name="connsiteY2-62" fmla="*/ 597122 h 597122"/>
                  <a:gd name="connsiteX3-63" fmla="*/ 1398628 w 1401318"/>
                  <a:gd name="connsiteY3-64" fmla="*/ 594433 h 597122"/>
                  <a:gd name="connsiteX0-65" fmla="*/ 1401318 w 1438969"/>
                  <a:gd name="connsiteY0-66" fmla="*/ 0 h 597122"/>
                  <a:gd name="connsiteX1-67" fmla="*/ 342520 w 1438969"/>
                  <a:gd name="connsiteY1-68" fmla="*/ 6571 h 597122"/>
                  <a:gd name="connsiteX2-69" fmla="*/ 0 w 1438969"/>
                  <a:gd name="connsiteY2-70" fmla="*/ 597122 h 597122"/>
                  <a:gd name="connsiteX3-71" fmla="*/ 1438969 w 1438969"/>
                  <a:gd name="connsiteY3-72" fmla="*/ 594433 h 597122"/>
                  <a:gd name="connsiteX0-73" fmla="*/ 342520 w 1438969"/>
                  <a:gd name="connsiteY0-74" fmla="*/ 0 h 590551"/>
                  <a:gd name="connsiteX1-75" fmla="*/ 0 w 1438969"/>
                  <a:gd name="connsiteY1-76" fmla="*/ 590551 h 590551"/>
                  <a:gd name="connsiteX2-77" fmla="*/ 1438969 w 1438969"/>
                  <a:gd name="connsiteY2-78" fmla="*/ 587862 h 590551"/>
                  <a:gd name="connsiteX0-79" fmla="*/ 436650 w 1438969"/>
                  <a:gd name="connsiteY0-80" fmla="*/ 0 h 765363"/>
                  <a:gd name="connsiteX1-81" fmla="*/ 0 w 1438969"/>
                  <a:gd name="connsiteY1-82" fmla="*/ 765363 h 765363"/>
                  <a:gd name="connsiteX2-83" fmla="*/ 1438969 w 1438969"/>
                  <a:gd name="connsiteY2-84" fmla="*/ 762674 h 765363"/>
                  <a:gd name="connsiteX0-85" fmla="*/ 409756 w 1438969"/>
                  <a:gd name="connsiteY0-86" fmla="*/ 0 h 711574"/>
                  <a:gd name="connsiteX1-87" fmla="*/ 0 w 1438969"/>
                  <a:gd name="connsiteY1-88" fmla="*/ 711574 h 711574"/>
                  <a:gd name="connsiteX2-89" fmla="*/ 1438969 w 1438969"/>
                  <a:gd name="connsiteY2-90" fmla="*/ 708885 h 71157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438969" h="711574">
                    <a:moveTo>
                      <a:pt x="409756" y="0"/>
                    </a:moveTo>
                    <a:lnTo>
                      <a:pt x="0" y="711574"/>
                    </a:lnTo>
                    <a:lnTo>
                      <a:pt x="1438969" y="708885"/>
                    </a:lnTo>
                  </a:path>
                </a:pathLst>
              </a:custGeom>
              <a:noFill/>
              <a:ln w="1016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6" name="任意多边形 25"/>
              <p:cNvSpPr/>
              <p:nvPr/>
            </p:nvSpPr>
            <p:spPr>
              <a:xfrm flipV="1">
                <a:off x="2757191" y="4066311"/>
                <a:ext cx="2001754" cy="1719078"/>
              </a:xfrm>
              <a:custGeom>
                <a:avLst/>
                <a:gdLst>
                  <a:gd name="connsiteX0" fmla="*/ 0 w 996314"/>
                  <a:gd name="connsiteY0" fmla="*/ 858892 h 858892"/>
                  <a:gd name="connsiteX1" fmla="*/ 996314 w 996314"/>
                  <a:gd name="connsiteY1" fmla="*/ 858892 h 858892"/>
                  <a:gd name="connsiteX2" fmla="*/ 498157 w 996314"/>
                  <a:gd name="connsiteY2" fmla="*/ 0 h 858892"/>
                  <a:gd name="connsiteX3" fmla="*/ 0 w 996314"/>
                  <a:gd name="connsiteY3" fmla="*/ 858892 h 858892"/>
                  <a:gd name="connsiteX0-1" fmla="*/ 904874 w 904874"/>
                  <a:gd name="connsiteY0-2" fmla="*/ 858892 h 950332"/>
                  <a:gd name="connsiteX1-3" fmla="*/ 406717 w 904874"/>
                  <a:gd name="connsiteY1-4" fmla="*/ 0 h 950332"/>
                  <a:gd name="connsiteX2-5" fmla="*/ 0 w 904874"/>
                  <a:gd name="connsiteY2-6" fmla="*/ 950332 h 950332"/>
                  <a:gd name="connsiteX0-7" fmla="*/ 1000124 w 1000124"/>
                  <a:gd name="connsiteY0-8" fmla="*/ 858892 h 858892"/>
                  <a:gd name="connsiteX1-9" fmla="*/ 501967 w 1000124"/>
                  <a:gd name="connsiteY1-10" fmla="*/ 0 h 858892"/>
                  <a:gd name="connsiteX2-11" fmla="*/ 0 w 1000124"/>
                  <a:gd name="connsiteY2-12" fmla="*/ 855082 h 85889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000124" h="858892">
                    <a:moveTo>
                      <a:pt x="1000124" y="858892"/>
                    </a:moveTo>
                    <a:lnTo>
                      <a:pt x="501967" y="0"/>
                    </a:lnTo>
                    <a:cubicBezTo>
                      <a:pt x="335915" y="286297"/>
                      <a:pt x="0" y="855082"/>
                      <a:pt x="0" y="855082"/>
                    </a:cubicBezTo>
                  </a:path>
                </a:pathLst>
              </a:custGeom>
              <a:noFill/>
              <a:ln w="1016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/>
              </a:p>
            </p:txBody>
          </p:sp>
          <p:sp>
            <p:nvSpPr>
              <p:cNvPr id="27" name="任意多边形 26"/>
              <p:cNvSpPr/>
              <p:nvPr/>
            </p:nvSpPr>
            <p:spPr>
              <a:xfrm flipH="1" flipV="1">
                <a:off x="4536989" y="1632022"/>
                <a:ext cx="1710690" cy="895350"/>
              </a:xfrm>
              <a:custGeom>
                <a:avLst/>
                <a:gdLst>
                  <a:gd name="connsiteX0" fmla="*/ 0 w 1657350"/>
                  <a:gd name="connsiteY0" fmla="*/ 895350 h 895350"/>
                  <a:gd name="connsiteX1" fmla="*/ 1657350 w 1657350"/>
                  <a:gd name="connsiteY1" fmla="*/ 895350 h 895350"/>
                  <a:gd name="connsiteX2" fmla="*/ 1657350 w 1657350"/>
                  <a:gd name="connsiteY2" fmla="*/ 25493 h 895350"/>
                  <a:gd name="connsiteX3" fmla="*/ 519303 w 1657350"/>
                  <a:gd name="connsiteY3" fmla="*/ 0 h 895350"/>
                  <a:gd name="connsiteX4" fmla="*/ 0 w 1657350"/>
                  <a:gd name="connsiteY4" fmla="*/ 895350 h 895350"/>
                  <a:gd name="connsiteX0-1" fmla="*/ 1657350 w 1748790"/>
                  <a:gd name="connsiteY0-2" fmla="*/ 25493 h 986790"/>
                  <a:gd name="connsiteX1-3" fmla="*/ 519303 w 1748790"/>
                  <a:gd name="connsiteY1-4" fmla="*/ 0 h 986790"/>
                  <a:gd name="connsiteX2-5" fmla="*/ 0 w 1748790"/>
                  <a:gd name="connsiteY2-6" fmla="*/ 895350 h 986790"/>
                  <a:gd name="connsiteX3-7" fmla="*/ 1748790 w 1748790"/>
                  <a:gd name="connsiteY3-8" fmla="*/ 986790 h 986790"/>
                  <a:gd name="connsiteX0-9" fmla="*/ 1657350 w 1710690"/>
                  <a:gd name="connsiteY0-10" fmla="*/ 25493 h 895350"/>
                  <a:gd name="connsiteX1-11" fmla="*/ 519303 w 1710690"/>
                  <a:gd name="connsiteY1-12" fmla="*/ 0 h 895350"/>
                  <a:gd name="connsiteX2-13" fmla="*/ 0 w 1710690"/>
                  <a:gd name="connsiteY2-14" fmla="*/ 895350 h 895350"/>
                  <a:gd name="connsiteX3-15" fmla="*/ 1710690 w 1710690"/>
                  <a:gd name="connsiteY3-16" fmla="*/ 891540 h 895350"/>
                  <a:gd name="connsiteX0-17" fmla="*/ 1657350 w 1710690"/>
                  <a:gd name="connsiteY0-18" fmla="*/ 0 h 896751"/>
                  <a:gd name="connsiteX1-19" fmla="*/ 519303 w 1710690"/>
                  <a:gd name="connsiteY1-20" fmla="*/ 1401 h 896751"/>
                  <a:gd name="connsiteX2-21" fmla="*/ 0 w 1710690"/>
                  <a:gd name="connsiteY2-22" fmla="*/ 896751 h 896751"/>
                  <a:gd name="connsiteX3-23" fmla="*/ 1710690 w 1710690"/>
                  <a:gd name="connsiteY3-24" fmla="*/ 892941 h 896751"/>
                  <a:gd name="connsiteX0-25" fmla="*/ 519303 w 1710690"/>
                  <a:gd name="connsiteY0-26" fmla="*/ 0 h 895350"/>
                  <a:gd name="connsiteX1-27" fmla="*/ 0 w 1710690"/>
                  <a:gd name="connsiteY1-28" fmla="*/ 895350 h 895350"/>
                  <a:gd name="connsiteX2-29" fmla="*/ 1710690 w 1710690"/>
                  <a:gd name="connsiteY2-30" fmla="*/ 891540 h 89535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710690" h="895350">
                    <a:moveTo>
                      <a:pt x="519303" y="0"/>
                    </a:moveTo>
                    <a:lnTo>
                      <a:pt x="0" y="895350"/>
                    </a:lnTo>
                    <a:lnTo>
                      <a:pt x="1710690" y="891540"/>
                    </a:lnTo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/>
              </a:p>
            </p:txBody>
          </p:sp>
          <p:sp>
            <p:nvSpPr>
              <p:cNvPr id="28" name="任意多边形 27"/>
              <p:cNvSpPr/>
              <p:nvPr/>
            </p:nvSpPr>
            <p:spPr>
              <a:xfrm flipH="1" flipV="1">
                <a:off x="4534298" y="1784421"/>
                <a:ext cx="1438969" cy="711574"/>
              </a:xfrm>
              <a:custGeom>
                <a:avLst/>
                <a:gdLst>
                  <a:gd name="connsiteX0" fmla="*/ 0 w 1401318"/>
                  <a:gd name="connsiteY0" fmla="*/ 597122 h 597122"/>
                  <a:gd name="connsiteX1" fmla="*/ 1401318 w 1401318"/>
                  <a:gd name="connsiteY1" fmla="*/ 597122 h 597122"/>
                  <a:gd name="connsiteX2" fmla="*/ 1401318 w 1401318"/>
                  <a:gd name="connsiteY2" fmla="*/ 0 h 597122"/>
                  <a:gd name="connsiteX3" fmla="*/ 342520 w 1401318"/>
                  <a:gd name="connsiteY3" fmla="*/ 6571 h 597122"/>
                  <a:gd name="connsiteX4" fmla="*/ 0 w 1401318"/>
                  <a:gd name="connsiteY4" fmla="*/ 597122 h 597122"/>
                  <a:gd name="connsiteX0-1" fmla="*/ 1401318 w 1492758"/>
                  <a:gd name="connsiteY0-2" fmla="*/ 0 h 688562"/>
                  <a:gd name="connsiteX1-3" fmla="*/ 342520 w 1492758"/>
                  <a:gd name="connsiteY1-4" fmla="*/ 6571 h 688562"/>
                  <a:gd name="connsiteX2-5" fmla="*/ 0 w 1492758"/>
                  <a:gd name="connsiteY2-6" fmla="*/ 597122 h 688562"/>
                  <a:gd name="connsiteX3-7" fmla="*/ 1492758 w 1492758"/>
                  <a:gd name="connsiteY3-8" fmla="*/ 688562 h 688562"/>
                  <a:gd name="connsiteX0-9" fmla="*/ 1401318 w 1479311"/>
                  <a:gd name="connsiteY0-10" fmla="*/ 0 h 597122"/>
                  <a:gd name="connsiteX1-11" fmla="*/ 342520 w 1479311"/>
                  <a:gd name="connsiteY1-12" fmla="*/ 6571 h 597122"/>
                  <a:gd name="connsiteX2-13" fmla="*/ 0 w 1479311"/>
                  <a:gd name="connsiteY2-14" fmla="*/ 597122 h 597122"/>
                  <a:gd name="connsiteX3-15" fmla="*/ 1479311 w 1479311"/>
                  <a:gd name="connsiteY3-16" fmla="*/ 580985 h 597122"/>
                  <a:gd name="connsiteX0-17" fmla="*/ 1401318 w 1519652"/>
                  <a:gd name="connsiteY0-18" fmla="*/ 0 h 597122"/>
                  <a:gd name="connsiteX1-19" fmla="*/ 342520 w 1519652"/>
                  <a:gd name="connsiteY1-20" fmla="*/ 6571 h 597122"/>
                  <a:gd name="connsiteX2-21" fmla="*/ 0 w 1519652"/>
                  <a:gd name="connsiteY2-22" fmla="*/ 597122 h 597122"/>
                  <a:gd name="connsiteX3-23" fmla="*/ 1519652 w 1519652"/>
                  <a:gd name="connsiteY3-24" fmla="*/ 594432 h 597122"/>
                  <a:gd name="connsiteX0-25" fmla="*/ 1401318 w 1438969"/>
                  <a:gd name="connsiteY0-26" fmla="*/ 0 h 607880"/>
                  <a:gd name="connsiteX1-27" fmla="*/ 342520 w 1438969"/>
                  <a:gd name="connsiteY1-28" fmla="*/ 6571 h 607880"/>
                  <a:gd name="connsiteX2-29" fmla="*/ 0 w 1438969"/>
                  <a:gd name="connsiteY2-30" fmla="*/ 597122 h 607880"/>
                  <a:gd name="connsiteX3-31" fmla="*/ 1438969 w 1438969"/>
                  <a:gd name="connsiteY3-32" fmla="*/ 607880 h 607880"/>
                  <a:gd name="connsiteX0-33" fmla="*/ 1401318 w 1438969"/>
                  <a:gd name="connsiteY0-34" fmla="*/ 0 h 597122"/>
                  <a:gd name="connsiteX1-35" fmla="*/ 342520 w 1438969"/>
                  <a:gd name="connsiteY1-36" fmla="*/ 6571 h 597122"/>
                  <a:gd name="connsiteX2-37" fmla="*/ 0 w 1438969"/>
                  <a:gd name="connsiteY2-38" fmla="*/ 597122 h 597122"/>
                  <a:gd name="connsiteX3-39" fmla="*/ 1438969 w 1438969"/>
                  <a:gd name="connsiteY3-40" fmla="*/ 580986 h 597122"/>
                  <a:gd name="connsiteX0-41" fmla="*/ 1401318 w 1438969"/>
                  <a:gd name="connsiteY0-42" fmla="*/ 0 h 597122"/>
                  <a:gd name="connsiteX1-43" fmla="*/ 342520 w 1438969"/>
                  <a:gd name="connsiteY1-44" fmla="*/ 6571 h 597122"/>
                  <a:gd name="connsiteX2-45" fmla="*/ 0 w 1438969"/>
                  <a:gd name="connsiteY2-46" fmla="*/ 597122 h 597122"/>
                  <a:gd name="connsiteX3-47" fmla="*/ 1438969 w 1438969"/>
                  <a:gd name="connsiteY3-48" fmla="*/ 594433 h 597122"/>
                  <a:gd name="connsiteX0-49" fmla="*/ 1401318 w 1401318"/>
                  <a:gd name="connsiteY0-50" fmla="*/ 0 h 597122"/>
                  <a:gd name="connsiteX1-51" fmla="*/ 342520 w 1401318"/>
                  <a:gd name="connsiteY1-52" fmla="*/ 6571 h 597122"/>
                  <a:gd name="connsiteX2-53" fmla="*/ 0 w 1401318"/>
                  <a:gd name="connsiteY2-54" fmla="*/ 597122 h 597122"/>
                  <a:gd name="connsiteX3-55" fmla="*/ 1385181 w 1401318"/>
                  <a:gd name="connsiteY3-56" fmla="*/ 594433 h 597122"/>
                  <a:gd name="connsiteX0-57" fmla="*/ 1401318 w 1401318"/>
                  <a:gd name="connsiteY0-58" fmla="*/ 0 h 597122"/>
                  <a:gd name="connsiteX1-59" fmla="*/ 342520 w 1401318"/>
                  <a:gd name="connsiteY1-60" fmla="*/ 6571 h 597122"/>
                  <a:gd name="connsiteX2-61" fmla="*/ 0 w 1401318"/>
                  <a:gd name="connsiteY2-62" fmla="*/ 597122 h 597122"/>
                  <a:gd name="connsiteX3-63" fmla="*/ 1398628 w 1401318"/>
                  <a:gd name="connsiteY3-64" fmla="*/ 594433 h 597122"/>
                  <a:gd name="connsiteX0-65" fmla="*/ 1401318 w 1438969"/>
                  <a:gd name="connsiteY0-66" fmla="*/ 0 h 597122"/>
                  <a:gd name="connsiteX1-67" fmla="*/ 342520 w 1438969"/>
                  <a:gd name="connsiteY1-68" fmla="*/ 6571 h 597122"/>
                  <a:gd name="connsiteX2-69" fmla="*/ 0 w 1438969"/>
                  <a:gd name="connsiteY2-70" fmla="*/ 597122 h 597122"/>
                  <a:gd name="connsiteX3-71" fmla="*/ 1438969 w 1438969"/>
                  <a:gd name="connsiteY3-72" fmla="*/ 594433 h 597122"/>
                  <a:gd name="connsiteX0-73" fmla="*/ 342520 w 1438969"/>
                  <a:gd name="connsiteY0-74" fmla="*/ 0 h 590551"/>
                  <a:gd name="connsiteX1-75" fmla="*/ 0 w 1438969"/>
                  <a:gd name="connsiteY1-76" fmla="*/ 590551 h 590551"/>
                  <a:gd name="connsiteX2-77" fmla="*/ 1438969 w 1438969"/>
                  <a:gd name="connsiteY2-78" fmla="*/ 587862 h 590551"/>
                  <a:gd name="connsiteX0-79" fmla="*/ 436650 w 1438969"/>
                  <a:gd name="connsiteY0-80" fmla="*/ 0 h 765363"/>
                  <a:gd name="connsiteX1-81" fmla="*/ 0 w 1438969"/>
                  <a:gd name="connsiteY1-82" fmla="*/ 765363 h 765363"/>
                  <a:gd name="connsiteX2-83" fmla="*/ 1438969 w 1438969"/>
                  <a:gd name="connsiteY2-84" fmla="*/ 762674 h 765363"/>
                  <a:gd name="connsiteX0-85" fmla="*/ 409756 w 1438969"/>
                  <a:gd name="connsiteY0-86" fmla="*/ 0 h 711574"/>
                  <a:gd name="connsiteX1-87" fmla="*/ 0 w 1438969"/>
                  <a:gd name="connsiteY1-88" fmla="*/ 711574 h 711574"/>
                  <a:gd name="connsiteX2-89" fmla="*/ 1438969 w 1438969"/>
                  <a:gd name="connsiteY2-90" fmla="*/ 708885 h 71157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438969" h="711574">
                    <a:moveTo>
                      <a:pt x="409756" y="0"/>
                    </a:moveTo>
                    <a:lnTo>
                      <a:pt x="0" y="711574"/>
                    </a:lnTo>
                    <a:lnTo>
                      <a:pt x="1438969" y="708885"/>
                    </a:lnTo>
                  </a:path>
                </a:pathLst>
              </a:custGeom>
              <a:noFill/>
              <a:ln w="1016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grpSp>
            <p:nvGrpSpPr>
              <p:cNvPr id="29" name="组合 28"/>
              <p:cNvGrpSpPr/>
              <p:nvPr/>
            </p:nvGrpSpPr>
            <p:grpSpPr>
              <a:xfrm>
                <a:off x="2982602" y="996543"/>
                <a:ext cx="1593372" cy="1133196"/>
                <a:chOff x="1743075" y="720725"/>
                <a:chExt cx="5573713" cy="3963988"/>
              </a:xfrm>
              <a:solidFill>
                <a:schemeClr val="bg1"/>
              </a:solidFill>
            </p:grpSpPr>
            <p:sp>
              <p:nvSpPr>
                <p:cNvPr id="30" name="Freeform 27"/>
                <p:cNvSpPr/>
                <p:nvPr/>
              </p:nvSpPr>
              <p:spPr bwMode="auto">
                <a:xfrm>
                  <a:off x="1743075" y="720725"/>
                  <a:ext cx="5573713" cy="2676525"/>
                </a:xfrm>
                <a:custGeom>
                  <a:avLst/>
                  <a:gdLst>
                    <a:gd name="T0" fmla="*/ 944 w 2050"/>
                    <a:gd name="T1" fmla="*/ 28 h 988"/>
                    <a:gd name="T2" fmla="*/ 1101 w 2050"/>
                    <a:gd name="T3" fmla="*/ 25 h 988"/>
                    <a:gd name="T4" fmla="*/ 2021 w 2050"/>
                    <a:gd name="T5" fmla="*/ 464 h 988"/>
                    <a:gd name="T6" fmla="*/ 2049 w 2050"/>
                    <a:gd name="T7" fmla="*/ 497 h 988"/>
                    <a:gd name="T8" fmla="*/ 2022 w 2050"/>
                    <a:gd name="T9" fmla="*/ 526 h 988"/>
                    <a:gd name="T10" fmla="*/ 1090 w 2050"/>
                    <a:gd name="T11" fmla="*/ 970 h 988"/>
                    <a:gd name="T12" fmla="*/ 966 w 2050"/>
                    <a:gd name="T13" fmla="*/ 973 h 988"/>
                    <a:gd name="T14" fmla="*/ 637 w 2050"/>
                    <a:gd name="T15" fmla="*/ 817 h 988"/>
                    <a:gd name="T16" fmla="*/ 573 w 2050"/>
                    <a:gd name="T17" fmla="*/ 784 h 988"/>
                    <a:gd name="T18" fmla="*/ 579 w 2050"/>
                    <a:gd name="T19" fmla="*/ 763 h 988"/>
                    <a:gd name="T20" fmla="*/ 972 w 2050"/>
                    <a:gd name="T21" fmla="*/ 559 h 988"/>
                    <a:gd name="T22" fmla="*/ 1099 w 2050"/>
                    <a:gd name="T23" fmla="*/ 550 h 988"/>
                    <a:gd name="T24" fmla="*/ 1138 w 2050"/>
                    <a:gd name="T25" fmla="*/ 500 h 988"/>
                    <a:gd name="T26" fmla="*/ 1110 w 2050"/>
                    <a:gd name="T27" fmla="*/ 448 h 988"/>
                    <a:gd name="T28" fmla="*/ 996 w 2050"/>
                    <a:gd name="T29" fmla="*/ 427 h 988"/>
                    <a:gd name="T30" fmla="*/ 922 w 2050"/>
                    <a:gd name="T31" fmla="*/ 466 h 988"/>
                    <a:gd name="T32" fmla="*/ 916 w 2050"/>
                    <a:gd name="T33" fmla="*/ 516 h 988"/>
                    <a:gd name="T34" fmla="*/ 521 w 2050"/>
                    <a:gd name="T35" fmla="*/ 721 h 988"/>
                    <a:gd name="T36" fmla="*/ 500 w 2050"/>
                    <a:gd name="T37" fmla="*/ 749 h 988"/>
                    <a:gd name="T38" fmla="*/ 269 w 2050"/>
                    <a:gd name="T39" fmla="*/ 641 h 988"/>
                    <a:gd name="T40" fmla="*/ 28 w 2050"/>
                    <a:gd name="T41" fmla="*/ 526 h 988"/>
                    <a:gd name="T42" fmla="*/ 1 w 2050"/>
                    <a:gd name="T43" fmla="*/ 493 h 988"/>
                    <a:gd name="T44" fmla="*/ 31 w 2050"/>
                    <a:gd name="T45" fmla="*/ 463 h 988"/>
                    <a:gd name="T46" fmla="*/ 944 w 2050"/>
                    <a:gd name="T47" fmla="*/ 28 h 9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2050" h="988">
                      <a:moveTo>
                        <a:pt x="944" y="28"/>
                      </a:moveTo>
                      <a:cubicBezTo>
                        <a:pt x="992" y="1"/>
                        <a:pt x="1053" y="0"/>
                        <a:pt x="1101" y="25"/>
                      </a:cubicBezTo>
                      <a:cubicBezTo>
                        <a:pt x="1408" y="172"/>
                        <a:pt x="1715" y="318"/>
                        <a:pt x="2021" y="464"/>
                      </a:cubicBezTo>
                      <a:cubicBezTo>
                        <a:pt x="2035" y="470"/>
                        <a:pt x="2050" y="481"/>
                        <a:pt x="2049" y="497"/>
                      </a:cubicBezTo>
                      <a:cubicBezTo>
                        <a:pt x="2047" y="512"/>
                        <a:pt x="2034" y="521"/>
                        <a:pt x="2022" y="526"/>
                      </a:cubicBezTo>
                      <a:cubicBezTo>
                        <a:pt x="1711" y="674"/>
                        <a:pt x="1400" y="822"/>
                        <a:pt x="1090" y="970"/>
                      </a:cubicBezTo>
                      <a:cubicBezTo>
                        <a:pt x="1051" y="988"/>
                        <a:pt x="1005" y="988"/>
                        <a:pt x="966" y="973"/>
                      </a:cubicBezTo>
                      <a:cubicBezTo>
                        <a:pt x="856" y="921"/>
                        <a:pt x="747" y="869"/>
                        <a:pt x="637" y="817"/>
                      </a:cubicBezTo>
                      <a:cubicBezTo>
                        <a:pt x="616" y="806"/>
                        <a:pt x="594" y="797"/>
                        <a:pt x="573" y="784"/>
                      </a:cubicBezTo>
                      <a:cubicBezTo>
                        <a:pt x="567" y="777"/>
                        <a:pt x="570" y="766"/>
                        <a:pt x="579" y="763"/>
                      </a:cubicBezTo>
                      <a:cubicBezTo>
                        <a:pt x="710" y="695"/>
                        <a:pt x="841" y="627"/>
                        <a:pt x="972" y="559"/>
                      </a:cubicBezTo>
                      <a:cubicBezTo>
                        <a:pt x="1013" y="572"/>
                        <a:pt x="1060" y="570"/>
                        <a:pt x="1099" y="550"/>
                      </a:cubicBezTo>
                      <a:cubicBezTo>
                        <a:pt x="1118" y="540"/>
                        <a:pt x="1136" y="523"/>
                        <a:pt x="1138" y="500"/>
                      </a:cubicBezTo>
                      <a:cubicBezTo>
                        <a:pt x="1141" y="479"/>
                        <a:pt x="1126" y="460"/>
                        <a:pt x="1110" y="448"/>
                      </a:cubicBezTo>
                      <a:cubicBezTo>
                        <a:pt x="1077" y="426"/>
                        <a:pt x="1035" y="421"/>
                        <a:pt x="996" y="427"/>
                      </a:cubicBezTo>
                      <a:cubicBezTo>
                        <a:pt x="968" y="432"/>
                        <a:pt x="940" y="443"/>
                        <a:pt x="922" y="466"/>
                      </a:cubicBezTo>
                      <a:cubicBezTo>
                        <a:pt x="911" y="480"/>
                        <a:pt x="908" y="499"/>
                        <a:pt x="916" y="516"/>
                      </a:cubicBezTo>
                      <a:cubicBezTo>
                        <a:pt x="784" y="584"/>
                        <a:pt x="652" y="652"/>
                        <a:pt x="521" y="721"/>
                      </a:cubicBezTo>
                      <a:cubicBezTo>
                        <a:pt x="509" y="725"/>
                        <a:pt x="500" y="736"/>
                        <a:pt x="500" y="749"/>
                      </a:cubicBezTo>
                      <a:cubicBezTo>
                        <a:pt x="422" y="715"/>
                        <a:pt x="346" y="677"/>
                        <a:pt x="269" y="641"/>
                      </a:cubicBezTo>
                      <a:cubicBezTo>
                        <a:pt x="189" y="602"/>
                        <a:pt x="108" y="564"/>
                        <a:pt x="28" y="526"/>
                      </a:cubicBezTo>
                      <a:cubicBezTo>
                        <a:pt x="15" y="520"/>
                        <a:pt x="0" y="509"/>
                        <a:pt x="1" y="493"/>
                      </a:cubicBezTo>
                      <a:cubicBezTo>
                        <a:pt x="3" y="478"/>
                        <a:pt x="18" y="469"/>
                        <a:pt x="31" y="463"/>
                      </a:cubicBezTo>
                      <a:cubicBezTo>
                        <a:pt x="335" y="318"/>
                        <a:pt x="640" y="173"/>
                        <a:pt x="944" y="2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350" dirty="0">
                    <a:solidFill>
                      <a:srgbClr val="222524"/>
                    </a:solidFill>
                  </a:endParaRPr>
                </a:p>
              </p:txBody>
            </p:sp>
            <p:sp>
              <p:nvSpPr>
                <p:cNvPr id="31" name="Freeform 28"/>
                <p:cNvSpPr/>
                <p:nvPr/>
              </p:nvSpPr>
              <p:spPr bwMode="auto">
                <a:xfrm>
                  <a:off x="2773363" y="2760663"/>
                  <a:ext cx="236538" cy="971550"/>
                </a:xfrm>
                <a:custGeom>
                  <a:avLst/>
                  <a:gdLst>
                    <a:gd name="T0" fmla="*/ 0 w 87"/>
                    <a:gd name="T1" fmla="*/ 0 h 359"/>
                    <a:gd name="T2" fmla="*/ 87 w 87"/>
                    <a:gd name="T3" fmla="*/ 42 h 359"/>
                    <a:gd name="T4" fmla="*/ 48 w 87"/>
                    <a:gd name="T5" fmla="*/ 359 h 359"/>
                    <a:gd name="T6" fmla="*/ 0 w 87"/>
                    <a:gd name="T7" fmla="*/ 252 h 359"/>
                    <a:gd name="T8" fmla="*/ 0 w 87"/>
                    <a:gd name="T9" fmla="*/ 0 h 3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359">
                      <a:moveTo>
                        <a:pt x="0" y="0"/>
                      </a:moveTo>
                      <a:cubicBezTo>
                        <a:pt x="29" y="14"/>
                        <a:pt x="58" y="28"/>
                        <a:pt x="87" y="42"/>
                      </a:cubicBezTo>
                      <a:cubicBezTo>
                        <a:pt x="74" y="148"/>
                        <a:pt x="61" y="253"/>
                        <a:pt x="48" y="359"/>
                      </a:cubicBezTo>
                      <a:cubicBezTo>
                        <a:pt x="23" y="328"/>
                        <a:pt x="0" y="293"/>
                        <a:pt x="0" y="252"/>
                      </a:cubicBezTo>
                      <a:cubicBezTo>
                        <a:pt x="1" y="168"/>
                        <a:pt x="0" y="8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350">
                    <a:solidFill>
                      <a:srgbClr val="222524"/>
                    </a:solidFill>
                  </a:endParaRPr>
                </a:p>
              </p:txBody>
            </p:sp>
            <p:sp>
              <p:nvSpPr>
                <p:cNvPr id="32" name="Freeform 29"/>
                <p:cNvSpPr/>
                <p:nvPr/>
              </p:nvSpPr>
              <p:spPr bwMode="auto">
                <a:xfrm>
                  <a:off x="3363913" y="2768600"/>
                  <a:ext cx="2900363" cy="1693863"/>
                </a:xfrm>
                <a:custGeom>
                  <a:avLst/>
                  <a:gdLst>
                    <a:gd name="T0" fmla="*/ 496 w 1067"/>
                    <a:gd name="T1" fmla="*/ 275 h 625"/>
                    <a:gd name="T2" fmla="*/ 1067 w 1067"/>
                    <a:gd name="T3" fmla="*/ 0 h 625"/>
                    <a:gd name="T4" fmla="*/ 1067 w 1067"/>
                    <a:gd name="T5" fmla="*/ 253 h 625"/>
                    <a:gd name="T6" fmla="*/ 1022 w 1067"/>
                    <a:gd name="T7" fmla="*/ 353 h 625"/>
                    <a:gd name="T8" fmla="*/ 871 w 1067"/>
                    <a:gd name="T9" fmla="*/ 479 h 625"/>
                    <a:gd name="T10" fmla="*/ 285 w 1067"/>
                    <a:gd name="T11" fmla="*/ 591 h 625"/>
                    <a:gd name="T12" fmla="*/ 52 w 1067"/>
                    <a:gd name="T13" fmla="*/ 518 h 625"/>
                    <a:gd name="T14" fmla="*/ 0 w 1067"/>
                    <a:gd name="T15" fmla="*/ 101 h 625"/>
                    <a:gd name="T16" fmla="*/ 356 w 1067"/>
                    <a:gd name="T17" fmla="*/ 273 h 625"/>
                    <a:gd name="T18" fmla="*/ 496 w 1067"/>
                    <a:gd name="T19" fmla="*/ 275 h 6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67" h="625">
                      <a:moveTo>
                        <a:pt x="496" y="275"/>
                      </a:moveTo>
                      <a:cubicBezTo>
                        <a:pt x="686" y="184"/>
                        <a:pt x="876" y="92"/>
                        <a:pt x="1067" y="0"/>
                      </a:cubicBezTo>
                      <a:cubicBezTo>
                        <a:pt x="1066" y="85"/>
                        <a:pt x="1067" y="169"/>
                        <a:pt x="1067" y="253"/>
                      </a:cubicBezTo>
                      <a:cubicBezTo>
                        <a:pt x="1065" y="291"/>
                        <a:pt x="1044" y="324"/>
                        <a:pt x="1022" y="353"/>
                      </a:cubicBezTo>
                      <a:cubicBezTo>
                        <a:pt x="980" y="404"/>
                        <a:pt x="927" y="445"/>
                        <a:pt x="871" y="479"/>
                      </a:cubicBezTo>
                      <a:cubicBezTo>
                        <a:pt x="697" y="583"/>
                        <a:pt x="486" y="625"/>
                        <a:pt x="285" y="591"/>
                      </a:cubicBezTo>
                      <a:cubicBezTo>
                        <a:pt x="204" y="578"/>
                        <a:pt x="126" y="552"/>
                        <a:pt x="52" y="518"/>
                      </a:cubicBezTo>
                      <a:cubicBezTo>
                        <a:pt x="34" y="379"/>
                        <a:pt x="17" y="240"/>
                        <a:pt x="0" y="101"/>
                      </a:cubicBezTo>
                      <a:cubicBezTo>
                        <a:pt x="118" y="159"/>
                        <a:pt x="238" y="216"/>
                        <a:pt x="356" y="273"/>
                      </a:cubicBezTo>
                      <a:cubicBezTo>
                        <a:pt x="400" y="295"/>
                        <a:pt x="452" y="297"/>
                        <a:pt x="496" y="27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350">
                    <a:solidFill>
                      <a:srgbClr val="222524"/>
                    </a:solidFill>
                  </a:endParaRPr>
                </a:p>
              </p:txBody>
            </p:sp>
            <p:sp>
              <p:nvSpPr>
                <p:cNvPr id="33" name="Freeform 30"/>
                <p:cNvSpPr/>
                <p:nvPr/>
              </p:nvSpPr>
              <p:spPr bwMode="auto">
                <a:xfrm>
                  <a:off x="2974975" y="2955925"/>
                  <a:ext cx="404813" cy="1728788"/>
                </a:xfrm>
                <a:custGeom>
                  <a:avLst/>
                  <a:gdLst>
                    <a:gd name="T0" fmla="*/ 0 w 149"/>
                    <a:gd name="T1" fmla="*/ 568 h 638"/>
                    <a:gd name="T2" fmla="*/ 74 w 149"/>
                    <a:gd name="T3" fmla="*/ 0 h 638"/>
                    <a:gd name="T4" fmla="*/ 145 w 149"/>
                    <a:gd name="T5" fmla="*/ 538 h 638"/>
                    <a:gd name="T6" fmla="*/ 149 w 149"/>
                    <a:gd name="T7" fmla="*/ 572 h 638"/>
                    <a:gd name="T8" fmla="*/ 101 w 149"/>
                    <a:gd name="T9" fmla="*/ 629 h 638"/>
                    <a:gd name="T10" fmla="*/ 27 w 149"/>
                    <a:gd name="T11" fmla="*/ 617 h 638"/>
                    <a:gd name="T12" fmla="*/ 0 w 149"/>
                    <a:gd name="T13" fmla="*/ 568 h 6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49" h="638">
                      <a:moveTo>
                        <a:pt x="0" y="568"/>
                      </a:moveTo>
                      <a:cubicBezTo>
                        <a:pt x="24" y="379"/>
                        <a:pt x="49" y="190"/>
                        <a:pt x="74" y="0"/>
                      </a:cubicBezTo>
                      <a:cubicBezTo>
                        <a:pt x="98" y="180"/>
                        <a:pt x="121" y="359"/>
                        <a:pt x="145" y="538"/>
                      </a:cubicBezTo>
                      <a:cubicBezTo>
                        <a:pt x="146" y="549"/>
                        <a:pt x="148" y="560"/>
                        <a:pt x="149" y="572"/>
                      </a:cubicBezTo>
                      <a:cubicBezTo>
                        <a:pt x="142" y="596"/>
                        <a:pt x="126" y="620"/>
                        <a:pt x="101" y="629"/>
                      </a:cubicBezTo>
                      <a:cubicBezTo>
                        <a:pt x="77" y="638"/>
                        <a:pt x="47" y="635"/>
                        <a:pt x="27" y="617"/>
                      </a:cubicBezTo>
                      <a:cubicBezTo>
                        <a:pt x="13" y="605"/>
                        <a:pt x="2" y="587"/>
                        <a:pt x="0" y="56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350">
                    <a:solidFill>
                      <a:srgbClr val="222524"/>
                    </a:solidFill>
                  </a:endParaRPr>
                </a:p>
              </p:txBody>
            </p:sp>
          </p:grpSp>
        </p:grpSp>
        <p:sp>
          <p:nvSpPr>
            <p:cNvPr id="20" name="文本框 19"/>
            <p:cNvSpPr txBox="1"/>
            <p:nvPr/>
          </p:nvSpPr>
          <p:spPr>
            <a:xfrm>
              <a:off x="1190373" y="2955982"/>
              <a:ext cx="2154377" cy="17868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02</a:t>
              </a:r>
              <a:endParaRPr lang="zh-CN" altLang="en-US" sz="1600" b="1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2966202" y="1633962"/>
            <a:ext cx="371994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个人任务展示</a:t>
            </a:r>
          </a:p>
          <a:p>
            <a:pPr algn="ctr"/>
            <a:r>
              <a:rPr lang="en-US" altLang="zh-CN" sz="2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Personal Task display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E961346-B51E-4381-A3AC-4EFC8A9F11FB}"/>
              </a:ext>
            </a:extLst>
          </p:cNvPr>
          <p:cNvGrpSpPr/>
          <p:nvPr/>
        </p:nvGrpSpPr>
        <p:grpSpPr>
          <a:xfrm>
            <a:off x="2537028" y="4212823"/>
            <a:ext cx="4069941" cy="680029"/>
            <a:chOff x="7007763" y="2035760"/>
            <a:chExt cx="4069941" cy="680029"/>
          </a:xfrm>
        </p:grpSpPr>
        <p:sp>
          <p:nvSpPr>
            <p:cNvPr id="19" name="Rounded Rectangle 106">
              <a:extLst>
                <a:ext uri="{FF2B5EF4-FFF2-40B4-BE49-F238E27FC236}">
                  <a16:creationId xmlns:a16="http://schemas.microsoft.com/office/drawing/2014/main" id="{D72E7F79-0B22-42A4-9FDB-19274CC3CF9E}"/>
                </a:ext>
              </a:extLst>
            </p:cNvPr>
            <p:cNvSpPr/>
            <p:nvPr/>
          </p:nvSpPr>
          <p:spPr>
            <a:xfrm>
              <a:off x="7007763" y="2085143"/>
              <a:ext cx="630646" cy="63064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2BBB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+mj-lt"/>
              </a:endParaRPr>
            </a:p>
          </p:txBody>
        </p:sp>
        <p:sp>
          <p:nvSpPr>
            <p:cNvPr id="21" name="TextBox 107">
              <a:extLst>
                <a:ext uri="{FF2B5EF4-FFF2-40B4-BE49-F238E27FC236}">
                  <a16:creationId xmlns:a16="http://schemas.microsoft.com/office/drawing/2014/main" id="{971925C7-14C6-49B0-B981-E4E5AC25F030}"/>
                </a:ext>
              </a:extLst>
            </p:cNvPr>
            <p:cNvSpPr txBox="1"/>
            <p:nvPr/>
          </p:nvSpPr>
          <p:spPr>
            <a:xfrm>
              <a:off x="7027433" y="2120294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089DA3"/>
                  </a:solidFill>
                  <a:latin typeface="+mj-lt"/>
                </a:rPr>
                <a:t>01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54DE8516-E050-4A43-B8F7-8BEDD582E9FE}"/>
                </a:ext>
              </a:extLst>
            </p:cNvPr>
            <p:cNvSpPr txBox="1"/>
            <p:nvPr/>
          </p:nvSpPr>
          <p:spPr>
            <a:xfrm>
              <a:off x="7825576" y="2035760"/>
              <a:ext cx="3252128" cy="6166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3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数据库设计和建立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C36D5013-4A9A-4501-8233-5DE81C893D3B}"/>
              </a:ext>
            </a:extLst>
          </p:cNvPr>
          <p:cNvGrpSpPr/>
          <p:nvPr/>
        </p:nvGrpSpPr>
        <p:grpSpPr>
          <a:xfrm>
            <a:off x="338691" y="6253195"/>
            <a:ext cx="8466616" cy="288000"/>
            <a:chOff x="309094" y="6254351"/>
            <a:chExt cx="8466616" cy="288000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DA1C718F-A5DA-4CAB-A38C-3225381A79A1}"/>
                </a:ext>
              </a:extLst>
            </p:cNvPr>
            <p:cNvGrpSpPr/>
            <p:nvPr/>
          </p:nvGrpSpPr>
          <p:grpSpPr>
            <a:xfrm>
              <a:off x="309094" y="6254351"/>
              <a:ext cx="6592726" cy="288000"/>
              <a:chOff x="1951684" y="5281871"/>
              <a:chExt cx="6592726" cy="288000"/>
            </a:xfrm>
          </p:grpSpPr>
          <p:sp>
            <p:nvSpPr>
              <p:cNvPr id="39" name="梯形 38">
                <a:extLst>
                  <a:ext uri="{FF2B5EF4-FFF2-40B4-BE49-F238E27FC236}">
                    <a16:creationId xmlns:a16="http://schemas.microsoft.com/office/drawing/2014/main" id="{7A81221B-EB34-453F-9B83-8BEB935092C7}"/>
                  </a:ext>
                </a:extLst>
              </p:cNvPr>
              <p:cNvSpPr/>
              <p:nvPr/>
            </p:nvSpPr>
            <p:spPr>
              <a:xfrm>
                <a:off x="3877160" y="5281871"/>
                <a:ext cx="4667250" cy="288000"/>
              </a:xfrm>
              <a:prstGeom prst="trapezoid">
                <a:avLst/>
              </a:prstGeom>
              <a:solidFill>
                <a:srgbClr val="77C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答辩人：李卓</a:t>
                </a:r>
              </a:p>
            </p:txBody>
          </p: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85BB45EA-A53A-4EDD-AA8B-2EC404DFF4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1684" y="5460156"/>
                <a:ext cx="1800000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13E98191-6A22-47DA-9683-57E545CF9102}"/>
                </a:ext>
              </a:extLst>
            </p:cNvPr>
            <p:cNvCxnSpPr>
              <a:cxnSpLocks/>
            </p:cNvCxnSpPr>
            <p:nvPr/>
          </p:nvCxnSpPr>
          <p:spPr>
            <a:xfrm>
              <a:off x="6975710" y="6413672"/>
              <a:ext cx="180000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38840159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61699A49-EC78-4472-8F5C-4B23E58AD0D6}"/>
              </a:ext>
            </a:extLst>
          </p:cNvPr>
          <p:cNvSpPr/>
          <p:nvPr/>
        </p:nvSpPr>
        <p:spPr>
          <a:xfrm>
            <a:off x="237465" y="1383602"/>
            <a:ext cx="8661461" cy="5367718"/>
          </a:xfrm>
          <a:prstGeom prst="rect">
            <a:avLst/>
          </a:prstGeom>
          <a:solidFill>
            <a:srgbClr val="089DA3"/>
          </a:solidFill>
          <a:ln>
            <a:noFill/>
          </a:ln>
          <a:effectLst>
            <a:outerShdw blurRad="50800" dist="25400" sx="102000" sy="102000" algn="ctr" rotWithShape="0">
              <a:schemeClr val="bg1">
                <a:lumMod val="65000"/>
                <a:alpha val="3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E654706-1AF3-4419-BBB2-DF3A482A3369}"/>
              </a:ext>
            </a:extLst>
          </p:cNvPr>
          <p:cNvGrpSpPr/>
          <p:nvPr/>
        </p:nvGrpSpPr>
        <p:grpSpPr>
          <a:xfrm>
            <a:off x="900538" y="1340169"/>
            <a:ext cx="7795690" cy="4440813"/>
            <a:chOff x="900538" y="1340169"/>
            <a:chExt cx="7795690" cy="4440813"/>
          </a:xfrm>
        </p:grpSpPr>
        <p:sp>
          <p:nvSpPr>
            <p:cNvPr id="5" name="矩形 4"/>
            <p:cNvSpPr/>
            <p:nvPr/>
          </p:nvSpPr>
          <p:spPr>
            <a:xfrm>
              <a:off x="2948858" y="1879959"/>
              <a:ext cx="3240000" cy="3880762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/>
            <p:cNvCxnSpPr>
              <a:cxnSpLocks/>
            </p:cNvCxnSpPr>
            <p:nvPr/>
          </p:nvCxnSpPr>
          <p:spPr>
            <a:xfrm>
              <a:off x="3551528" y="1383602"/>
              <a:ext cx="0" cy="942082"/>
            </a:xfrm>
            <a:prstGeom prst="line">
              <a:avLst/>
            </a:prstGeom>
            <a:ln w="381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椭圆 7"/>
            <p:cNvSpPr/>
            <p:nvPr/>
          </p:nvSpPr>
          <p:spPr>
            <a:xfrm>
              <a:off x="3475328" y="2268534"/>
              <a:ext cx="152400" cy="1524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" name="直接连接符 9"/>
            <p:cNvCxnSpPr>
              <a:cxnSpLocks/>
            </p:cNvCxnSpPr>
            <p:nvPr/>
          </p:nvCxnSpPr>
          <p:spPr>
            <a:xfrm>
              <a:off x="5590289" y="1383602"/>
              <a:ext cx="0" cy="939349"/>
            </a:xfrm>
            <a:prstGeom prst="line">
              <a:avLst/>
            </a:prstGeom>
            <a:ln w="381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5514089" y="2265801"/>
              <a:ext cx="152400" cy="1524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" name="直接连接符 19"/>
            <p:cNvCxnSpPr/>
            <p:nvPr/>
          </p:nvCxnSpPr>
          <p:spPr>
            <a:xfrm flipH="1">
              <a:off x="7051444" y="1340169"/>
              <a:ext cx="905258" cy="1085320"/>
            </a:xfrm>
            <a:prstGeom prst="line">
              <a:avLst/>
            </a:prstGeom>
            <a:ln>
              <a:solidFill>
                <a:schemeClr val="bg1">
                  <a:alpha val="6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6857164" y="1964861"/>
              <a:ext cx="905258" cy="1085320"/>
            </a:xfrm>
            <a:prstGeom prst="line">
              <a:avLst/>
            </a:prstGeom>
            <a:ln>
              <a:solidFill>
                <a:schemeClr val="bg1">
                  <a:alpha val="6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1121620" y="3746301"/>
              <a:ext cx="905258" cy="1085320"/>
            </a:xfrm>
            <a:prstGeom prst="line">
              <a:avLst/>
            </a:prstGeom>
            <a:ln>
              <a:solidFill>
                <a:schemeClr val="bg1">
                  <a:alpha val="6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927340" y="4370993"/>
              <a:ext cx="905258" cy="1085320"/>
            </a:xfrm>
            <a:prstGeom prst="line">
              <a:avLst/>
            </a:prstGeom>
            <a:ln>
              <a:solidFill>
                <a:schemeClr val="bg1">
                  <a:alpha val="6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组合 23"/>
            <p:cNvGrpSpPr/>
            <p:nvPr/>
          </p:nvGrpSpPr>
          <p:grpSpPr>
            <a:xfrm>
              <a:off x="3902645" y="2376421"/>
              <a:ext cx="1336527" cy="1173072"/>
              <a:chOff x="5313952" y="1347584"/>
              <a:chExt cx="1564096" cy="1564096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5313952" y="1347584"/>
                <a:ext cx="1564096" cy="1564096"/>
                <a:chOff x="4767578" y="1848961"/>
                <a:chExt cx="2656842" cy="2656842"/>
              </a:xfrm>
            </p:grpSpPr>
            <p:sp>
              <p:nvSpPr>
                <p:cNvPr id="27" name="矩形 26"/>
                <p:cNvSpPr/>
                <p:nvPr/>
              </p:nvSpPr>
              <p:spPr>
                <a:xfrm>
                  <a:off x="4767578" y="1848961"/>
                  <a:ext cx="2656842" cy="265684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矩形 27"/>
                <p:cNvSpPr/>
                <p:nvPr/>
              </p:nvSpPr>
              <p:spPr>
                <a:xfrm>
                  <a:off x="4934127" y="2015510"/>
                  <a:ext cx="2323745" cy="2323745"/>
                </a:xfrm>
                <a:prstGeom prst="rect">
                  <a:avLst/>
                </a:prstGeom>
                <a:solidFill>
                  <a:srgbClr val="089D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26" name="文本框 25"/>
              <p:cNvSpPr txBox="1"/>
              <p:nvPr/>
            </p:nvSpPr>
            <p:spPr>
              <a:xfrm>
                <a:off x="5519057" y="1621801"/>
                <a:ext cx="1153887" cy="10669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600" b="1" dirty="0">
                    <a:ln w="28575">
                      <a:noFill/>
                    </a:ln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4600" b="1" dirty="0">
                  <a:ln w="28575">
                    <a:noFill/>
                  </a:ln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9" name="文本框 28"/>
            <p:cNvSpPr txBox="1"/>
            <p:nvPr/>
          </p:nvSpPr>
          <p:spPr>
            <a:xfrm>
              <a:off x="2712028" y="3836630"/>
              <a:ext cx="3719947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5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数据库设计和建立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2688709" y="4275210"/>
              <a:ext cx="3766580" cy="315471"/>
            </a:xfrm>
            <a:prstGeom prst="snip1Rect">
              <a:avLst>
                <a:gd name="adj" fmla="val 0"/>
              </a:avLst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50" b="1" dirty="0">
                  <a:solidFill>
                    <a:schemeClr val="bg1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rPr>
                <a:t>Database design and establishment</a:t>
              </a:r>
              <a:endParaRPr lang="zh-CN" altLang="en-US" sz="1450" b="1" dirty="0">
                <a:ln>
                  <a:solidFill>
                    <a:srgbClr val="00762F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华文仿宋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1" name="等腰三角形 30"/>
            <p:cNvSpPr/>
            <p:nvPr/>
          </p:nvSpPr>
          <p:spPr>
            <a:xfrm rot="20772729">
              <a:off x="7404253" y="3732941"/>
              <a:ext cx="428625" cy="478173"/>
            </a:xfrm>
            <a:prstGeom prst="triangle">
              <a:avLst>
                <a:gd name="adj" fmla="val 100000"/>
              </a:avLst>
            </a:prstGeom>
            <a:solidFill>
              <a:schemeClr val="bg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18809157" flipH="1" flipV="1">
              <a:off x="8243366" y="3090140"/>
              <a:ext cx="486408" cy="419316"/>
            </a:xfrm>
            <a:prstGeom prst="triangle">
              <a:avLst/>
            </a:prstGeom>
            <a:solidFill>
              <a:schemeClr val="bg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等腰三角形 32"/>
            <p:cNvSpPr/>
            <p:nvPr/>
          </p:nvSpPr>
          <p:spPr>
            <a:xfrm rot="18809157" flipH="1" flipV="1">
              <a:off x="7901831" y="5024731"/>
              <a:ext cx="486408" cy="419316"/>
            </a:xfrm>
            <a:prstGeom prst="triangle">
              <a:avLst/>
            </a:prstGeom>
            <a:solidFill>
              <a:schemeClr val="bg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20772729">
              <a:off x="900538" y="2841035"/>
              <a:ext cx="428625" cy="478173"/>
            </a:xfrm>
            <a:prstGeom prst="triangle">
              <a:avLst>
                <a:gd name="adj" fmla="val 100000"/>
              </a:avLst>
            </a:prstGeom>
            <a:solidFill>
              <a:schemeClr val="bg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等腰三角形 34"/>
            <p:cNvSpPr/>
            <p:nvPr/>
          </p:nvSpPr>
          <p:spPr>
            <a:xfrm rot="18809157" flipH="1" flipV="1">
              <a:off x="1191129" y="1803512"/>
              <a:ext cx="486408" cy="419316"/>
            </a:xfrm>
            <a:prstGeom prst="triangle">
              <a:avLst/>
            </a:prstGeom>
            <a:solidFill>
              <a:schemeClr val="bg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等腰三角形 35"/>
            <p:cNvSpPr/>
            <p:nvPr/>
          </p:nvSpPr>
          <p:spPr>
            <a:xfrm rot="18809157" flipH="1" flipV="1">
              <a:off x="2209941" y="5328120"/>
              <a:ext cx="486408" cy="419316"/>
            </a:xfrm>
            <a:prstGeom prst="triangle">
              <a:avLst/>
            </a:prstGeom>
            <a:solidFill>
              <a:schemeClr val="bg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" name="梯形 42">
            <a:extLst>
              <a:ext uri="{FF2B5EF4-FFF2-40B4-BE49-F238E27FC236}">
                <a16:creationId xmlns:a16="http://schemas.microsoft.com/office/drawing/2014/main" id="{DD05E91A-044B-4067-9DD8-ADDF3751B223}"/>
              </a:ext>
            </a:extLst>
          </p:cNvPr>
          <p:cNvSpPr/>
          <p:nvPr/>
        </p:nvSpPr>
        <p:spPr>
          <a:xfrm>
            <a:off x="3255943" y="5036955"/>
            <a:ext cx="2624504" cy="504245"/>
          </a:xfrm>
          <a:prstGeom prst="trapezoid">
            <a:avLst/>
          </a:prstGeom>
          <a:solidFill>
            <a:srgbClr val="77C9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5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答辩人：李卓</a:t>
            </a: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EFD4C5D1-EE7D-4F2A-9FD7-BFBCC366C0E5}"/>
              </a:ext>
            </a:extLst>
          </p:cNvPr>
          <p:cNvGrpSpPr/>
          <p:nvPr/>
        </p:nvGrpSpPr>
        <p:grpSpPr>
          <a:xfrm>
            <a:off x="241269" y="1257086"/>
            <a:ext cx="8661461" cy="5411012"/>
            <a:chOff x="241269" y="1257086"/>
            <a:chExt cx="8661461" cy="5411012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06A5C0D-986A-41A4-A048-20CE0D1E56E1}"/>
                </a:ext>
              </a:extLst>
            </p:cNvPr>
            <p:cNvSpPr/>
            <p:nvPr/>
          </p:nvSpPr>
          <p:spPr>
            <a:xfrm>
              <a:off x="241269" y="1257086"/>
              <a:ext cx="8661461" cy="541101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25400" sx="102000" sy="102000" algn="ctr" rotWithShape="0">
                <a:schemeClr val="bg1">
                  <a:lumMod val="65000"/>
                  <a:alpha val="3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1634A6A0-0958-40F3-ABF7-C51A4E93C04E}"/>
                </a:ext>
              </a:extLst>
            </p:cNvPr>
            <p:cNvGrpSpPr/>
            <p:nvPr/>
          </p:nvGrpSpPr>
          <p:grpSpPr>
            <a:xfrm>
              <a:off x="437242" y="1386911"/>
              <a:ext cx="3690875" cy="652283"/>
              <a:chOff x="526019" y="1152724"/>
              <a:chExt cx="3690875" cy="652283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6C5CA4B-5C20-46A8-A63C-EA3029CCAA96}"/>
                  </a:ext>
                </a:extLst>
              </p:cNvPr>
              <p:cNvSpPr txBox="1"/>
              <p:nvPr/>
            </p:nvSpPr>
            <p:spPr>
              <a:xfrm>
                <a:off x="526019" y="1304870"/>
                <a:ext cx="602635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100" b="1" dirty="0">
                    <a:ln w="28575">
                      <a:noFill/>
                    </a:ln>
                    <a:solidFill>
                      <a:srgbClr val="089DA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100" b="1" dirty="0">
                  <a:ln w="28575">
                    <a:noFill/>
                  </a:ln>
                  <a:solidFill>
                    <a:srgbClr val="089DA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6910AFA9-97FA-42BD-ADCE-7A5297F656B8}"/>
                  </a:ext>
                </a:extLst>
              </p:cNvPr>
              <p:cNvSpPr/>
              <p:nvPr/>
            </p:nvSpPr>
            <p:spPr>
              <a:xfrm>
                <a:off x="1159972" y="1152724"/>
                <a:ext cx="2441694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200" b="1" dirty="0">
                    <a:solidFill>
                      <a:srgbClr val="089DA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数据库设计和建立</a:t>
                </a: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1D1D771-BE2C-42C8-8CFC-3473F06F12AD}"/>
                  </a:ext>
                </a:extLst>
              </p:cNvPr>
              <p:cNvSpPr txBox="1"/>
              <p:nvPr/>
            </p:nvSpPr>
            <p:spPr>
              <a:xfrm>
                <a:off x="1128654" y="1512619"/>
                <a:ext cx="3088240" cy="292388"/>
              </a:xfrm>
              <a:prstGeom prst="snip1Rect">
                <a:avLst>
                  <a:gd name="adj" fmla="val 0"/>
                </a:avLst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300" b="1" dirty="0">
                    <a:solidFill>
                      <a:srgbClr val="089DA3"/>
                    </a:solidFill>
                    <a:latin typeface="Arial" panose="020B0604020202020204" pitchFamily="34" charset="0"/>
                    <a:ea typeface="华文仿宋" panose="02010600040101010101" pitchFamily="2" charset="-122"/>
                    <a:cs typeface="Arial" panose="020B0604020202020204" pitchFamily="34" charset="0"/>
                  </a:rPr>
                  <a:t>Database design and establishment</a:t>
                </a:r>
                <a:endParaRPr lang="zh-CN" altLang="en-US" sz="1300" b="1" dirty="0">
                  <a:ln>
                    <a:solidFill>
                      <a:srgbClr val="00762F"/>
                    </a:solidFill>
                  </a:ln>
                  <a:solidFill>
                    <a:srgbClr val="089DA3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3DAA0EB5-7370-4F0A-B15C-3B3AFEA1E430}"/>
                  </a:ext>
                </a:extLst>
              </p:cNvPr>
              <p:cNvSpPr/>
              <p:nvPr/>
            </p:nvSpPr>
            <p:spPr bwMode="auto">
              <a:xfrm>
                <a:off x="557337" y="1234267"/>
                <a:ext cx="540000" cy="540000"/>
              </a:xfrm>
              <a:prstGeom prst="rect">
                <a:avLst/>
              </a:prstGeom>
              <a:noFill/>
              <a:ln w="44450" cap="flat" cmpd="sng" algn="ctr">
                <a:solidFill>
                  <a:srgbClr val="089DA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AF2AA7D-3793-4535-B0AA-46FDACFA0068}"/>
              </a:ext>
            </a:extLst>
          </p:cNvPr>
          <p:cNvGrpSpPr/>
          <p:nvPr/>
        </p:nvGrpSpPr>
        <p:grpSpPr>
          <a:xfrm>
            <a:off x="334887" y="6380098"/>
            <a:ext cx="8466616" cy="288000"/>
            <a:chOff x="309094" y="6254351"/>
            <a:chExt cx="8466616" cy="28800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294FB8EE-A969-4661-9206-1C3F97747B84}"/>
                </a:ext>
              </a:extLst>
            </p:cNvPr>
            <p:cNvGrpSpPr/>
            <p:nvPr/>
          </p:nvGrpSpPr>
          <p:grpSpPr>
            <a:xfrm>
              <a:off x="309094" y="6254351"/>
              <a:ext cx="6592726" cy="288000"/>
              <a:chOff x="1951684" y="5281871"/>
              <a:chExt cx="6592726" cy="288000"/>
            </a:xfrm>
          </p:grpSpPr>
          <p:sp>
            <p:nvSpPr>
              <p:cNvPr id="52" name="梯形 51">
                <a:extLst>
                  <a:ext uri="{FF2B5EF4-FFF2-40B4-BE49-F238E27FC236}">
                    <a16:creationId xmlns:a16="http://schemas.microsoft.com/office/drawing/2014/main" id="{0D403CE5-3655-48F5-960B-6277B311D35C}"/>
                  </a:ext>
                </a:extLst>
              </p:cNvPr>
              <p:cNvSpPr/>
              <p:nvPr/>
            </p:nvSpPr>
            <p:spPr>
              <a:xfrm>
                <a:off x="3877160" y="5281871"/>
                <a:ext cx="4667250" cy="288000"/>
              </a:xfrm>
              <a:prstGeom prst="trapezoid">
                <a:avLst/>
              </a:prstGeom>
              <a:solidFill>
                <a:srgbClr val="77C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答辩人：李卓</a:t>
                </a:r>
              </a:p>
            </p:txBody>
          </p: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F977D431-AA02-4250-B4AE-4752F5E872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1684" y="5460156"/>
                <a:ext cx="1800000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CCB64742-0972-4BAD-8413-060A9ED82265}"/>
                </a:ext>
              </a:extLst>
            </p:cNvPr>
            <p:cNvCxnSpPr>
              <a:cxnSpLocks/>
            </p:cNvCxnSpPr>
            <p:nvPr/>
          </p:nvCxnSpPr>
          <p:spPr>
            <a:xfrm>
              <a:off x="6975710" y="6413672"/>
              <a:ext cx="180000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5C9F541-D37A-4F16-96D7-ABA047810617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7" t="-65" r="733" b="65"/>
          <a:stretch/>
        </p:blipFill>
        <p:spPr>
          <a:xfrm>
            <a:off x="468560" y="3055684"/>
            <a:ext cx="7920000" cy="3060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0DCB219-C324-41AE-A830-8C4E8FCF80A6}"/>
              </a:ext>
            </a:extLst>
          </p:cNvPr>
          <p:cNvSpPr txBox="1"/>
          <p:nvPr/>
        </p:nvSpPr>
        <p:spPr>
          <a:xfrm>
            <a:off x="706055" y="2231968"/>
            <a:ext cx="437523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500" b="1" dirty="0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数据库配置</a:t>
            </a:r>
          </a:p>
        </p:txBody>
      </p:sp>
    </p:spTree>
    <p:extLst>
      <p:ext uri="{BB962C8B-B14F-4D97-AF65-F5344CB8AC3E}">
        <p14:creationId xmlns:p14="http://schemas.microsoft.com/office/powerpoint/2010/main" val="3791494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0431C85-CCC2-40E3-9A31-533A3F85A51C}"/>
              </a:ext>
            </a:extLst>
          </p:cNvPr>
          <p:cNvGrpSpPr/>
          <p:nvPr/>
        </p:nvGrpSpPr>
        <p:grpSpPr>
          <a:xfrm>
            <a:off x="241269" y="1257086"/>
            <a:ext cx="8661461" cy="5411012"/>
            <a:chOff x="241269" y="1257086"/>
            <a:chExt cx="8661461" cy="5411012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1D2809B-B0AF-4EBE-8877-E5683C6236BD}"/>
                </a:ext>
              </a:extLst>
            </p:cNvPr>
            <p:cNvSpPr/>
            <p:nvPr/>
          </p:nvSpPr>
          <p:spPr>
            <a:xfrm>
              <a:off x="241269" y="1257086"/>
              <a:ext cx="8661461" cy="541101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25400" sx="102000" sy="102000" algn="ctr" rotWithShape="0">
                <a:schemeClr val="bg1">
                  <a:lumMod val="65000"/>
                  <a:alpha val="3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AB092BA2-4C60-4BA8-AB67-C4FE0C5FE55C}"/>
                </a:ext>
              </a:extLst>
            </p:cNvPr>
            <p:cNvGrpSpPr/>
            <p:nvPr/>
          </p:nvGrpSpPr>
          <p:grpSpPr>
            <a:xfrm>
              <a:off x="437242" y="1386911"/>
              <a:ext cx="3690875" cy="652283"/>
              <a:chOff x="526019" y="1152724"/>
              <a:chExt cx="3690875" cy="652283"/>
            </a:xfrm>
          </p:grpSpPr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2AB4D7D-203C-4C0C-97E1-703564765C9C}"/>
                  </a:ext>
                </a:extLst>
              </p:cNvPr>
              <p:cNvSpPr txBox="1"/>
              <p:nvPr/>
            </p:nvSpPr>
            <p:spPr>
              <a:xfrm>
                <a:off x="526019" y="1304870"/>
                <a:ext cx="602635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100" b="1" dirty="0">
                    <a:ln w="28575">
                      <a:noFill/>
                    </a:ln>
                    <a:solidFill>
                      <a:srgbClr val="089DA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100" b="1" dirty="0">
                  <a:ln w="28575">
                    <a:noFill/>
                  </a:ln>
                  <a:solidFill>
                    <a:srgbClr val="089DA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A928E89-999B-44C1-BFDB-0CD0DB2B0DFC}"/>
                  </a:ext>
                </a:extLst>
              </p:cNvPr>
              <p:cNvSpPr/>
              <p:nvPr/>
            </p:nvSpPr>
            <p:spPr>
              <a:xfrm>
                <a:off x="1159972" y="1152724"/>
                <a:ext cx="2441694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200" b="1" dirty="0">
                    <a:solidFill>
                      <a:srgbClr val="089DA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数据库设计和建立</a:t>
                </a: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EBD1B77-52DD-466F-B1D4-EABACEBC2799}"/>
                  </a:ext>
                </a:extLst>
              </p:cNvPr>
              <p:cNvSpPr txBox="1"/>
              <p:nvPr/>
            </p:nvSpPr>
            <p:spPr>
              <a:xfrm>
                <a:off x="1128654" y="1512619"/>
                <a:ext cx="3088240" cy="292388"/>
              </a:xfrm>
              <a:prstGeom prst="snip1Rect">
                <a:avLst>
                  <a:gd name="adj" fmla="val 0"/>
                </a:avLst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300" b="1" dirty="0">
                    <a:solidFill>
                      <a:srgbClr val="089DA3"/>
                    </a:solidFill>
                    <a:latin typeface="Arial" panose="020B0604020202020204" pitchFamily="34" charset="0"/>
                    <a:ea typeface="华文仿宋" panose="02010600040101010101" pitchFamily="2" charset="-122"/>
                    <a:cs typeface="Arial" panose="020B0604020202020204" pitchFamily="34" charset="0"/>
                  </a:rPr>
                  <a:t>Database design and establishment</a:t>
                </a:r>
                <a:endParaRPr lang="zh-CN" altLang="en-US" sz="1300" b="1" dirty="0">
                  <a:ln>
                    <a:solidFill>
                      <a:srgbClr val="00762F"/>
                    </a:solidFill>
                  </a:ln>
                  <a:solidFill>
                    <a:srgbClr val="089DA3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FE277825-E05C-4E06-8CBA-CB89AE1A76C7}"/>
                  </a:ext>
                </a:extLst>
              </p:cNvPr>
              <p:cNvSpPr/>
              <p:nvPr/>
            </p:nvSpPr>
            <p:spPr bwMode="auto">
              <a:xfrm>
                <a:off x="557337" y="1234267"/>
                <a:ext cx="540000" cy="540000"/>
              </a:xfrm>
              <a:prstGeom prst="rect">
                <a:avLst/>
              </a:prstGeom>
              <a:noFill/>
              <a:ln w="44450" cap="flat" cmpd="sng" algn="ctr">
                <a:solidFill>
                  <a:srgbClr val="089DA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AF2AA7D-3793-4535-B0AA-46FDACFA0068}"/>
              </a:ext>
            </a:extLst>
          </p:cNvPr>
          <p:cNvGrpSpPr/>
          <p:nvPr/>
        </p:nvGrpSpPr>
        <p:grpSpPr>
          <a:xfrm>
            <a:off x="334887" y="6380098"/>
            <a:ext cx="8466616" cy="288000"/>
            <a:chOff x="309094" y="6254351"/>
            <a:chExt cx="8466616" cy="28800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294FB8EE-A969-4661-9206-1C3F97747B84}"/>
                </a:ext>
              </a:extLst>
            </p:cNvPr>
            <p:cNvGrpSpPr/>
            <p:nvPr/>
          </p:nvGrpSpPr>
          <p:grpSpPr>
            <a:xfrm>
              <a:off x="309094" y="6254351"/>
              <a:ext cx="6592726" cy="288000"/>
              <a:chOff x="1951684" y="5281871"/>
              <a:chExt cx="6592726" cy="288000"/>
            </a:xfrm>
          </p:grpSpPr>
          <p:sp>
            <p:nvSpPr>
              <p:cNvPr id="52" name="梯形 51">
                <a:extLst>
                  <a:ext uri="{FF2B5EF4-FFF2-40B4-BE49-F238E27FC236}">
                    <a16:creationId xmlns:a16="http://schemas.microsoft.com/office/drawing/2014/main" id="{0D403CE5-3655-48F5-960B-6277B311D35C}"/>
                  </a:ext>
                </a:extLst>
              </p:cNvPr>
              <p:cNvSpPr/>
              <p:nvPr/>
            </p:nvSpPr>
            <p:spPr>
              <a:xfrm>
                <a:off x="3877160" y="5281871"/>
                <a:ext cx="4667250" cy="288000"/>
              </a:xfrm>
              <a:prstGeom prst="trapezoid">
                <a:avLst/>
              </a:prstGeom>
              <a:solidFill>
                <a:srgbClr val="77C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答辩人：李卓</a:t>
                </a:r>
              </a:p>
            </p:txBody>
          </p: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F977D431-AA02-4250-B4AE-4752F5E872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1684" y="5460156"/>
                <a:ext cx="1800000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CCB64742-0972-4BAD-8413-060A9ED82265}"/>
                </a:ext>
              </a:extLst>
            </p:cNvPr>
            <p:cNvCxnSpPr>
              <a:cxnSpLocks/>
            </p:cNvCxnSpPr>
            <p:nvPr/>
          </p:nvCxnSpPr>
          <p:spPr>
            <a:xfrm>
              <a:off x="6975710" y="6413672"/>
              <a:ext cx="180000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D4964A4-D9F2-4ABF-A472-D02AC2F5E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201" y="2279456"/>
            <a:ext cx="3456116" cy="388312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F98F6FF-B6B7-44FA-AD54-BBAE89FB7ACD}"/>
              </a:ext>
            </a:extLst>
          </p:cNvPr>
          <p:cNvSpPr txBox="1"/>
          <p:nvPr/>
        </p:nvSpPr>
        <p:spPr>
          <a:xfrm>
            <a:off x="633200" y="3618291"/>
            <a:ext cx="199943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500" b="1" dirty="0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十表总览</a:t>
            </a:r>
          </a:p>
        </p:txBody>
      </p:sp>
    </p:spTree>
    <p:extLst>
      <p:ext uri="{BB962C8B-B14F-4D97-AF65-F5344CB8AC3E}">
        <p14:creationId xmlns:p14="http://schemas.microsoft.com/office/powerpoint/2010/main" val="196498674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93D41B73-2D9A-4386-A1B8-B63434D14096}"/>
              </a:ext>
            </a:extLst>
          </p:cNvPr>
          <p:cNvGrpSpPr/>
          <p:nvPr/>
        </p:nvGrpSpPr>
        <p:grpSpPr>
          <a:xfrm>
            <a:off x="241269" y="1257086"/>
            <a:ext cx="8661461" cy="5411012"/>
            <a:chOff x="241269" y="1257086"/>
            <a:chExt cx="8661461" cy="5411012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EA6220F-97F9-4425-B94D-7E08DE75088D}"/>
                </a:ext>
              </a:extLst>
            </p:cNvPr>
            <p:cNvSpPr/>
            <p:nvPr/>
          </p:nvSpPr>
          <p:spPr>
            <a:xfrm>
              <a:off x="241269" y="1257086"/>
              <a:ext cx="8661461" cy="541101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25400" sx="102000" sy="102000" algn="ctr" rotWithShape="0">
                <a:schemeClr val="bg1">
                  <a:lumMod val="65000"/>
                  <a:alpha val="3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C20331DE-B8CB-4766-9CC1-4D8106F4BD29}"/>
                </a:ext>
              </a:extLst>
            </p:cNvPr>
            <p:cNvGrpSpPr/>
            <p:nvPr/>
          </p:nvGrpSpPr>
          <p:grpSpPr>
            <a:xfrm>
              <a:off x="437242" y="1386911"/>
              <a:ext cx="3690875" cy="652283"/>
              <a:chOff x="526019" y="1152724"/>
              <a:chExt cx="3690875" cy="652283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72EF88A-ACCA-4C35-BD55-6A23A14A0DBC}"/>
                  </a:ext>
                </a:extLst>
              </p:cNvPr>
              <p:cNvSpPr txBox="1"/>
              <p:nvPr/>
            </p:nvSpPr>
            <p:spPr>
              <a:xfrm>
                <a:off x="526019" y="1304870"/>
                <a:ext cx="602635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100" b="1" dirty="0">
                    <a:ln w="28575">
                      <a:noFill/>
                    </a:ln>
                    <a:solidFill>
                      <a:srgbClr val="089DA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100" b="1" dirty="0">
                  <a:ln w="28575">
                    <a:noFill/>
                  </a:ln>
                  <a:solidFill>
                    <a:srgbClr val="089DA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EDD2928-5585-4D96-9F42-835AA8D6D15C}"/>
                  </a:ext>
                </a:extLst>
              </p:cNvPr>
              <p:cNvSpPr/>
              <p:nvPr/>
            </p:nvSpPr>
            <p:spPr>
              <a:xfrm>
                <a:off x="1159972" y="1152724"/>
                <a:ext cx="2441694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200" b="1" dirty="0">
                    <a:solidFill>
                      <a:srgbClr val="089DA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数据库设计和建立</a:t>
                </a: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33EA241-F0AC-4E19-B17F-E6FDA3B9D212}"/>
                  </a:ext>
                </a:extLst>
              </p:cNvPr>
              <p:cNvSpPr txBox="1"/>
              <p:nvPr/>
            </p:nvSpPr>
            <p:spPr>
              <a:xfrm>
                <a:off x="1128654" y="1512619"/>
                <a:ext cx="3088240" cy="292388"/>
              </a:xfrm>
              <a:prstGeom prst="snip1Rect">
                <a:avLst>
                  <a:gd name="adj" fmla="val 0"/>
                </a:avLst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300" b="1" dirty="0">
                    <a:solidFill>
                      <a:srgbClr val="089DA3"/>
                    </a:solidFill>
                    <a:latin typeface="Arial" panose="020B0604020202020204" pitchFamily="34" charset="0"/>
                    <a:ea typeface="华文仿宋" panose="02010600040101010101" pitchFamily="2" charset="-122"/>
                    <a:cs typeface="Arial" panose="020B0604020202020204" pitchFamily="34" charset="0"/>
                  </a:rPr>
                  <a:t>Database design and establishment</a:t>
                </a:r>
                <a:endParaRPr lang="zh-CN" altLang="en-US" sz="1300" b="1" dirty="0">
                  <a:ln>
                    <a:solidFill>
                      <a:srgbClr val="00762F"/>
                    </a:solidFill>
                  </a:ln>
                  <a:solidFill>
                    <a:srgbClr val="089DA3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5EF6B777-851F-46AD-8588-76D6921D69AA}"/>
                  </a:ext>
                </a:extLst>
              </p:cNvPr>
              <p:cNvSpPr/>
              <p:nvPr/>
            </p:nvSpPr>
            <p:spPr bwMode="auto">
              <a:xfrm>
                <a:off x="557337" y="1234267"/>
                <a:ext cx="540000" cy="540000"/>
              </a:xfrm>
              <a:prstGeom prst="rect">
                <a:avLst/>
              </a:prstGeom>
              <a:noFill/>
              <a:ln w="44450" cap="flat" cmpd="sng" algn="ctr">
                <a:solidFill>
                  <a:srgbClr val="089DA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AF2AA7D-3793-4535-B0AA-46FDACFA0068}"/>
              </a:ext>
            </a:extLst>
          </p:cNvPr>
          <p:cNvGrpSpPr/>
          <p:nvPr/>
        </p:nvGrpSpPr>
        <p:grpSpPr>
          <a:xfrm>
            <a:off x="334887" y="6380098"/>
            <a:ext cx="8466616" cy="288000"/>
            <a:chOff x="309094" y="6254351"/>
            <a:chExt cx="8466616" cy="28800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294FB8EE-A969-4661-9206-1C3F97747B84}"/>
                </a:ext>
              </a:extLst>
            </p:cNvPr>
            <p:cNvGrpSpPr/>
            <p:nvPr/>
          </p:nvGrpSpPr>
          <p:grpSpPr>
            <a:xfrm>
              <a:off x="309094" y="6254351"/>
              <a:ext cx="6592726" cy="288000"/>
              <a:chOff x="1951684" y="5281871"/>
              <a:chExt cx="6592726" cy="288000"/>
            </a:xfrm>
          </p:grpSpPr>
          <p:sp>
            <p:nvSpPr>
              <p:cNvPr id="52" name="梯形 51">
                <a:extLst>
                  <a:ext uri="{FF2B5EF4-FFF2-40B4-BE49-F238E27FC236}">
                    <a16:creationId xmlns:a16="http://schemas.microsoft.com/office/drawing/2014/main" id="{0D403CE5-3655-48F5-960B-6277B311D35C}"/>
                  </a:ext>
                </a:extLst>
              </p:cNvPr>
              <p:cNvSpPr/>
              <p:nvPr/>
            </p:nvSpPr>
            <p:spPr>
              <a:xfrm>
                <a:off x="3877160" y="5281871"/>
                <a:ext cx="4667250" cy="288000"/>
              </a:xfrm>
              <a:prstGeom prst="trapezoid">
                <a:avLst/>
              </a:prstGeom>
              <a:solidFill>
                <a:srgbClr val="77C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答辩人：李卓</a:t>
                </a:r>
              </a:p>
            </p:txBody>
          </p: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F977D431-AA02-4250-B4AE-4752F5E872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1684" y="5460156"/>
                <a:ext cx="1800000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CCB64742-0972-4BAD-8413-060A9ED82265}"/>
                </a:ext>
              </a:extLst>
            </p:cNvPr>
            <p:cNvCxnSpPr>
              <a:cxnSpLocks/>
            </p:cNvCxnSpPr>
            <p:nvPr/>
          </p:nvCxnSpPr>
          <p:spPr>
            <a:xfrm>
              <a:off x="6975710" y="6413672"/>
              <a:ext cx="180000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6E94774-B20E-4258-96A8-7C5306310897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32" b="9227"/>
          <a:stretch/>
        </p:blipFill>
        <p:spPr>
          <a:xfrm>
            <a:off x="971999" y="2651420"/>
            <a:ext cx="7200000" cy="3600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7ACFF2C-6DAF-4B36-875F-12313B342536}"/>
              </a:ext>
            </a:extLst>
          </p:cNvPr>
          <p:cNvSpPr txBox="1"/>
          <p:nvPr/>
        </p:nvSpPr>
        <p:spPr>
          <a:xfrm>
            <a:off x="3098799" y="2035121"/>
            <a:ext cx="29464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00" b="1" dirty="0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Department</a:t>
            </a:r>
            <a:r>
              <a:rPr lang="zh-CN" altLang="en-US" sz="2500" b="1" dirty="0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科室表</a:t>
            </a:r>
          </a:p>
        </p:txBody>
      </p:sp>
    </p:spTree>
    <p:extLst>
      <p:ext uri="{BB962C8B-B14F-4D97-AF65-F5344CB8AC3E}">
        <p14:creationId xmlns:p14="http://schemas.microsoft.com/office/powerpoint/2010/main" val="3312224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D309E8E6-5B31-41A5-B8B4-46BDD86F56CB}"/>
              </a:ext>
            </a:extLst>
          </p:cNvPr>
          <p:cNvGrpSpPr/>
          <p:nvPr/>
        </p:nvGrpSpPr>
        <p:grpSpPr>
          <a:xfrm>
            <a:off x="241269" y="1257086"/>
            <a:ext cx="8661461" cy="5411012"/>
            <a:chOff x="241269" y="1257086"/>
            <a:chExt cx="8661461" cy="5411012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6A9681D-1B5B-4ACB-9CD5-BD42F9DED324}"/>
                </a:ext>
              </a:extLst>
            </p:cNvPr>
            <p:cNvSpPr/>
            <p:nvPr/>
          </p:nvSpPr>
          <p:spPr>
            <a:xfrm>
              <a:off x="241269" y="1257086"/>
              <a:ext cx="8661461" cy="541101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25400" sx="102000" sy="102000" algn="ctr" rotWithShape="0">
                <a:schemeClr val="bg1">
                  <a:lumMod val="65000"/>
                  <a:alpha val="3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F148F730-33F7-45BA-AEC2-A7589C749D79}"/>
                </a:ext>
              </a:extLst>
            </p:cNvPr>
            <p:cNvGrpSpPr/>
            <p:nvPr/>
          </p:nvGrpSpPr>
          <p:grpSpPr>
            <a:xfrm>
              <a:off x="437242" y="1386911"/>
              <a:ext cx="3690875" cy="652283"/>
              <a:chOff x="526019" y="1152724"/>
              <a:chExt cx="3690875" cy="652283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20ED618-330A-4EBC-9570-A3459ED3A2EB}"/>
                  </a:ext>
                </a:extLst>
              </p:cNvPr>
              <p:cNvSpPr txBox="1"/>
              <p:nvPr/>
            </p:nvSpPr>
            <p:spPr>
              <a:xfrm>
                <a:off x="526019" y="1304870"/>
                <a:ext cx="602635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100" b="1" dirty="0">
                    <a:ln w="28575">
                      <a:noFill/>
                    </a:ln>
                    <a:solidFill>
                      <a:srgbClr val="089DA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100" b="1" dirty="0">
                  <a:ln w="28575">
                    <a:noFill/>
                  </a:ln>
                  <a:solidFill>
                    <a:srgbClr val="089DA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3D75ECDC-C9E1-4F08-889B-05D2328C1569}"/>
                  </a:ext>
                </a:extLst>
              </p:cNvPr>
              <p:cNvSpPr/>
              <p:nvPr/>
            </p:nvSpPr>
            <p:spPr>
              <a:xfrm>
                <a:off x="1159972" y="1152724"/>
                <a:ext cx="2441694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200" b="1" dirty="0">
                    <a:solidFill>
                      <a:srgbClr val="089DA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数据库设计和建立</a:t>
                </a: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84FAE5E-0BB0-405C-A283-5BC4E16D46AE}"/>
                  </a:ext>
                </a:extLst>
              </p:cNvPr>
              <p:cNvSpPr txBox="1"/>
              <p:nvPr/>
            </p:nvSpPr>
            <p:spPr>
              <a:xfrm>
                <a:off x="1128654" y="1512619"/>
                <a:ext cx="3088240" cy="292388"/>
              </a:xfrm>
              <a:prstGeom prst="snip1Rect">
                <a:avLst>
                  <a:gd name="adj" fmla="val 0"/>
                </a:avLst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300" b="1" dirty="0">
                    <a:solidFill>
                      <a:srgbClr val="089DA3"/>
                    </a:solidFill>
                    <a:latin typeface="Arial" panose="020B0604020202020204" pitchFamily="34" charset="0"/>
                    <a:ea typeface="华文仿宋" panose="02010600040101010101" pitchFamily="2" charset="-122"/>
                    <a:cs typeface="Arial" panose="020B0604020202020204" pitchFamily="34" charset="0"/>
                  </a:rPr>
                  <a:t>Database design and establishment</a:t>
                </a:r>
                <a:endParaRPr lang="zh-CN" altLang="en-US" sz="1300" b="1" dirty="0">
                  <a:ln>
                    <a:solidFill>
                      <a:srgbClr val="00762F"/>
                    </a:solidFill>
                  </a:ln>
                  <a:solidFill>
                    <a:srgbClr val="089DA3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84EF7268-795D-4AD5-8457-FCEF01D6096B}"/>
                  </a:ext>
                </a:extLst>
              </p:cNvPr>
              <p:cNvSpPr/>
              <p:nvPr/>
            </p:nvSpPr>
            <p:spPr bwMode="auto">
              <a:xfrm>
                <a:off x="557337" y="1234267"/>
                <a:ext cx="540000" cy="540000"/>
              </a:xfrm>
              <a:prstGeom prst="rect">
                <a:avLst/>
              </a:prstGeom>
              <a:noFill/>
              <a:ln w="44450" cap="flat" cmpd="sng" algn="ctr">
                <a:solidFill>
                  <a:srgbClr val="089DA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AF2AA7D-3793-4535-B0AA-46FDACFA0068}"/>
              </a:ext>
            </a:extLst>
          </p:cNvPr>
          <p:cNvGrpSpPr/>
          <p:nvPr/>
        </p:nvGrpSpPr>
        <p:grpSpPr>
          <a:xfrm>
            <a:off x="334887" y="6380098"/>
            <a:ext cx="8466616" cy="288000"/>
            <a:chOff x="309094" y="6254351"/>
            <a:chExt cx="8466616" cy="28800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294FB8EE-A969-4661-9206-1C3F97747B84}"/>
                </a:ext>
              </a:extLst>
            </p:cNvPr>
            <p:cNvGrpSpPr/>
            <p:nvPr/>
          </p:nvGrpSpPr>
          <p:grpSpPr>
            <a:xfrm>
              <a:off x="309094" y="6254351"/>
              <a:ext cx="6592726" cy="288000"/>
              <a:chOff x="1951684" y="5281871"/>
              <a:chExt cx="6592726" cy="288000"/>
            </a:xfrm>
          </p:grpSpPr>
          <p:sp>
            <p:nvSpPr>
              <p:cNvPr id="52" name="梯形 51">
                <a:extLst>
                  <a:ext uri="{FF2B5EF4-FFF2-40B4-BE49-F238E27FC236}">
                    <a16:creationId xmlns:a16="http://schemas.microsoft.com/office/drawing/2014/main" id="{0D403CE5-3655-48F5-960B-6277B311D35C}"/>
                  </a:ext>
                </a:extLst>
              </p:cNvPr>
              <p:cNvSpPr/>
              <p:nvPr/>
            </p:nvSpPr>
            <p:spPr>
              <a:xfrm>
                <a:off x="3877160" y="5281871"/>
                <a:ext cx="4667250" cy="288000"/>
              </a:xfrm>
              <a:prstGeom prst="trapezoid">
                <a:avLst/>
              </a:prstGeom>
              <a:solidFill>
                <a:srgbClr val="77C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答辩人：李卓</a:t>
                </a:r>
              </a:p>
            </p:txBody>
          </p: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F977D431-AA02-4250-B4AE-4752F5E872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1684" y="5460156"/>
                <a:ext cx="1800000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CCB64742-0972-4BAD-8413-060A9ED82265}"/>
                </a:ext>
              </a:extLst>
            </p:cNvPr>
            <p:cNvCxnSpPr>
              <a:cxnSpLocks/>
            </p:cNvCxnSpPr>
            <p:nvPr/>
          </p:nvCxnSpPr>
          <p:spPr>
            <a:xfrm>
              <a:off x="6975710" y="6413672"/>
              <a:ext cx="180000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37ACFF2C-6DAF-4B36-875F-12313B342536}"/>
              </a:ext>
            </a:extLst>
          </p:cNvPr>
          <p:cNvSpPr txBox="1"/>
          <p:nvPr/>
        </p:nvSpPr>
        <p:spPr>
          <a:xfrm>
            <a:off x="2437313" y="2045688"/>
            <a:ext cx="426937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00" b="1" dirty="0" err="1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Diagnostic_lagout</a:t>
            </a:r>
            <a:r>
              <a:rPr lang="zh-CN" altLang="en-US" sz="2500" b="1" dirty="0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诊断记录表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836D0E6-E5B4-45FE-87D5-80B29D0888B5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00" b="8661"/>
          <a:stretch/>
        </p:blipFill>
        <p:spPr>
          <a:xfrm>
            <a:off x="971999" y="2651420"/>
            <a:ext cx="72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59654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3ABD88E1-070A-4A4B-8038-8F52F4C098AA}"/>
              </a:ext>
            </a:extLst>
          </p:cNvPr>
          <p:cNvGrpSpPr/>
          <p:nvPr/>
        </p:nvGrpSpPr>
        <p:grpSpPr>
          <a:xfrm>
            <a:off x="241269" y="1257086"/>
            <a:ext cx="8661461" cy="5411012"/>
            <a:chOff x="241269" y="1257086"/>
            <a:chExt cx="8661461" cy="5411012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A4FEF86-A83C-4A7B-B223-E05D9015B4FB}"/>
                </a:ext>
              </a:extLst>
            </p:cNvPr>
            <p:cNvSpPr/>
            <p:nvPr/>
          </p:nvSpPr>
          <p:spPr>
            <a:xfrm>
              <a:off x="241269" y="1257086"/>
              <a:ext cx="8661461" cy="541101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25400" sx="102000" sy="102000" algn="ctr" rotWithShape="0">
                <a:schemeClr val="bg1">
                  <a:lumMod val="65000"/>
                  <a:alpha val="3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9D302BC9-01EE-4216-8233-69DF9E287A68}"/>
                </a:ext>
              </a:extLst>
            </p:cNvPr>
            <p:cNvGrpSpPr/>
            <p:nvPr/>
          </p:nvGrpSpPr>
          <p:grpSpPr>
            <a:xfrm>
              <a:off x="437242" y="1386911"/>
              <a:ext cx="3690875" cy="652283"/>
              <a:chOff x="526019" y="1152724"/>
              <a:chExt cx="3690875" cy="652283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07ECA8D-6ECE-4808-B1BE-98EC5CC262DD}"/>
                  </a:ext>
                </a:extLst>
              </p:cNvPr>
              <p:cNvSpPr txBox="1"/>
              <p:nvPr/>
            </p:nvSpPr>
            <p:spPr>
              <a:xfrm>
                <a:off x="526019" y="1304870"/>
                <a:ext cx="602635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100" b="1" dirty="0">
                    <a:ln w="28575">
                      <a:noFill/>
                    </a:ln>
                    <a:solidFill>
                      <a:srgbClr val="089DA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100" b="1" dirty="0">
                  <a:ln w="28575">
                    <a:noFill/>
                  </a:ln>
                  <a:solidFill>
                    <a:srgbClr val="089DA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D4AE21C2-0FA5-4B81-ADD5-9F21CB07BC1D}"/>
                  </a:ext>
                </a:extLst>
              </p:cNvPr>
              <p:cNvSpPr/>
              <p:nvPr/>
            </p:nvSpPr>
            <p:spPr>
              <a:xfrm>
                <a:off x="1159972" y="1152724"/>
                <a:ext cx="2441694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200" b="1" dirty="0">
                    <a:solidFill>
                      <a:srgbClr val="089DA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数据库设计和建立</a:t>
                </a: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F8D3041-3D83-4DCD-BA60-056220B23B39}"/>
                  </a:ext>
                </a:extLst>
              </p:cNvPr>
              <p:cNvSpPr txBox="1"/>
              <p:nvPr/>
            </p:nvSpPr>
            <p:spPr>
              <a:xfrm>
                <a:off x="1128654" y="1512619"/>
                <a:ext cx="3088240" cy="292388"/>
              </a:xfrm>
              <a:prstGeom prst="snip1Rect">
                <a:avLst>
                  <a:gd name="adj" fmla="val 0"/>
                </a:avLst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300" b="1" dirty="0">
                    <a:solidFill>
                      <a:srgbClr val="089DA3"/>
                    </a:solidFill>
                    <a:latin typeface="Arial" panose="020B0604020202020204" pitchFamily="34" charset="0"/>
                    <a:ea typeface="华文仿宋" panose="02010600040101010101" pitchFamily="2" charset="-122"/>
                    <a:cs typeface="Arial" panose="020B0604020202020204" pitchFamily="34" charset="0"/>
                  </a:rPr>
                  <a:t>Database design and establishment</a:t>
                </a:r>
                <a:endParaRPr lang="zh-CN" altLang="en-US" sz="1300" b="1" dirty="0">
                  <a:ln>
                    <a:solidFill>
                      <a:srgbClr val="00762F"/>
                    </a:solidFill>
                  </a:ln>
                  <a:solidFill>
                    <a:srgbClr val="089DA3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4BEFFD3-4182-4712-8E07-71EF6FD34386}"/>
                  </a:ext>
                </a:extLst>
              </p:cNvPr>
              <p:cNvSpPr/>
              <p:nvPr/>
            </p:nvSpPr>
            <p:spPr bwMode="auto">
              <a:xfrm>
                <a:off x="557337" y="1234267"/>
                <a:ext cx="540000" cy="540000"/>
              </a:xfrm>
              <a:prstGeom prst="rect">
                <a:avLst/>
              </a:prstGeom>
              <a:noFill/>
              <a:ln w="44450" cap="flat" cmpd="sng" algn="ctr">
                <a:solidFill>
                  <a:srgbClr val="089DA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AF2AA7D-3793-4535-B0AA-46FDACFA0068}"/>
              </a:ext>
            </a:extLst>
          </p:cNvPr>
          <p:cNvGrpSpPr/>
          <p:nvPr/>
        </p:nvGrpSpPr>
        <p:grpSpPr>
          <a:xfrm>
            <a:off x="334887" y="6380098"/>
            <a:ext cx="8466616" cy="288000"/>
            <a:chOff x="309094" y="6254351"/>
            <a:chExt cx="8466616" cy="28800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294FB8EE-A969-4661-9206-1C3F97747B84}"/>
                </a:ext>
              </a:extLst>
            </p:cNvPr>
            <p:cNvGrpSpPr/>
            <p:nvPr/>
          </p:nvGrpSpPr>
          <p:grpSpPr>
            <a:xfrm>
              <a:off x="309094" y="6254351"/>
              <a:ext cx="6592726" cy="288000"/>
              <a:chOff x="1951684" y="5281871"/>
              <a:chExt cx="6592726" cy="288000"/>
            </a:xfrm>
          </p:grpSpPr>
          <p:sp>
            <p:nvSpPr>
              <p:cNvPr id="52" name="梯形 51">
                <a:extLst>
                  <a:ext uri="{FF2B5EF4-FFF2-40B4-BE49-F238E27FC236}">
                    <a16:creationId xmlns:a16="http://schemas.microsoft.com/office/drawing/2014/main" id="{0D403CE5-3655-48F5-960B-6277B311D35C}"/>
                  </a:ext>
                </a:extLst>
              </p:cNvPr>
              <p:cNvSpPr/>
              <p:nvPr/>
            </p:nvSpPr>
            <p:spPr>
              <a:xfrm>
                <a:off x="3877160" y="5281871"/>
                <a:ext cx="4667250" cy="288000"/>
              </a:xfrm>
              <a:prstGeom prst="trapezoid">
                <a:avLst/>
              </a:prstGeom>
              <a:solidFill>
                <a:srgbClr val="77C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答辩人：李卓</a:t>
                </a:r>
              </a:p>
            </p:txBody>
          </p: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F977D431-AA02-4250-B4AE-4752F5E872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1684" y="5460156"/>
                <a:ext cx="1800000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CCB64742-0972-4BAD-8413-060A9ED82265}"/>
                </a:ext>
              </a:extLst>
            </p:cNvPr>
            <p:cNvCxnSpPr>
              <a:cxnSpLocks/>
            </p:cNvCxnSpPr>
            <p:nvPr/>
          </p:nvCxnSpPr>
          <p:spPr>
            <a:xfrm>
              <a:off x="6975710" y="6413672"/>
              <a:ext cx="180000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37ACFF2C-6DAF-4B36-875F-12313B342536}"/>
              </a:ext>
            </a:extLst>
          </p:cNvPr>
          <p:cNvSpPr txBox="1"/>
          <p:nvPr/>
        </p:nvSpPr>
        <p:spPr>
          <a:xfrm>
            <a:off x="2903698" y="2103352"/>
            <a:ext cx="333660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00" b="1" dirty="0" err="1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Doc_field</a:t>
            </a:r>
            <a:r>
              <a:rPr lang="en-US" altLang="zh-CN" sz="2500" b="1" dirty="0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500" b="1" dirty="0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医生</a:t>
            </a:r>
            <a:r>
              <a:rPr lang="en-US" altLang="zh-CN" sz="2500" b="1" dirty="0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</a:t>
            </a:r>
            <a:r>
              <a:rPr lang="zh-CN" altLang="en-US" sz="2500" b="1" dirty="0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科室表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AB168CC-C024-456E-BC03-46F7D9B31CE6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93" b="8524"/>
          <a:stretch/>
        </p:blipFill>
        <p:spPr>
          <a:xfrm>
            <a:off x="971998" y="2644564"/>
            <a:ext cx="72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982152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1D96DD9D-A38E-407D-A910-78531BC2DE8A}"/>
              </a:ext>
            </a:extLst>
          </p:cNvPr>
          <p:cNvGrpSpPr/>
          <p:nvPr/>
        </p:nvGrpSpPr>
        <p:grpSpPr>
          <a:xfrm>
            <a:off x="241269" y="1257086"/>
            <a:ext cx="8661461" cy="5411012"/>
            <a:chOff x="241269" y="1257086"/>
            <a:chExt cx="8661461" cy="5411012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236EA44-0B9C-437B-A99B-158C11A7E5A2}"/>
                </a:ext>
              </a:extLst>
            </p:cNvPr>
            <p:cNvSpPr/>
            <p:nvPr/>
          </p:nvSpPr>
          <p:spPr>
            <a:xfrm>
              <a:off x="241269" y="1257086"/>
              <a:ext cx="8661461" cy="541101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25400" sx="102000" sy="102000" algn="ctr" rotWithShape="0">
                <a:schemeClr val="bg1">
                  <a:lumMod val="65000"/>
                  <a:alpha val="3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6B2B130A-DD66-488F-8E0E-B33B92F12201}"/>
                </a:ext>
              </a:extLst>
            </p:cNvPr>
            <p:cNvGrpSpPr/>
            <p:nvPr/>
          </p:nvGrpSpPr>
          <p:grpSpPr>
            <a:xfrm>
              <a:off x="437242" y="1386911"/>
              <a:ext cx="3690875" cy="652283"/>
              <a:chOff x="526019" y="1152724"/>
              <a:chExt cx="3690875" cy="652283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324138F-A51F-4BC0-AA37-DE2C3DC6C3CC}"/>
                  </a:ext>
                </a:extLst>
              </p:cNvPr>
              <p:cNvSpPr txBox="1"/>
              <p:nvPr/>
            </p:nvSpPr>
            <p:spPr>
              <a:xfrm>
                <a:off x="526019" y="1304870"/>
                <a:ext cx="602635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100" b="1" dirty="0">
                    <a:ln w="28575">
                      <a:noFill/>
                    </a:ln>
                    <a:solidFill>
                      <a:srgbClr val="089DA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100" b="1" dirty="0">
                  <a:ln w="28575">
                    <a:noFill/>
                  </a:ln>
                  <a:solidFill>
                    <a:srgbClr val="089DA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48FDFC0C-ABEF-4E74-A5D6-C7AF8311F99A}"/>
                  </a:ext>
                </a:extLst>
              </p:cNvPr>
              <p:cNvSpPr/>
              <p:nvPr/>
            </p:nvSpPr>
            <p:spPr>
              <a:xfrm>
                <a:off x="1159972" y="1152724"/>
                <a:ext cx="2441694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200" b="1" dirty="0">
                    <a:solidFill>
                      <a:srgbClr val="089DA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数据库设计和建立</a:t>
                </a: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E7D3912-6299-467A-8C40-8AAF59A1E27F}"/>
                  </a:ext>
                </a:extLst>
              </p:cNvPr>
              <p:cNvSpPr txBox="1"/>
              <p:nvPr/>
            </p:nvSpPr>
            <p:spPr>
              <a:xfrm>
                <a:off x="1128654" y="1512619"/>
                <a:ext cx="3088240" cy="292388"/>
              </a:xfrm>
              <a:prstGeom prst="snip1Rect">
                <a:avLst>
                  <a:gd name="adj" fmla="val 0"/>
                </a:avLst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300" b="1" dirty="0">
                    <a:solidFill>
                      <a:srgbClr val="089DA3"/>
                    </a:solidFill>
                    <a:latin typeface="Arial" panose="020B0604020202020204" pitchFamily="34" charset="0"/>
                    <a:ea typeface="华文仿宋" panose="02010600040101010101" pitchFamily="2" charset="-122"/>
                    <a:cs typeface="Arial" panose="020B0604020202020204" pitchFamily="34" charset="0"/>
                  </a:rPr>
                  <a:t>Database design and establishment</a:t>
                </a:r>
                <a:endParaRPr lang="zh-CN" altLang="en-US" sz="1300" b="1" dirty="0">
                  <a:ln>
                    <a:solidFill>
                      <a:srgbClr val="00762F"/>
                    </a:solidFill>
                  </a:ln>
                  <a:solidFill>
                    <a:srgbClr val="089DA3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6DD00AFB-D805-47C9-9E9C-31A2D73BC8FD}"/>
                  </a:ext>
                </a:extLst>
              </p:cNvPr>
              <p:cNvSpPr/>
              <p:nvPr/>
            </p:nvSpPr>
            <p:spPr bwMode="auto">
              <a:xfrm>
                <a:off x="557337" y="1234267"/>
                <a:ext cx="540000" cy="540000"/>
              </a:xfrm>
              <a:prstGeom prst="rect">
                <a:avLst/>
              </a:prstGeom>
              <a:noFill/>
              <a:ln w="44450" cap="flat" cmpd="sng" algn="ctr">
                <a:solidFill>
                  <a:srgbClr val="089DA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AF2AA7D-3793-4535-B0AA-46FDACFA0068}"/>
              </a:ext>
            </a:extLst>
          </p:cNvPr>
          <p:cNvGrpSpPr/>
          <p:nvPr/>
        </p:nvGrpSpPr>
        <p:grpSpPr>
          <a:xfrm>
            <a:off x="334887" y="6380098"/>
            <a:ext cx="8466616" cy="288000"/>
            <a:chOff x="309094" y="6254351"/>
            <a:chExt cx="8466616" cy="28800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294FB8EE-A969-4661-9206-1C3F97747B84}"/>
                </a:ext>
              </a:extLst>
            </p:cNvPr>
            <p:cNvGrpSpPr/>
            <p:nvPr/>
          </p:nvGrpSpPr>
          <p:grpSpPr>
            <a:xfrm>
              <a:off x="309094" y="6254351"/>
              <a:ext cx="6592726" cy="288000"/>
              <a:chOff x="1951684" y="5281871"/>
              <a:chExt cx="6592726" cy="288000"/>
            </a:xfrm>
          </p:grpSpPr>
          <p:sp>
            <p:nvSpPr>
              <p:cNvPr id="52" name="梯形 51">
                <a:extLst>
                  <a:ext uri="{FF2B5EF4-FFF2-40B4-BE49-F238E27FC236}">
                    <a16:creationId xmlns:a16="http://schemas.microsoft.com/office/drawing/2014/main" id="{0D403CE5-3655-48F5-960B-6277B311D35C}"/>
                  </a:ext>
                </a:extLst>
              </p:cNvPr>
              <p:cNvSpPr/>
              <p:nvPr/>
            </p:nvSpPr>
            <p:spPr>
              <a:xfrm>
                <a:off x="3877160" y="5281871"/>
                <a:ext cx="4667250" cy="288000"/>
              </a:xfrm>
              <a:prstGeom prst="trapezoid">
                <a:avLst/>
              </a:prstGeom>
              <a:solidFill>
                <a:srgbClr val="77C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答辩人：李卓</a:t>
                </a:r>
              </a:p>
            </p:txBody>
          </p: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F977D431-AA02-4250-B4AE-4752F5E872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1684" y="5460156"/>
                <a:ext cx="1800000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CCB64742-0972-4BAD-8413-060A9ED82265}"/>
                </a:ext>
              </a:extLst>
            </p:cNvPr>
            <p:cNvCxnSpPr>
              <a:cxnSpLocks/>
            </p:cNvCxnSpPr>
            <p:nvPr/>
          </p:nvCxnSpPr>
          <p:spPr>
            <a:xfrm>
              <a:off x="6975710" y="6413672"/>
              <a:ext cx="180000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37ACFF2C-6DAF-4B36-875F-12313B342536}"/>
              </a:ext>
            </a:extLst>
          </p:cNvPr>
          <p:cNvSpPr txBox="1"/>
          <p:nvPr/>
        </p:nvSpPr>
        <p:spPr>
          <a:xfrm>
            <a:off x="2655705" y="2065408"/>
            <a:ext cx="383258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00" b="1" dirty="0" err="1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Doc_position</a:t>
            </a:r>
            <a:r>
              <a:rPr lang="zh-CN" altLang="en-US" sz="2500" b="1" dirty="0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医生</a:t>
            </a:r>
            <a:r>
              <a:rPr lang="en-US" altLang="zh-CN" sz="2500" b="1" dirty="0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</a:t>
            </a:r>
            <a:r>
              <a:rPr lang="zh-CN" altLang="en-US" sz="2500" b="1" dirty="0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职位表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534231F-79C6-49B5-B85C-37299BFE995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49" b="8613"/>
          <a:stretch/>
        </p:blipFill>
        <p:spPr>
          <a:xfrm>
            <a:off x="993988" y="2605828"/>
            <a:ext cx="72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914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37F2CB14-0A26-4FE0-BE21-E7103D8B5E86}"/>
              </a:ext>
            </a:extLst>
          </p:cNvPr>
          <p:cNvGrpSpPr/>
          <p:nvPr/>
        </p:nvGrpSpPr>
        <p:grpSpPr>
          <a:xfrm>
            <a:off x="241269" y="1257086"/>
            <a:ext cx="8661461" cy="5411012"/>
            <a:chOff x="241269" y="1257086"/>
            <a:chExt cx="8661461" cy="5411012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C0BAB05-A761-4772-949A-1AD062C570EB}"/>
                </a:ext>
              </a:extLst>
            </p:cNvPr>
            <p:cNvSpPr/>
            <p:nvPr/>
          </p:nvSpPr>
          <p:spPr>
            <a:xfrm>
              <a:off x="241269" y="1257086"/>
              <a:ext cx="8661461" cy="541101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25400" sx="102000" sy="102000" algn="ctr" rotWithShape="0">
                <a:schemeClr val="bg1">
                  <a:lumMod val="65000"/>
                  <a:alpha val="3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B82A2F5B-5955-4E17-8095-F2732EBB89E1}"/>
                </a:ext>
              </a:extLst>
            </p:cNvPr>
            <p:cNvGrpSpPr/>
            <p:nvPr/>
          </p:nvGrpSpPr>
          <p:grpSpPr>
            <a:xfrm>
              <a:off x="437242" y="1386911"/>
              <a:ext cx="3690875" cy="652283"/>
              <a:chOff x="526019" y="1152724"/>
              <a:chExt cx="3690875" cy="652283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6B6B8A6-FC49-403E-92B2-445DF7755081}"/>
                  </a:ext>
                </a:extLst>
              </p:cNvPr>
              <p:cNvSpPr txBox="1"/>
              <p:nvPr/>
            </p:nvSpPr>
            <p:spPr>
              <a:xfrm>
                <a:off x="526019" y="1304870"/>
                <a:ext cx="602635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100" b="1" dirty="0">
                    <a:ln w="28575">
                      <a:noFill/>
                    </a:ln>
                    <a:solidFill>
                      <a:srgbClr val="089DA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100" b="1" dirty="0">
                  <a:ln w="28575">
                    <a:noFill/>
                  </a:ln>
                  <a:solidFill>
                    <a:srgbClr val="089DA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69AC4F08-3033-4508-A33E-D21E23D4155E}"/>
                  </a:ext>
                </a:extLst>
              </p:cNvPr>
              <p:cNvSpPr/>
              <p:nvPr/>
            </p:nvSpPr>
            <p:spPr>
              <a:xfrm>
                <a:off x="1159972" y="1152724"/>
                <a:ext cx="2441694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200" b="1" dirty="0">
                    <a:solidFill>
                      <a:srgbClr val="089DA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数据库设计和建立</a:t>
                </a: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B5182EE-9768-42B3-86B2-1E01BF48B110}"/>
                  </a:ext>
                </a:extLst>
              </p:cNvPr>
              <p:cNvSpPr txBox="1"/>
              <p:nvPr/>
            </p:nvSpPr>
            <p:spPr>
              <a:xfrm>
                <a:off x="1128654" y="1512619"/>
                <a:ext cx="3088240" cy="292388"/>
              </a:xfrm>
              <a:prstGeom prst="snip1Rect">
                <a:avLst>
                  <a:gd name="adj" fmla="val 0"/>
                </a:avLst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300" b="1" dirty="0">
                    <a:solidFill>
                      <a:srgbClr val="089DA3"/>
                    </a:solidFill>
                    <a:latin typeface="Arial" panose="020B0604020202020204" pitchFamily="34" charset="0"/>
                    <a:ea typeface="华文仿宋" panose="02010600040101010101" pitchFamily="2" charset="-122"/>
                    <a:cs typeface="Arial" panose="020B0604020202020204" pitchFamily="34" charset="0"/>
                  </a:rPr>
                  <a:t>Database design and establishment</a:t>
                </a:r>
                <a:endParaRPr lang="zh-CN" altLang="en-US" sz="1300" b="1" dirty="0">
                  <a:ln>
                    <a:solidFill>
                      <a:srgbClr val="00762F"/>
                    </a:solidFill>
                  </a:ln>
                  <a:solidFill>
                    <a:srgbClr val="089DA3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01F9E0FB-FB60-41C0-9F5B-BB9F9FBEE215}"/>
                  </a:ext>
                </a:extLst>
              </p:cNvPr>
              <p:cNvSpPr/>
              <p:nvPr/>
            </p:nvSpPr>
            <p:spPr bwMode="auto">
              <a:xfrm>
                <a:off x="557337" y="1234267"/>
                <a:ext cx="540000" cy="540000"/>
              </a:xfrm>
              <a:prstGeom prst="rect">
                <a:avLst/>
              </a:prstGeom>
              <a:noFill/>
              <a:ln w="44450" cap="flat" cmpd="sng" algn="ctr">
                <a:solidFill>
                  <a:srgbClr val="089DA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AF2AA7D-3793-4535-B0AA-46FDACFA0068}"/>
              </a:ext>
            </a:extLst>
          </p:cNvPr>
          <p:cNvGrpSpPr/>
          <p:nvPr/>
        </p:nvGrpSpPr>
        <p:grpSpPr>
          <a:xfrm>
            <a:off x="334887" y="6380098"/>
            <a:ext cx="8466616" cy="288000"/>
            <a:chOff x="309094" y="6254351"/>
            <a:chExt cx="8466616" cy="28800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294FB8EE-A969-4661-9206-1C3F97747B84}"/>
                </a:ext>
              </a:extLst>
            </p:cNvPr>
            <p:cNvGrpSpPr/>
            <p:nvPr/>
          </p:nvGrpSpPr>
          <p:grpSpPr>
            <a:xfrm>
              <a:off x="309094" y="6254351"/>
              <a:ext cx="6592726" cy="288000"/>
              <a:chOff x="1951684" y="5281871"/>
              <a:chExt cx="6592726" cy="288000"/>
            </a:xfrm>
          </p:grpSpPr>
          <p:sp>
            <p:nvSpPr>
              <p:cNvPr id="52" name="梯形 51">
                <a:extLst>
                  <a:ext uri="{FF2B5EF4-FFF2-40B4-BE49-F238E27FC236}">
                    <a16:creationId xmlns:a16="http://schemas.microsoft.com/office/drawing/2014/main" id="{0D403CE5-3655-48F5-960B-6277B311D35C}"/>
                  </a:ext>
                </a:extLst>
              </p:cNvPr>
              <p:cNvSpPr/>
              <p:nvPr/>
            </p:nvSpPr>
            <p:spPr>
              <a:xfrm>
                <a:off x="3877160" y="5281871"/>
                <a:ext cx="4667250" cy="288000"/>
              </a:xfrm>
              <a:prstGeom prst="trapezoid">
                <a:avLst/>
              </a:prstGeom>
              <a:solidFill>
                <a:srgbClr val="77C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答辩人：李卓</a:t>
                </a:r>
              </a:p>
            </p:txBody>
          </p: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F977D431-AA02-4250-B4AE-4752F5E872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1684" y="5460156"/>
                <a:ext cx="1800000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CCB64742-0972-4BAD-8413-060A9ED82265}"/>
                </a:ext>
              </a:extLst>
            </p:cNvPr>
            <p:cNvCxnSpPr>
              <a:cxnSpLocks/>
            </p:cNvCxnSpPr>
            <p:nvPr/>
          </p:nvCxnSpPr>
          <p:spPr>
            <a:xfrm>
              <a:off x="6975710" y="6413672"/>
              <a:ext cx="180000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37ACFF2C-6DAF-4B36-875F-12313B342536}"/>
              </a:ext>
            </a:extLst>
          </p:cNvPr>
          <p:cNvSpPr txBox="1"/>
          <p:nvPr/>
        </p:nvSpPr>
        <p:spPr>
          <a:xfrm>
            <a:off x="3062916" y="2051860"/>
            <a:ext cx="30181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00" b="1" dirty="0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Doctors </a:t>
            </a:r>
            <a:r>
              <a:rPr lang="zh-CN" altLang="en-US" sz="2500" b="1" dirty="0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医生信息表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6A3EC42-CC90-4E49-BCD7-64B7A0BF348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26" b="9377"/>
          <a:stretch/>
        </p:blipFill>
        <p:spPr>
          <a:xfrm>
            <a:off x="971998" y="2604989"/>
            <a:ext cx="72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8220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9A59062F-8841-404C-97D7-98C4DEFAE794}"/>
              </a:ext>
            </a:extLst>
          </p:cNvPr>
          <p:cNvGrpSpPr/>
          <p:nvPr/>
        </p:nvGrpSpPr>
        <p:grpSpPr>
          <a:xfrm>
            <a:off x="241269" y="1257086"/>
            <a:ext cx="8661461" cy="5411012"/>
            <a:chOff x="241269" y="1257086"/>
            <a:chExt cx="8661461" cy="5411012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29CF603-3194-43E4-9107-0671CD10E470}"/>
                </a:ext>
              </a:extLst>
            </p:cNvPr>
            <p:cNvSpPr/>
            <p:nvPr/>
          </p:nvSpPr>
          <p:spPr>
            <a:xfrm>
              <a:off x="241269" y="1257086"/>
              <a:ext cx="8661461" cy="541101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25400" sx="102000" sy="102000" algn="ctr" rotWithShape="0">
                <a:schemeClr val="bg1">
                  <a:lumMod val="65000"/>
                  <a:alpha val="3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13EF1EFB-9A9E-4D86-B093-F44206239C63}"/>
                </a:ext>
              </a:extLst>
            </p:cNvPr>
            <p:cNvGrpSpPr/>
            <p:nvPr/>
          </p:nvGrpSpPr>
          <p:grpSpPr>
            <a:xfrm>
              <a:off x="437242" y="1386911"/>
              <a:ext cx="3690875" cy="652283"/>
              <a:chOff x="526019" y="1152724"/>
              <a:chExt cx="3690875" cy="652283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927F29C-4551-4C58-B808-45FFD2FBE88E}"/>
                  </a:ext>
                </a:extLst>
              </p:cNvPr>
              <p:cNvSpPr txBox="1"/>
              <p:nvPr/>
            </p:nvSpPr>
            <p:spPr>
              <a:xfrm>
                <a:off x="526019" y="1304870"/>
                <a:ext cx="602635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100" b="1" dirty="0">
                    <a:ln w="28575">
                      <a:noFill/>
                    </a:ln>
                    <a:solidFill>
                      <a:srgbClr val="089DA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100" b="1" dirty="0">
                  <a:ln w="28575">
                    <a:noFill/>
                  </a:ln>
                  <a:solidFill>
                    <a:srgbClr val="089DA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E96FDF3-78B1-4470-917D-41FAA6774C75}"/>
                  </a:ext>
                </a:extLst>
              </p:cNvPr>
              <p:cNvSpPr/>
              <p:nvPr/>
            </p:nvSpPr>
            <p:spPr>
              <a:xfrm>
                <a:off x="1159972" y="1152724"/>
                <a:ext cx="2441694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200" b="1" dirty="0">
                    <a:solidFill>
                      <a:srgbClr val="089DA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数据库设计和建立</a:t>
                </a: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4B7B954-4BBB-4CBC-95C1-F0001E91A6A8}"/>
                  </a:ext>
                </a:extLst>
              </p:cNvPr>
              <p:cNvSpPr txBox="1"/>
              <p:nvPr/>
            </p:nvSpPr>
            <p:spPr>
              <a:xfrm>
                <a:off x="1128654" y="1512619"/>
                <a:ext cx="3088240" cy="292388"/>
              </a:xfrm>
              <a:prstGeom prst="snip1Rect">
                <a:avLst>
                  <a:gd name="adj" fmla="val 0"/>
                </a:avLst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300" b="1" dirty="0">
                    <a:solidFill>
                      <a:srgbClr val="089DA3"/>
                    </a:solidFill>
                    <a:latin typeface="Arial" panose="020B0604020202020204" pitchFamily="34" charset="0"/>
                    <a:ea typeface="华文仿宋" panose="02010600040101010101" pitchFamily="2" charset="-122"/>
                    <a:cs typeface="Arial" panose="020B0604020202020204" pitchFamily="34" charset="0"/>
                  </a:rPr>
                  <a:t>Database design and establishment</a:t>
                </a:r>
                <a:endParaRPr lang="zh-CN" altLang="en-US" sz="1300" b="1" dirty="0">
                  <a:ln>
                    <a:solidFill>
                      <a:srgbClr val="00762F"/>
                    </a:solidFill>
                  </a:ln>
                  <a:solidFill>
                    <a:srgbClr val="089DA3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74EDE92D-F18F-48D3-A825-620663CC0091}"/>
                  </a:ext>
                </a:extLst>
              </p:cNvPr>
              <p:cNvSpPr/>
              <p:nvPr/>
            </p:nvSpPr>
            <p:spPr bwMode="auto">
              <a:xfrm>
                <a:off x="557337" y="1234267"/>
                <a:ext cx="540000" cy="540000"/>
              </a:xfrm>
              <a:prstGeom prst="rect">
                <a:avLst/>
              </a:prstGeom>
              <a:noFill/>
              <a:ln w="44450" cap="flat" cmpd="sng" algn="ctr">
                <a:solidFill>
                  <a:srgbClr val="089DA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AF2AA7D-3793-4535-B0AA-46FDACFA0068}"/>
              </a:ext>
            </a:extLst>
          </p:cNvPr>
          <p:cNvGrpSpPr/>
          <p:nvPr/>
        </p:nvGrpSpPr>
        <p:grpSpPr>
          <a:xfrm>
            <a:off x="334887" y="6380098"/>
            <a:ext cx="8466616" cy="288000"/>
            <a:chOff x="309094" y="6254351"/>
            <a:chExt cx="8466616" cy="28800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294FB8EE-A969-4661-9206-1C3F97747B84}"/>
                </a:ext>
              </a:extLst>
            </p:cNvPr>
            <p:cNvGrpSpPr/>
            <p:nvPr/>
          </p:nvGrpSpPr>
          <p:grpSpPr>
            <a:xfrm>
              <a:off x="309094" y="6254351"/>
              <a:ext cx="6592726" cy="288000"/>
              <a:chOff x="1951684" y="5281871"/>
              <a:chExt cx="6592726" cy="288000"/>
            </a:xfrm>
          </p:grpSpPr>
          <p:sp>
            <p:nvSpPr>
              <p:cNvPr id="52" name="梯形 51">
                <a:extLst>
                  <a:ext uri="{FF2B5EF4-FFF2-40B4-BE49-F238E27FC236}">
                    <a16:creationId xmlns:a16="http://schemas.microsoft.com/office/drawing/2014/main" id="{0D403CE5-3655-48F5-960B-6277B311D35C}"/>
                  </a:ext>
                </a:extLst>
              </p:cNvPr>
              <p:cNvSpPr/>
              <p:nvPr/>
            </p:nvSpPr>
            <p:spPr>
              <a:xfrm>
                <a:off x="3877160" y="5281871"/>
                <a:ext cx="4667250" cy="288000"/>
              </a:xfrm>
              <a:prstGeom prst="trapezoid">
                <a:avLst/>
              </a:prstGeom>
              <a:solidFill>
                <a:srgbClr val="77C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答辩人：李卓</a:t>
                </a:r>
              </a:p>
            </p:txBody>
          </p: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F977D431-AA02-4250-B4AE-4752F5E872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1684" y="5460156"/>
                <a:ext cx="1800000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CCB64742-0972-4BAD-8413-060A9ED82265}"/>
                </a:ext>
              </a:extLst>
            </p:cNvPr>
            <p:cNvCxnSpPr>
              <a:cxnSpLocks/>
            </p:cNvCxnSpPr>
            <p:nvPr/>
          </p:nvCxnSpPr>
          <p:spPr>
            <a:xfrm>
              <a:off x="6975710" y="6413672"/>
              <a:ext cx="180000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37ACFF2C-6DAF-4B36-875F-12313B342536}"/>
              </a:ext>
            </a:extLst>
          </p:cNvPr>
          <p:cNvSpPr txBox="1"/>
          <p:nvPr/>
        </p:nvSpPr>
        <p:spPr>
          <a:xfrm>
            <a:off x="3671998" y="2039312"/>
            <a:ext cx="18000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00" b="1" dirty="0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Image</a:t>
            </a:r>
            <a:r>
              <a:rPr lang="zh-CN" altLang="en-US" sz="2500" b="1" dirty="0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图表</a:t>
            </a:r>
            <a:endParaRPr lang="en-US" altLang="zh-CN" sz="2500" b="1" dirty="0">
              <a:solidFill>
                <a:srgbClr val="2A617A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B6AF0D4-93AD-4BB8-94A1-229ACEFDE5B0}"/>
              </a:ext>
            </a:extLst>
          </p:cNvPr>
          <p:cNvPicPr>
            <a:picLocks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46" b="7659"/>
          <a:stretch/>
        </p:blipFill>
        <p:spPr>
          <a:xfrm>
            <a:off x="971998" y="2651420"/>
            <a:ext cx="72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653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68FF6333-BC09-4F8D-BB54-B72F3C848FD2}"/>
              </a:ext>
            </a:extLst>
          </p:cNvPr>
          <p:cNvGrpSpPr/>
          <p:nvPr/>
        </p:nvGrpSpPr>
        <p:grpSpPr>
          <a:xfrm>
            <a:off x="241269" y="1257086"/>
            <a:ext cx="8661461" cy="5411012"/>
            <a:chOff x="241269" y="1257086"/>
            <a:chExt cx="8661461" cy="5411012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7F83F61-D1DD-4A65-BCB3-5A6939590EC4}"/>
                </a:ext>
              </a:extLst>
            </p:cNvPr>
            <p:cNvSpPr/>
            <p:nvPr/>
          </p:nvSpPr>
          <p:spPr>
            <a:xfrm>
              <a:off x="241269" y="1257086"/>
              <a:ext cx="8661461" cy="541101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25400" sx="102000" sy="102000" algn="ctr" rotWithShape="0">
                <a:schemeClr val="bg1">
                  <a:lumMod val="65000"/>
                  <a:alpha val="3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F88E454F-3158-4C50-8B39-5D3563FDCE4B}"/>
                </a:ext>
              </a:extLst>
            </p:cNvPr>
            <p:cNvGrpSpPr/>
            <p:nvPr/>
          </p:nvGrpSpPr>
          <p:grpSpPr>
            <a:xfrm>
              <a:off x="437242" y="1386911"/>
              <a:ext cx="3690875" cy="652283"/>
              <a:chOff x="526019" y="1152724"/>
              <a:chExt cx="3690875" cy="652283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9B2975E-4BAA-4292-AC7F-C34327871EF4}"/>
                  </a:ext>
                </a:extLst>
              </p:cNvPr>
              <p:cNvSpPr txBox="1"/>
              <p:nvPr/>
            </p:nvSpPr>
            <p:spPr>
              <a:xfrm>
                <a:off x="526019" y="1304870"/>
                <a:ext cx="602635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100" b="1" dirty="0">
                    <a:ln w="28575">
                      <a:noFill/>
                    </a:ln>
                    <a:solidFill>
                      <a:srgbClr val="089DA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100" b="1" dirty="0">
                  <a:ln w="28575">
                    <a:noFill/>
                  </a:ln>
                  <a:solidFill>
                    <a:srgbClr val="089DA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3C7C3044-B45F-4A80-8080-7C49C1C1679E}"/>
                  </a:ext>
                </a:extLst>
              </p:cNvPr>
              <p:cNvSpPr/>
              <p:nvPr/>
            </p:nvSpPr>
            <p:spPr>
              <a:xfrm>
                <a:off x="1159972" y="1152724"/>
                <a:ext cx="2441694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200" b="1" dirty="0">
                    <a:solidFill>
                      <a:srgbClr val="089DA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数据库设计和建立</a:t>
                </a: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F60AF78-5AFB-4F01-930A-5F6BA3964C8A}"/>
                  </a:ext>
                </a:extLst>
              </p:cNvPr>
              <p:cNvSpPr txBox="1"/>
              <p:nvPr/>
            </p:nvSpPr>
            <p:spPr>
              <a:xfrm>
                <a:off x="1128654" y="1512619"/>
                <a:ext cx="3088240" cy="292388"/>
              </a:xfrm>
              <a:prstGeom prst="snip1Rect">
                <a:avLst>
                  <a:gd name="adj" fmla="val 0"/>
                </a:avLst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300" b="1" dirty="0">
                    <a:solidFill>
                      <a:srgbClr val="089DA3"/>
                    </a:solidFill>
                    <a:latin typeface="Arial" panose="020B0604020202020204" pitchFamily="34" charset="0"/>
                    <a:ea typeface="华文仿宋" panose="02010600040101010101" pitchFamily="2" charset="-122"/>
                    <a:cs typeface="Arial" panose="020B0604020202020204" pitchFamily="34" charset="0"/>
                  </a:rPr>
                  <a:t>Database design and establishment</a:t>
                </a:r>
                <a:endParaRPr lang="zh-CN" altLang="en-US" sz="1300" b="1" dirty="0">
                  <a:ln>
                    <a:solidFill>
                      <a:srgbClr val="00762F"/>
                    </a:solidFill>
                  </a:ln>
                  <a:solidFill>
                    <a:srgbClr val="089DA3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3489612D-6A8F-4F1E-B224-E663CA498467}"/>
                  </a:ext>
                </a:extLst>
              </p:cNvPr>
              <p:cNvSpPr/>
              <p:nvPr/>
            </p:nvSpPr>
            <p:spPr bwMode="auto">
              <a:xfrm>
                <a:off x="557337" y="1234267"/>
                <a:ext cx="540000" cy="540000"/>
              </a:xfrm>
              <a:prstGeom prst="rect">
                <a:avLst/>
              </a:prstGeom>
              <a:noFill/>
              <a:ln w="44450" cap="flat" cmpd="sng" algn="ctr">
                <a:solidFill>
                  <a:srgbClr val="089DA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AF2AA7D-3793-4535-B0AA-46FDACFA0068}"/>
              </a:ext>
            </a:extLst>
          </p:cNvPr>
          <p:cNvGrpSpPr/>
          <p:nvPr/>
        </p:nvGrpSpPr>
        <p:grpSpPr>
          <a:xfrm>
            <a:off x="334887" y="6380098"/>
            <a:ext cx="8466616" cy="288000"/>
            <a:chOff x="309094" y="6254351"/>
            <a:chExt cx="8466616" cy="28800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294FB8EE-A969-4661-9206-1C3F97747B84}"/>
                </a:ext>
              </a:extLst>
            </p:cNvPr>
            <p:cNvGrpSpPr/>
            <p:nvPr/>
          </p:nvGrpSpPr>
          <p:grpSpPr>
            <a:xfrm>
              <a:off x="309094" y="6254351"/>
              <a:ext cx="6592726" cy="288000"/>
              <a:chOff x="1951684" y="5281871"/>
              <a:chExt cx="6592726" cy="288000"/>
            </a:xfrm>
          </p:grpSpPr>
          <p:sp>
            <p:nvSpPr>
              <p:cNvPr id="52" name="梯形 51">
                <a:extLst>
                  <a:ext uri="{FF2B5EF4-FFF2-40B4-BE49-F238E27FC236}">
                    <a16:creationId xmlns:a16="http://schemas.microsoft.com/office/drawing/2014/main" id="{0D403CE5-3655-48F5-960B-6277B311D35C}"/>
                  </a:ext>
                </a:extLst>
              </p:cNvPr>
              <p:cNvSpPr/>
              <p:nvPr/>
            </p:nvSpPr>
            <p:spPr>
              <a:xfrm>
                <a:off x="3877160" y="5281871"/>
                <a:ext cx="4667250" cy="288000"/>
              </a:xfrm>
              <a:prstGeom prst="trapezoid">
                <a:avLst/>
              </a:prstGeom>
              <a:solidFill>
                <a:srgbClr val="77C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答辩人：李卓</a:t>
                </a:r>
              </a:p>
            </p:txBody>
          </p: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F977D431-AA02-4250-B4AE-4752F5E872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1684" y="5460156"/>
                <a:ext cx="1800000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CCB64742-0972-4BAD-8413-060A9ED82265}"/>
                </a:ext>
              </a:extLst>
            </p:cNvPr>
            <p:cNvCxnSpPr>
              <a:cxnSpLocks/>
            </p:cNvCxnSpPr>
            <p:nvPr/>
          </p:nvCxnSpPr>
          <p:spPr>
            <a:xfrm>
              <a:off x="6975710" y="6413672"/>
              <a:ext cx="180000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37ACFF2C-6DAF-4B36-875F-12313B342536}"/>
              </a:ext>
            </a:extLst>
          </p:cNvPr>
          <p:cNvSpPr txBox="1"/>
          <p:nvPr/>
        </p:nvSpPr>
        <p:spPr>
          <a:xfrm>
            <a:off x="3027879" y="2124894"/>
            <a:ext cx="308823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00" b="1" dirty="0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Patients </a:t>
            </a:r>
            <a:r>
              <a:rPr lang="zh-CN" altLang="en-US" sz="2500" b="1" dirty="0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病人信息表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07BCFE7-257F-4313-9724-EA02C57FF625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16" b="8631"/>
          <a:stretch/>
        </p:blipFill>
        <p:spPr>
          <a:xfrm>
            <a:off x="971999" y="2651420"/>
            <a:ext cx="72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1643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F987E2D8-3737-4472-90B7-438FD54A76AE}"/>
              </a:ext>
            </a:extLst>
          </p:cNvPr>
          <p:cNvGrpSpPr/>
          <p:nvPr/>
        </p:nvGrpSpPr>
        <p:grpSpPr>
          <a:xfrm>
            <a:off x="241269" y="1257086"/>
            <a:ext cx="8661461" cy="5411012"/>
            <a:chOff x="241269" y="1257086"/>
            <a:chExt cx="8661461" cy="5411012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D567E82-574E-468A-8739-5767021B529C}"/>
                </a:ext>
              </a:extLst>
            </p:cNvPr>
            <p:cNvSpPr/>
            <p:nvPr/>
          </p:nvSpPr>
          <p:spPr>
            <a:xfrm>
              <a:off x="241269" y="1257086"/>
              <a:ext cx="8661461" cy="541101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25400" sx="102000" sy="102000" algn="ctr" rotWithShape="0">
                <a:schemeClr val="bg1">
                  <a:lumMod val="65000"/>
                  <a:alpha val="3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D86DCADD-9265-4D6C-A59A-1D16C0472F26}"/>
                </a:ext>
              </a:extLst>
            </p:cNvPr>
            <p:cNvGrpSpPr/>
            <p:nvPr/>
          </p:nvGrpSpPr>
          <p:grpSpPr>
            <a:xfrm>
              <a:off x="437242" y="1386911"/>
              <a:ext cx="3690875" cy="652283"/>
              <a:chOff x="526019" y="1152724"/>
              <a:chExt cx="3690875" cy="652283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175EE41-5106-4189-84FB-1050A13B6DB8}"/>
                  </a:ext>
                </a:extLst>
              </p:cNvPr>
              <p:cNvSpPr txBox="1"/>
              <p:nvPr/>
            </p:nvSpPr>
            <p:spPr>
              <a:xfrm>
                <a:off x="526019" y="1304870"/>
                <a:ext cx="602635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100" b="1" dirty="0">
                    <a:ln w="28575">
                      <a:noFill/>
                    </a:ln>
                    <a:solidFill>
                      <a:srgbClr val="089DA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100" b="1" dirty="0">
                  <a:ln w="28575">
                    <a:noFill/>
                  </a:ln>
                  <a:solidFill>
                    <a:srgbClr val="089DA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CF7B9800-4514-4858-980F-60FB1AEF7AC9}"/>
                  </a:ext>
                </a:extLst>
              </p:cNvPr>
              <p:cNvSpPr/>
              <p:nvPr/>
            </p:nvSpPr>
            <p:spPr>
              <a:xfrm>
                <a:off x="1159972" y="1152724"/>
                <a:ext cx="2441694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200" b="1" dirty="0">
                    <a:solidFill>
                      <a:srgbClr val="089DA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数据库设计和建立</a:t>
                </a: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200B97E3-96E3-48FF-8D48-92AD5AA9FD97}"/>
                  </a:ext>
                </a:extLst>
              </p:cNvPr>
              <p:cNvSpPr txBox="1"/>
              <p:nvPr/>
            </p:nvSpPr>
            <p:spPr>
              <a:xfrm>
                <a:off x="1128654" y="1512619"/>
                <a:ext cx="3088240" cy="292388"/>
              </a:xfrm>
              <a:prstGeom prst="snip1Rect">
                <a:avLst>
                  <a:gd name="adj" fmla="val 0"/>
                </a:avLst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300" b="1" dirty="0">
                    <a:solidFill>
                      <a:srgbClr val="089DA3"/>
                    </a:solidFill>
                    <a:latin typeface="Arial" panose="020B0604020202020204" pitchFamily="34" charset="0"/>
                    <a:ea typeface="华文仿宋" panose="02010600040101010101" pitchFamily="2" charset="-122"/>
                    <a:cs typeface="Arial" panose="020B0604020202020204" pitchFamily="34" charset="0"/>
                  </a:rPr>
                  <a:t>Database design and establishment</a:t>
                </a:r>
                <a:endParaRPr lang="zh-CN" altLang="en-US" sz="1300" b="1" dirty="0">
                  <a:ln>
                    <a:solidFill>
                      <a:srgbClr val="00762F"/>
                    </a:solidFill>
                  </a:ln>
                  <a:solidFill>
                    <a:srgbClr val="089DA3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0E480DE3-0880-4D3E-BD7E-26C9193D3B79}"/>
                  </a:ext>
                </a:extLst>
              </p:cNvPr>
              <p:cNvSpPr/>
              <p:nvPr/>
            </p:nvSpPr>
            <p:spPr bwMode="auto">
              <a:xfrm>
                <a:off x="557337" y="1234267"/>
                <a:ext cx="540000" cy="540000"/>
              </a:xfrm>
              <a:prstGeom prst="rect">
                <a:avLst/>
              </a:prstGeom>
              <a:noFill/>
              <a:ln w="44450" cap="flat" cmpd="sng" algn="ctr">
                <a:solidFill>
                  <a:srgbClr val="089DA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AF2AA7D-3793-4535-B0AA-46FDACFA0068}"/>
              </a:ext>
            </a:extLst>
          </p:cNvPr>
          <p:cNvGrpSpPr/>
          <p:nvPr/>
        </p:nvGrpSpPr>
        <p:grpSpPr>
          <a:xfrm>
            <a:off x="334887" y="6380098"/>
            <a:ext cx="8466616" cy="288000"/>
            <a:chOff x="309094" y="6254351"/>
            <a:chExt cx="8466616" cy="28800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294FB8EE-A969-4661-9206-1C3F97747B84}"/>
                </a:ext>
              </a:extLst>
            </p:cNvPr>
            <p:cNvGrpSpPr/>
            <p:nvPr/>
          </p:nvGrpSpPr>
          <p:grpSpPr>
            <a:xfrm>
              <a:off x="309094" y="6254351"/>
              <a:ext cx="6592726" cy="288000"/>
              <a:chOff x="1951684" y="5281871"/>
              <a:chExt cx="6592726" cy="288000"/>
            </a:xfrm>
          </p:grpSpPr>
          <p:sp>
            <p:nvSpPr>
              <p:cNvPr id="52" name="梯形 51">
                <a:extLst>
                  <a:ext uri="{FF2B5EF4-FFF2-40B4-BE49-F238E27FC236}">
                    <a16:creationId xmlns:a16="http://schemas.microsoft.com/office/drawing/2014/main" id="{0D403CE5-3655-48F5-960B-6277B311D35C}"/>
                  </a:ext>
                </a:extLst>
              </p:cNvPr>
              <p:cNvSpPr/>
              <p:nvPr/>
            </p:nvSpPr>
            <p:spPr>
              <a:xfrm>
                <a:off x="3877160" y="5281871"/>
                <a:ext cx="4667250" cy="288000"/>
              </a:xfrm>
              <a:prstGeom prst="trapezoid">
                <a:avLst/>
              </a:prstGeom>
              <a:solidFill>
                <a:srgbClr val="77C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答辩人：李卓</a:t>
                </a:r>
              </a:p>
            </p:txBody>
          </p: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F977D431-AA02-4250-B4AE-4752F5E872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1684" y="5460156"/>
                <a:ext cx="1800000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CCB64742-0972-4BAD-8413-060A9ED82265}"/>
                </a:ext>
              </a:extLst>
            </p:cNvPr>
            <p:cNvCxnSpPr>
              <a:cxnSpLocks/>
            </p:cNvCxnSpPr>
            <p:nvPr/>
          </p:nvCxnSpPr>
          <p:spPr>
            <a:xfrm>
              <a:off x="6975710" y="6413672"/>
              <a:ext cx="180000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37ACFF2C-6DAF-4B36-875F-12313B342536}"/>
              </a:ext>
            </a:extLst>
          </p:cNvPr>
          <p:cNvSpPr txBox="1"/>
          <p:nvPr/>
        </p:nvSpPr>
        <p:spPr>
          <a:xfrm>
            <a:off x="3424139" y="1997060"/>
            <a:ext cx="22957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00" b="1" dirty="0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Position</a:t>
            </a:r>
            <a:r>
              <a:rPr lang="zh-CN" altLang="en-US" sz="2500" b="1" dirty="0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职位表</a:t>
            </a:r>
            <a:r>
              <a:rPr lang="en-US" altLang="zh-CN" sz="2500" b="1" dirty="0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zh-CN" altLang="en-US" sz="2500" b="1" dirty="0">
              <a:solidFill>
                <a:srgbClr val="2A617A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AEF2CAE-094E-47BC-8714-AE9308A38C36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28" b="7481"/>
          <a:stretch/>
        </p:blipFill>
        <p:spPr>
          <a:xfrm>
            <a:off x="971998" y="2610871"/>
            <a:ext cx="72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9334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3409197F-A729-480C-B85B-610776301184}"/>
              </a:ext>
            </a:extLst>
          </p:cNvPr>
          <p:cNvGrpSpPr/>
          <p:nvPr/>
        </p:nvGrpSpPr>
        <p:grpSpPr>
          <a:xfrm>
            <a:off x="241269" y="1257086"/>
            <a:ext cx="8661461" cy="5411012"/>
            <a:chOff x="241269" y="1257086"/>
            <a:chExt cx="8661461" cy="5411012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A8E94B6-A4C6-4CC7-83A9-A79EE92F8060}"/>
                </a:ext>
              </a:extLst>
            </p:cNvPr>
            <p:cNvSpPr/>
            <p:nvPr/>
          </p:nvSpPr>
          <p:spPr>
            <a:xfrm>
              <a:off x="241269" y="1257086"/>
              <a:ext cx="8661461" cy="541101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25400" sx="102000" sy="102000" algn="ctr" rotWithShape="0">
                <a:schemeClr val="bg1">
                  <a:lumMod val="65000"/>
                  <a:alpha val="3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8BA50B98-7E27-457D-AABE-FC3A869F664E}"/>
                </a:ext>
              </a:extLst>
            </p:cNvPr>
            <p:cNvGrpSpPr/>
            <p:nvPr/>
          </p:nvGrpSpPr>
          <p:grpSpPr>
            <a:xfrm>
              <a:off x="437242" y="1386911"/>
              <a:ext cx="3690875" cy="652283"/>
              <a:chOff x="526019" y="1152724"/>
              <a:chExt cx="3690875" cy="652283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EFF085C-6759-4E4A-92A4-D7DD53E64E82}"/>
                  </a:ext>
                </a:extLst>
              </p:cNvPr>
              <p:cNvSpPr txBox="1"/>
              <p:nvPr/>
            </p:nvSpPr>
            <p:spPr>
              <a:xfrm>
                <a:off x="526019" y="1304870"/>
                <a:ext cx="602635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100" b="1" dirty="0">
                    <a:ln w="28575">
                      <a:noFill/>
                    </a:ln>
                    <a:solidFill>
                      <a:srgbClr val="089DA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100" b="1" dirty="0">
                  <a:ln w="28575">
                    <a:noFill/>
                  </a:ln>
                  <a:solidFill>
                    <a:srgbClr val="089DA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684F495-4CBA-47B4-ABF8-E62C20384196}"/>
                  </a:ext>
                </a:extLst>
              </p:cNvPr>
              <p:cNvSpPr/>
              <p:nvPr/>
            </p:nvSpPr>
            <p:spPr>
              <a:xfrm>
                <a:off x="1159972" y="1152724"/>
                <a:ext cx="2441694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200" b="1" dirty="0">
                    <a:solidFill>
                      <a:srgbClr val="089DA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数据库设计和建立</a:t>
                </a: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BF69609-EF6A-4623-BAFA-AD40002C3E90}"/>
                  </a:ext>
                </a:extLst>
              </p:cNvPr>
              <p:cNvSpPr txBox="1"/>
              <p:nvPr/>
            </p:nvSpPr>
            <p:spPr>
              <a:xfrm>
                <a:off x="1128654" y="1512619"/>
                <a:ext cx="3088240" cy="292388"/>
              </a:xfrm>
              <a:prstGeom prst="snip1Rect">
                <a:avLst>
                  <a:gd name="adj" fmla="val 0"/>
                </a:avLst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300" b="1" dirty="0">
                    <a:solidFill>
                      <a:srgbClr val="089DA3"/>
                    </a:solidFill>
                    <a:latin typeface="Arial" panose="020B0604020202020204" pitchFamily="34" charset="0"/>
                    <a:ea typeface="华文仿宋" panose="02010600040101010101" pitchFamily="2" charset="-122"/>
                    <a:cs typeface="Arial" panose="020B0604020202020204" pitchFamily="34" charset="0"/>
                  </a:rPr>
                  <a:t>Database design and establishment</a:t>
                </a:r>
                <a:endParaRPr lang="zh-CN" altLang="en-US" sz="1300" b="1" dirty="0">
                  <a:ln>
                    <a:solidFill>
                      <a:srgbClr val="00762F"/>
                    </a:solidFill>
                  </a:ln>
                  <a:solidFill>
                    <a:srgbClr val="089DA3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592ED66-FE41-4A67-880D-1B8DBCC6E5A8}"/>
                  </a:ext>
                </a:extLst>
              </p:cNvPr>
              <p:cNvSpPr/>
              <p:nvPr/>
            </p:nvSpPr>
            <p:spPr bwMode="auto">
              <a:xfrm>
                <a:off x="557337" y="1234267"/>
                <a:ext cx="540000" cy="540000"/>
              </a:xfrm>
              <a:prstGeom prst="rect">
                <a:avLst/>
              </a:prstGeom>
              <a:noFill/>
              <a:ln w="44450" cap="flat" cmpd="sng" algn="ctr">
                <a:solidFill>
                  <a:srgbClr val="089DA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AF2AA7D-3793-4535-B0AA-46FDACFA0068}"/>
              </a:ext>
            </a:extLst>
          </p:cNvPr>
          <p:cNvGrpSpPr/>
          <p:nvPr/>
        </p:nvGrpSpPr>
        <p:grpSpPr>
          <a:xfrm>
            <a:off x="334887" y="6380098"/>
            <a:ext cx="8466616" cy="288000"/>
            <a:chOff x="309094" y="6254351"/>
            <a:chExt cx="8466616" cy="28800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294FB8EE-A969-4661-9206-1C3F97747B84}"/>
                </a:ext>
              </a:extLst>
            </p:cNvPr>
            <p:cNvGrpSpPr/>
            <p:nvPr/>
          </p:nvGrpSpPr>
          <p:grpSpPr>
            <a:xfrm>
              <a:off x="309094" y="6254351"/>
              <a:ext cx="6592726" cy="288000"/>
              <a:chOff x="1951684" y="5281871"/>
              <a:chExt cx="6592726" cy="288000"/>
            </a:xfrm>
          </p:grpSpPr>
          <p:sp>
            <p:nvSpPr>
              <p:cNvPr id="52" name="梯形 51">
                <a:extLst>
                  <a:ext uri="{FF2B5EF4-FFF2-40B4-BE49-F238E27FC236}">
                    <a16:creationId xmlns:a16="http://schemas.microsoft.com/office/drawing/2014/main" id="{0D403CE5-3655-48F5-960B-6277B311D35C}"/>
                  </a:ext>
                </a:extLst>
              </p:cNvPr>
              <p:cNvSpPr/>
              <p:nvPr/>
            </p:nvSpPr>
            <p:spPr>
              <a:xfrm>
                <a:off x="3877160" y="5281871"/>
                <a:ext cx="4667250" cy="288000"/>
              </a:xfrm>
              <a:prstGeom prst="trapezoid">
                <a:avLst/>
              </a:prstGeom>
              <a:solidFill>
                <a:srgbClr val="77C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答辩人：李卓</a:t>
                </a:r>
              </a:p>
            </p:txBody>
          </p: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F977D431-AA02-4250-B4AE-4752F5E872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1684" y="5460156"/>
                <a:ext cx="1800000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CCB64742-0972-4BAD-8413-060A9ED82265}"/>
                </a:ext>
              </a:extLst>
            </p:cNvPr>
            <p:cNvCxnSpPr>
              <a:cxnSpLocks/>
            </p:cNvCxnSpPr>
            <p:nvPr/>
          </p:nvCxnSpPr>
          <p:spPr>
            <a:xfrm>
              <a:off x="6975710" y="6413672"/>
              <a:ext cx="180000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37ACFF2C-6DAF-4B36-875F-12313B342536}"/>
              </a:ext>
            </a:extLst>
          </p:cNvPr>
          <p:cNvSpPr txBox="1"/>
          <p:nvPr/>
        </p:nvSpPr>
        <p:spPr>
          <a:xfrm>
            <a:off x="3142721" y="2068991"/>
            <a:ext cx="285855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00" b="1" dirty="0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Reservation </a:t>
            </a:r>
            <a:r>
              <a:rPr lang="zh-CN" altLang="en-US" sz="2500" b="1" dirty="0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预约表</a:t>
            </a:r>
            <a:r>
              <a:rPr lang="en-US" altLang="zh-CN" sz="2500" b="1" dirty="0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zh-CN" altLang="en-US" sz="2500" b="1" dirty="0">
              <a:solidFill>
                <a:srgbClr val="2A617A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140D183-6921-4FA7-9BD0-DC534BC9D792}"/>
              </a:ext>
            </a:extLst>
          </p:cNvPr>
          <p:cNvPicPr>
            <a:picLocks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51" b="8599"/>
          <a:stretch/>
        </p:blipFill>
        <p:spPr>
          <a:xfrm>
            <a:off x="971999" y="2670384"/>
            <a:ext cx="72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8801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5C418A6-7D72-4775-8C5C-A2D1AFE1C97C}"/>
              </a:ext>
            </a:extLst>
          </p:cNvPr>
          <p:cNvGrpSpPr/>
          <p:nvPr/>
        </p:nvGrpSpPr>
        <p:grpSpPr>
          <a:xfrm>
            <a:off x="241268" y="1257086"/>
            <a:ext cx="8661461" cy="5411012"/>
            <a:chOff x="241269" y="1257086"/>
            <a:chExt cx="8661461" cy="5411012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175A0FF-A7B6-4F1A-B0B4-A01F28487F8C}"/>
                </a:ext>
              </a:extLst>
            </p:cNvPr>
            <p:cNvSpPr/>
            <p:nvPr/>
          </p:nvSpPr>
          <p:spPr>
            <a:xfrm>
              <a:off x="241269" y="1257086"/>
              <a:ext cx="8661461" cy="541101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25400" sx="102000" sy="102000" algn="ctr" rotWithShape="0">
                <a:schemeClr val="bg1">
                  <a:lumMod val="65000"/>
                  <a:alpha val="3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88E2C026-98BE-4400-A3A5-B612D619D590}"/>
                </a:ext>
              </a:extLst>
            </p:cNvPr>
            <p:cNvGrpSpPr/>
            <p:nvPr/>
          </p:nvGrpSpPr>
          <p:grpSpPr>
            <a:xfrm>
              <a:off x="437242" y="1386911"/>
              <a:ext cx="3690875" cy="652283"/>
              <a:chOff x="526019" y="1152724"/>
              <a:chExt cx="3690875" cy="652283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FE7E5D5-17BF-40E5-AB55-F34C69A67DE1}"/>
                  </a:ext>
                </a:extLst>
              </p:cNvPr>
              <p:cNvSpPr txBox="1"/>
              <p:nvPr/>
            </p:nvSpPr>
            <p:spPr>
              <a:xfrm>
                <a:off x="526019" y="1304870"/>
                <a:ext cx="602635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100" b="1" dirty="0">
                    <a:ln w="28575">
                      <a:noFill/>
                    </a:ln>
                    <a:solidFill>
                      <a:srgbClr val="089DA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100" b="1" dirty="0">
                  <a:ln w="28575">
                    <a:noFill/>
                  </a:ln>
                  <a:solidFill>
                    <a:srgbClr val="089DA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BDCF5B3D-5069-4315-93AE-626532835826}"/>
                  </a:ext>
                </a:extLst>
              </p:cNvPr>
              <p:cNvSpPr/>
              <p:nvPr/>
            </p:nvSpPr>
            <p:spPr>
              <a:xfrm>
                <a:off x="1159972" y="1152724"/>
                <a:ext cx="2441694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200" b="1" dirty="0">
                    <a:solidFill>
                      <a:srgbClr val="089DA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数据库设计和建立</a:t>
                </a: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2C27381-CB79-4B77-B8D0-F6223093E945}"/>
                  </a:ext>
                </a:extLst>
              </p:cNvPr>
              <p:cNvSpPr txBox="1"/>
              <p:nvPr/>
            </p:nvSpPr>
            <p:spPr>
              <a:xfrm>
                <a:off x="1128654" y="1512619"/>
                <a:ext cx="3088240" cy="292388"/>
              </a:xfrm>
              <a:prstGeom prst="snip1Rect">
                <a:avLst>
                  <a:gd name="adj" fmla="val 0"/>
                </a:avLst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300" b="1" dirty="0">
                    <a:solidFill>
                      <a:srgbClr val="089DA3"/>
                    </a:solidFill>
                    <a:latin typeface="Arial" panose="020B0604020202020204" pitchFamily="34" charset="0"/>
                    <a:ea typeface="华文仿宋" panose="02010600040101010101" pitchFamily="2" charset="-122"/>
                    <a:cs typeface="Arial" panose="020B0604020202020204" pitchFamily="34" charset="0"/>
                  </a:rPr>
                  <a:t>Database design and establishment</a:t>
                </a:r>
                <a:endParaRPr lang="zh-CN" altLang="en-US" sz="1300" b="1" dirty="0">
                  <a:ln>
                    <a:solidFill>
                      <a:srgbClr val="00762F"/>
                    </a:solidFill>
                  </a:ln>
                  <a:solidFill>
                    <a:srgbClr val="089DA3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18B47579-27EA-4C50-BB68-2D39DB7F5806}"/>
                  </a:ext>
                </a:extLst>
              </p:cNvPr>
              <p:cNvSpPr/>
              <p:nvPr/>
            </p:nvSpPr>
            <p:spPr bwMode="auto">
              <a:xfrm>
                <a:off x="557337" y="1234267"/>
                <a:ext cx="540000" cy="540000"/>
              </a:xfrm>
              <a:prstGeom prst="rect">
                <a:avLst/>
              </a:prstGeom>
              <a:noFill/>
              <a:ln w="44450" cap="flat" cmpd="sng" algn="ctr">
                <a:solidFill>
                  <a:srgbClr val="089DA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AF2AA7D-3793-4535-B0AA-46FDACFA0068}"/>
              </a:ext>
            </a:extLst>
          </p:cNvPr>
          <p:cNvGrpSpPr/>
          <p:nvPr/>
        </p:nvGrpSpPr>
        <p:grpSpPr>
          <a:xfrm>
            <a:off x="334887" y="6380098"/>
            <a:ext cx="8466616" cy="288000"/>
            <a:chOff x="309094" y="6254351"/>
            <a:chExt cx="8466616" cy="28800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294FB8EE-A969-4661-9206-1C3F97747B84}"/>
                </a:ext>
              </a:extLst>
            </p:cNvPr>
            <p:cNvGrpSpPr/>
            <p:nvPr/>
          </p:nvGrpSpPr>
          <p:grpSpPr>
            <a:xfrm>
              <a:off x="309094" y="6254351"/>
              <a:ext cx="6592726" cy="288000"/>
              <a:chOff x="1951684" y="5281871"/>
              <a:chExt cx="6592726" cy="288000"/>
            </a:xfrm>
          </p:grpSpPr>
          <p:sp>
            <p:nvSpPr>
              <p:cNvPr id="52" name="梯形 51">
                <a:extLst>
                  <a:ext uri="{FF2B5EF4-FFF2-40B4-BE49-F238E27FC236}">
                    <a16:creationId xmlns:a16="http://schemas.microsoft.com/office/drawing/2014/main" id="{0D403CE5-3655-48F5-960B-6277B311D35C}"/>
                  </a:ext>
                </a:extLst>
              </p:cNvPr>
              <p:cNvSpPr/>
              <p:nvPr/>
            </p:nvSpPr>
            <p:spPr>
              <a:xfrm>
                <a:off x="3877160" y="5281871"/>
                <a:ext cx="4667250" cy="288000"/>
              </a:xfrm>
              <a:prstGeom prst="trapezoid">
                <a:avLst/>
              </a:prstGeom>
              <a:solidFill>
                <a:srgbClr val="77C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答辩人：李卓</a:t>
                </a:r>
              </a:p>
            </p:txBody>
          </p: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F977D431-AA02-4250-B4AE-4752F5E872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1684" y="5460156"/>
                <a:ext cx="1800000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CCB64742-0972-4BAD-8413-060A9ED82265}"/>
                </a:ext>
              </a:extLst>
            </p:cNvPr>
            <p:cNvCxnSpPr>
              <a:cxnSpLocks/>
            </p:cNvCxnSpPr>
            <p:nvPr/>
          </p:nvCxnSpPr>
          <p:spPr>
            <a:xfrm>
              <a:off x="6975710" y="6413672"/>
              <a:ext cx="180000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37ACFF2C-6DAF-4B36-875F-12313B342536}"/>
              </a:ext>
            </a:extLst>
          </p:cNvPr>
          <p:cNvSpPr txBox="1"/>
          <p:nvPr/>
        </p:nvSpPr>
        <p:spPr>
          <a:xfrm>
            <a:off x="2737365" y="2068991"/>
            <a:ext cx="366926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00" b="1" dirty="0" err="1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Reservation_all</a:t>
            </a:r>
            <a:r>
              <a:rPr lang="en-US" altLang="zh-CN" sz="2500" b="1" dirty="0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500" b="1" dirty="0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预约总表</a:t>
            </a:r>
            <a:r>
              <a:rPr lang="en-US" altLang="zh-CN" sz="2500" b="1" dirty="0">
                <a:solidFill>
                  <a:srgbClr val="2A617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zh-CN" altLang="en-US" sz="2500" b="1" dirty="0">
              <a:solidFill>
                <a:srgbClr val="2A617A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2AD0DB0-633B-48D7-9B2A-AD22AB39C80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82" b="8206"/>
          <a:stretch/>
        </p:blipFill>
        <p:spPr>
          <a:xfrm>
            <a:off x="971998" y="2664136"/>
            <a:ext cx="72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363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/>
          <p:cNvSpPr/>
          <p:nvPr/>
        </p:nvSpPr>
        <p:spPr>
          <a:xfrm>
            <a:off x="241269" y="1385603"/>
            <a:ext cx="8661461" cy="5367718"/>
          </a:xfrm>
          <a:prstGeom prst="rect">
            <a:avLst/>
          </a:prstGeom>
          <a:solidFill>
            <a:srgbClr val="089DA3"/>
          </a:solidFill>
          <a:ln>
            <a:noFill/>
          </a:ln>
          <a:effectLst>
            <a:outerShdw blurRad="50800" dist="25400" sx="102000" sy="102000" algn="ctr" rotWithShape="0">
              <a:schemeClr val="bg1">
                <a:lumMod val="65000"/>
                <a:alpha val="3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grpSp>
        <p:nvGrpSpPr>
          <p:cNvPr id="22" name="组合 21"/>
          <p:cNvGrpSpPr/>
          <p:nvPr/>
        </p:nvGrpSpPr>
        <p:grpSpPr>
          <a:xfrm>
            <a:off x="537428" y="2320416"/>
            <a:ext cx="3420000" cy="3420000"/>
            <a:chOff x="1245373" y="996543"/>
            <a:chExt cx="5002306" cy="4970205"/>
          </a:xfrm>
        </p:grpSpPr>
        <p:sp>
          <p:nvSpPr>
            <p:cNvPr id="23" name="任意多边形 22"/>
            <p:cNvSpPr/>
            <p:nvPr/>
          </p:nvSpPr>
          <p:spPr>
            <a:xfrm flipV="1">
              <a:off x="1245373" y="1632022"/>
              <a:ext cx="1710690" cy="895350"/>
            </a:xfrm>
            <a:custGeom>
              <a:avLst/>
              <a:gdLst>
                <a:gd name="connsiteX0" fmla="*/ 0 w 1657350"/>
                <a:gd name="connsiteY0" fmla="*/ 895350 h 895350"/>
                <a:gd name="connsiteX1" fmla="*/ 1657350 w 1657350"/>
                <a:gd name="connsiteY1" fmla="*/ 895350 h 895350"/>
                <a:gd name="connsiteX2" fmla="*/ 1657350 w 1657350"/>
                <a:gd name="connsiteY2" fmla="*/ 25493 h 895350"/>
                <a:gd name="connsiteX3" fmla="*/ 519303 w 1657350"/>
                <a:gd name="connsiteY3" fmla="*/ 0 h 895350"/>
                <a:gd name="connsiteX4" fmla="*/ 0 w 1657350"/>
                <a:gd name="connsiteY4" fmla="*/ 895350 h 895350"/>
                <a:gd name="connsiteX0-1" fmla="*/ 1657350 w 1748790"/>
                <a:gd name="connsiteY0-2" fmla="*/ 25493 h 986790"/>
                <a:gd name="connsiteX1-3" fmla="*/ 519303 w 1748790"/>
                <a:gd name="connsiteY1-4" fmla="*/ 0 h 986790"/>
                <a:gd name="connsiteX2-5" fmla="*/ 0 w 1748790"/>
                <a:gd name="connsiteY2-6" fmla="*/ 895350 h 986790"/>
                <a:gd name="connsiteX3-7" fmla="*/ 1748790 w 1748790"/>
                <a:gd name="connsiteY3-8" fmla="*/ 986790 h 986790"/>
                <a:gd name="connsiteX0-9" fmla="*/ 1657350 w 1710690"/>
                <a:gd name="connsiteY0-10" fmla="*/ 25493 h 895350"/>
                <a:gd name="connsiteX1-11" fmla="*/ 519303 w 1710690"/>
                <a:gd name="connsiteY1-12" fmla="*/ 0 h 895350"/>
                <a:gd name="connsiteX2-13" fmla="*/ 0 w 1710690"/>
                <a:gd name="connsiteY2-14" fmla="*/ 895350 h 895350"/>
                <a:gd name="connsiteX3-15" fmla="*/ 1710690 w 1710690"/>
                <a:gd name="connsiteY3-16" fmla="*/ 891540 h 895350"/>
                <a:gd name="connsiteX0-17" fmla="*/ 1657350 w 1710690"/>
                <a:gd name="connsiteY0-18" fmla="*/ 0 h 896751"/>
                <a:gd name="connsiteX1-19" fmla="*/ 519303 w 1710690"/>
                <a:gd name="connsiteY1-20" fmla="*/ 1401 h 896751"/>
                <a:gd name="connsiteX2-21" fmla="*/ 0 w 1710690"/>
                <a:gd name="connsiteY2-22" fmla="*/ 896751 h 896751"/>
                <a:gd name="connsiteX3-23" fmla="*/ 1710690 w 1710690"/>
                <a:gd name="connsiteY3-24" fmla="*/ 892941 h 896751"/>
                <a:gd name="connsiteX0-25" fmla="*/ 519303 w 1710690"/>
                <a:gd name="connsiteY0-26" fmla="*/ 0 h 895350"/>
                <a:gd name="connsiteX1-27" fmla="*/ 0 w 1710690"/>
                <a:gd name="connsiteY1-28" fmla="*/ 895350 h 895350"/>
                <a:gd name="connsiteX2-29" fmla="*/ 1710690 w 1710690"/>
                <a:gd name="connsiteY2-30" fmla="*/ 891540 h 8953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710690" h="895350">
                  <a:moveTo>
                    <a:pt x="519303" y="0"/>
                  </a:moveTo>
                  <a:lnTo>
                    <a:pt x="0" y="895350"/>
                  </a:lnTo>
                  <a:lnTo>
                    <a:pt x="1710690" y="89154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4" name="任意多边形 23"/>
            <p:cNvSpPr/>
            <p:nvPr/>
          </p:nvSpPr>
          <p:spPr>
            <a:xfrm flipV="1">
              <a:off x="2568775" y="3966812"/>
              <a:ext cx="2359540" cy="1999936"/>
            </a:xfrm>
            <a:custGeom>
              <a:avLst/>
              <a:gdLst>
                <a:gd name="connsiteX0" fmla="*/ 0 w 1338835"/>
                <a:gd name="connsiteY0" fmla="*/ 1154168 h 1154168"/>
                <a:gd name="connsiteX1" fmla="*/ 1338835 w 1338835"/>
                <a:gd name="connsiteY1" fmla="*/ 1154168 h 1154168"/>
                <a:gd name="connsiteX2" fmla="*/ 669417 w 1338835"/>
                <a:gd name="connsiteY2" fmla="*/ 0 h 1154168"/>
                <a:gd name="connsiteX3" fmla="*/ 0 w 1338835"/>
                <a:gd name="connsiteY3" fmla="*/ 1154168 h 1154168"/>
                <a:gd name="connsiteX0-1" fmla="*/ 1247395 w 1247395"/>
                <a:gd name="connsiteY0-2" fmla="*/ 1154168 h 1245608"/>
                <a:gd name="connsiteX1-3" fmla="*/ 577977 w 1247395"/>
                <a:gd name="connsiteY1-4" fmla="*/ 0 h 1245608"/>
                <a:gd name="connsiteX2-5" fmla="*/ 0 w 1247395"/>
                <a:gd name="connsiteY2-6" fmla="*/ 1245608 h 1245608"/>
                <a:gd name="connsiteX0-7" fmla="*/ 1361695 w 1361695"/>
                <a:gd name="connsiteY0-8" fmla="*/ 1154168 h 1154168"/>
                <a:gd name="connsiteX1-9" fmla="*/ 692277 w 1361695"/>
                <a:gd name="connsiteY1-10" fmla="*/ 0 h 1154168"/>
                <a:gd name="connsiteX2-11" fmla="*/ 0 w 1361695"/>
                <a:gd name="connsiteY2-12" fmla="*/ 1150358 h 11541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361695" h="1154168">
                  <a:moveTo>
                    <a:pt x="1361695" y="1154168"/>
                  </a:moveTo>
                  <a:lnTo>
                    <a:pt x="692277" y="0"/>
                  </a:lnTo>
                  <a:cubicBezTo>
                    <a:pt x="469138" y="384723"/>
                    <a:pt x="0" y="1150358"/>
                    <a:pt x="0" y="1150358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5" name="任意多边形 24"/>
            <p:cNvSpPr/>
            <p:nvPr/>
          </p:nvSpPr>
          <p:spPr>
            <a:xfrm flipV="1">
              <a:off x="1514403" y="1784421"/>
              <a:ext cx="1438969" cy="711574"/>
            </a:xfrm>
            <a:custGeom>
              <a:avLst/>
              <a:gdLst>
                <a:gd name="connsiteX0" fmla="*/ 0 w 1401318"/>
                <a:gd name="connsiteY0" fmla="*/ 597122 h 597122"/>
                <a:gd name="connsiteX1" fmla="*/ 1401318 w 1401318"/>
                <a:gd name="connsiteY1" fmla="*/ 597122 h 597122"/>
                <a:gd name="connsiteX2" fmla="*/ 1401318 w 1401318"/>
                <a:gd name="connsiteY2" fmla="*/ 0 h 597122"/>
                <a:gd name="connsiteX3" fmla="*/ 342520 w 1401318"/>
                <a:gd name="connsiteY3" fmla="*/ 6571 h 597122"/>
                <a:gd name="connsiteX4" fmla="*/ 0 w 1401318"/>
                <a:gd name="connsiteY4" fmla="*/ 597122 h 597122"/>
                <a:gd name="connsiteX0-1" fmla="*/ 1401318 w 1492758"/>
                <a:gd name="connsiteY0-2" fmla="*/ 0 h 688562"/>
                <a:gd name="connsiteX1-3" fmla="*/ 342520 w 1492758"/>
                <a:gd name="connsiteY1-4" fmla="*/ 6571 h 688562"/>
                <a:gd name="connsiteX2-5" fmla="*/ 0 w 1492758"/>
                <a:gd name="connsiteY2-6" fmla="*/ 597122 h 688562"/>
                <a:gd name="connsiteX3-7" fmla="*/ 1492758 w 1492758"/>
                <a:gd name="connsiteY3-8" fmla="*/ 688562 h 688562"/>
                <a:gd name="connsiteX0-9" fmla="*/ 1401318 w 1479311"/>
                <a:gd name="connsiteY0-10" fmla="*/ 0 h 597122"/>
                <a:gd name="connsiteX1-11" fmla="*/ 342520 w 1479311"/>
                <a:gd name="connsiteY1-12" fmla="*/ 6571 h 597122"/>
                <a:gd name="connsiteX2-13" fmla="*/ 0 w 1479311"/>
                <a:gd name="connsiteY2-14" fmla="*/ 597122 h 597122"/>
                <a:gd name="connsiteX3-15" fmla="*/ 1479311 w 1479311"/>
                <a:gd name="connsiteY3-16" fmla="*/ 580985 h 597122"/>
                <a:gd name="connsiteX0-17" fmla="*/ 1401318 w 1519652"/>
                <a:gd name="connsiteY0-18" fmla="*/ 0 h 597122"/>
                <a:gd name="connsiteX1-19" fmla="*/ 342520 w 1519652"/>
                <a:gd name="connsiteY1-20" fmla="*/ 6571 h 597122"/>
                <a:gd name="connsiteX2-21" fmla="*/ 0 w 1519652"/>
                <a:gd name="connsiteY2-22" fmla="*/ 597122 h 597122"/>
                <a:gd name="connsiteX3-23" fmla="*/ 1519652 w 1519652"/>
                <a:gd name="connsiteY3-24" fmla="*/ 594432 h 597122"/>
                <a:gd name="connsiteX0-25" fmla="*/ 1401318 w 1438969"/>
                <a:gd name="connsiteY0-26" fmla="*/ 0 h 607880"/>
                <a:gd name="connsiteX1-27" fmla="*/ 342520 w 1438969"/>
                <a:gd name="connsiteY1-28" fmla="*/ 6571 h 607880"/>
                <a:gd name="connsiteX2-29" fmla="*/ 0 w 1438969"/>
                <a:gd name="connsiteY2-30" fmla="*/ 597122 h 607880"/>
                <a:gd name="connsiteX3-31" fmla="*/ 1438969 w 1438969"/>
                <a:gd name="connsiteY3-32" fmla="*/ 607880 h 607880"/>
                <a:gd name="connsiteX0-33" fmla="*/ 1401318 w 1438969"/>
                <a:gd name="connsiteY0-34" fmla="*/ 0 h 597122"/>
                <a:gd name="connsiteX1-35" fmla="*/ 342520 w 1438969"/>
                <a:gd name="connsiteY1-36" fmla="*/ 6571 h 597122"/>
                <a:gd name="connsiteX2-37" fmla="*/ 0 w 1438969"/>
                <a:gd name="connsiteY2-38" fmla="*/ 597122 h 597122"/>
                <a:gd name="connsiteX3-39" fmla="*/ 1438969 w 1438969"/>
                <a:gd name="connsiteY3-40" fmla="*/ 580986 h 597122"/>
                <a:gd name="connsiteX0-41" fmla="*/ 1401318 w 1438969"/>
                <a:gd name="connsiteY0-42" fmla="*/ 0 h 597122"/>
                <a:gd name="connsiteX1-43" fmla="*/ 342520 w 1438969"/>
                <a:gd name="connsiteY1-44" fmla="*/ 6571 h 597122"/>
                <a:gd name="connsiteX2-45" fmla="*/ 0 w 1438969"/>
                <a:gd name="connsiteY2-46" fmla="*/ 597122 h 597122"/>
                <a:gd name="connsiteX3-47" fmla="*/ 1438969 w 1438969"/>
                <a:gd name="connsiteY3-48" fmla="*/ 594433 h 597122"/>
                <a:gd name="connsiteX0-49" fmla="*/ 1401318 w 1401318"/>
                <a:gd name="connsiteY0-50" fmla="*/ 0 h 597122"/>
                <a:gd name="connsiteX1-51" fmla="*/ 342520 w 1401318"/>
                <a:gd name="connsiteY1-52" fmla="*/ 6571 h 597122"/>
                <a:gd name="connsiteX2-53" fmla="*/ 0 w 1401318"/>
                <a:gd name="connsiteY2-54" fmla="*/ 597122 h 597122"/>
                <a:gd name="connsiteX3-55" fmla="*/ 1385181 w 1401318"/>
                <a:gd name="connsiteY3-56" fmla="*/ 594433 h 597122"/>
                <a:gd name="connsiteX0-57" fmla="*/ 1401318 w 1401318"/>
                <a:gd name="connsiteY0-58" fmla="*/ 0 h 597122"/>
                <a:gd name="connsiteX1-59" fmla="*/ 342520 w 1401318"/>
                <a:gd name="connsiteY1-60" fmla="*/ 6571 h 597122"/>
                <a:gd name="connsiteX2-61" fmla="*/ 0 w 1401318"/>
                <a:gd name="connsiteY2-62" fmla="*/ 597122 h 597122"/>
                <a:gd name="connsiteX3-63" fmla="*/ 1398628 w 1401318"/>
                <a:gd name="connsiteY3-64" fmla="*/ 594433 h 597122"/>
                <a:gd name="connsiteX0-65" fmla="*/ 1401318 w 1438969"/>
                <a:gd name="connsiteY0-66" fmla="*/ 0 h 597122"/>
                <a:gd name="connsiteX1-67" fmla="*/ 342520 w 1438969"/>
                <a:gd name="connsiteY1-68" fmla="*/ 6571 h 597122"/>
                <a:gd name="connsiteX2-69" fmla="*/ 0 w 1438969"/>
                <a:gd name="connsiteY2-70" fmla="*/ 597122 h 597122"/>
                <a:gd name="connsiteX3-71" fmla="*/ 1438969 w 1438969"/>
                <a:gd name="connsiteY3-72" fmla="*/ 594433 h 597122"/>
                <a:gd name="connsiteX0-73" fmla="*/ 342520 w 1438969"/>
                <a:gd name="connsiteY0-74" fmla="*/ 0 h 590551"/>
                <a:gd name="connsiteX1-75" fmla="*/ 0 w 1438969"/>
                <a:gd name="connsiteY1-76" fmla="*/ 590551 h 590551"/>
                <a:gd name="connsiteX2-77" fmla="*/ 1438969 w 1438969"/>
                <a:gd name="connsiteY2-78" fmla="*/ 587862 h 590551"/>
                <a:gd name="connsiteX0-79" fmla="*/ 436650 w 1438969"/>
                <a:gd name="connsiteY0-80" fmla="*/ 0 h 765363"/>
                <a:gd name="connsiteX1-81" fmla="*/ 0 w 1438969"/>
                <a:gd name="connsiteY1-82" fmla="*/ 765363 h 765363"/>
                <a:gd name="connsiteX2-83" fmla="*/ 1438969 w 1438969"/>
                <a:gd name="connsiteY2-84" fmla="*/ 762674 h 765363"/>
                <a:gd name="connsiteX0-85" fmla="*/ 409756 w 1438969"/>
                <a:gd name="connsiteY0-86" fmla="*/ 0 h 711574"/>
                <a:gd name="connsiteX1-87" fmla="*/ 0 w 1438969"/>
                <a:gd name="connsiteY1-88" fmla="*/ 711574 h 711574"/>
                <a:gd name="connsiteX2-89" fmla="*/ 1438969 w 1438969"/>
                <a:gd name="connsiteY2-90" fmla="*/ 708885 h 71157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438969" h="711574">
                  <a:moveTo>
                    <a:pt x="409756" y="0"/>
                  </a:moveTo>
                  <a:lnTo>
                    <a:pt x="0" y="711574"/>
                  </a:lnTo>
                  <a:lnTo>
                    <a:pt x="1438969" y="708885"/>
                  </a:lnTo>
                </a:path>
              </a:pathLst>
            </a:custGeom>
            <a:noFill/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6" name="任意多边形 25"/>
            <p:cNvSpPr/>
            <p:nvPr/>
          </p:nvSpPr>
          <p:spPr>
            <a:xfrm flipV="1">
              <a:off x="2757191" y="4066311"/>
              <a:ext cx="2001754" cy="1719078"/>
            </a:xfrm>
            <a:custGeom>
              <a:avLst/>
              <a:gdLst>
                <a:gd name="connsiteX0" fmla="*/ 0 w 996314"/>
                <a:gd name="connsiteY0" fmla="*/ 858892 h 858892"/>
                <a:gd name="connsiteX1" fmla="*/ 996314 w 996314"/>
                <a:gd name="connsiteY1" fmla="*/ 858892 h 858892"/>
                <a:gd name="connsiteX2" fmla="*/ 498157 w 996314"/>
                <a:gd name="connsiteY2" fmla="*/ 0 h 858892"/>
                <a:gd name="connsiteX3" fmla="*/ 0 w 996314"/>
                <a:gd name="connsiteY3" fmla="*/ 858892 h 858892"/>
                <a:gd name="connsiteX0-1" fmla="*/ 904874 w 904874"/>
                <a:gd name="connsiteY0-2" fmla="*/ 858892 h 950332"/>
                <a:gd name="connsiteX1-3" fmla="*/ 406717 w 904874"/>
                <a:gd name="connsiteY1-4" fmla="*/ 0 h 950332"/>
                <a:gd name="connsiteX2-5" fmla="*/ 0 w 904874"/>
                <a:gd name="connsiteY2-6" fmla="*/ 950332 h 950332"/>
                <a:gd name="connsiteX0-7" fmla="*/ 1000124 w 1000124"/>
                <a:gd name="connsiteY0-8" fmla="*/ 858892 h 858892"/>
                <a:gd name="connsiteX1-9" fmla="*/ 501967 w 1000124"/>
                <a:gd name="connsiteY1-10" fmla="*/ 0 h 858892"/>
                <a:gd name="connsiteX2-11" fmla="*/ 0 w 1000124"/>
                <a:gd name="connsiteY2-12" fmla="*/ 855082 h 85889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124" h="858892">
                  <a:moveTo>
                    <a:pt x="1000124" y="858892"/>
                  </a:moveTo>
                  <a:lnTo>
                    <a:pt x="501967" y="0"/>
                  </a:lnTo>
                  <a:cubicBezTo>
                    <a:pt x="335915" y="286297"/>
                    <a:pt x="0" y="855082"/>
                    <a:pt x="0" y="855082"/>
                  </a:cubicBezTo>
                </a:path>
              </a:pathLst>
            </a:custGeom>
            <a:noFill/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7" name="任意多边形 26"/>
            <p:cNvSpPr/>
            <p:nvPr/>
          </p:nvSpPr>
          <p:spPr>
            <a:xfrm flipH="1" flipV="1">
              <a:off x="4536989" y="1632022"/>
              <a:ext cx="1710690" cy="895350"/>
            </a:xfrm>
            <a:custGeom>
              <a:avLst/>
              <a:gdLst>
                <a:gd name="connsiteX0" fmla="*/ 0 w 1657350"/>
                <a:gd name="connsiteY0" fmla="*/ 895350 h 895350"/>
                <a:gd name="connsiteX1" fmla="*/ 1657350 w 1657350"/>
                <a:gd name="connsiteY1" fmla="*/ 895350 h 895350"/>
                <a:gd name="connsiteX2" fmla="*/ 1657350 w 1657350"/>
                <a:gd name="connsiteY2" fmla="*/ 25493 h 895350"/>
                <a:gd name="connsiteX3" fmla="*/ 519303 w 1657350"/>
                <a:gd name="connsiteY3" fmla="*/ 0 h 895350"/>
                <a:gd name="connsiteX4" fmla="*/ 0 w 1657350"/>
                <a:gd name="connsiteY4" fmla="*/ 895350 h 895350"/>
                <a:gd name="connsiteX0-1" fmla="*/ 1657350 w 1748790"/>
                <a:gd name="connsiteY0-2" fmla="*/ 25493 h 986790"/>
                <a:gd name="connsiteX1-3" fmla="*/ 519303 w 1748790"/>
                <a:gd name="connsiteY1-4" fmla="*/ 0 h 986790"/>
                <a:gd name="connsiteX2-5" fmla="*/ 0 w 1748790"/>
                <a:gd name="connsiteY2-6" fmla="*/ 895350 h 986790"/>
                <a:gd name="connsiteX3-7" fmla="*/ 1748790 w 1748790"/>
                <a:gd name="connsiteY3-8" fmla="*/ 986790 h 986790"/>
                <a:gd name="connsiteX0-9" fmla="*/ 1657350 w 1710690"/>
                <a:gd name="connsiteY0-10" fmla="*/ 25493 h 895350"/>
                <a:gd name="connsiteX1-11" fmla="*/ 519303 w 1710690"/>
                <a:gd name="connsiteY1-12" fmla="*/ 0 h 895350"/>
                <a:gd name="connsiteX2-13" fmla="*/ 0 w 1710690"/>
                <a:gd name="connsiteY2-14" fmla="*/ 895350 h 895350"/>
                <a:gd name="connsiteX3-15" fmla="*/ 1710690 w 1710690"/>
                <a:gd name="connsiteY3-16" fmla="*/ 891540 h 895350"/>
                <a:gd name="connsiteX0-17" fmla="*/ 1657350 w 1710690"/>
                <a:gd name="connsiteY0-18" fmla="*/ 0 h 896751"/>
                <a:gd name="connsiteX1-19" fmla="*/ 519303 w 1710690"/>
                <a:gd name="connsiteY1-20" fmla="*/ 1401 h 896751"/>
                <a:gd name="connsiteX2-21" fmla="*/ 0 w 1710690"/>
                <a:gd name="connsiteY2-22" fmla="*/ 896751 h 896751"/>
                <a:gd name="connsiteX3-23" fmla="*/ 1710690 w 1710690"/>
                <a:gd name="connsiteY3-24" fmla="*/ 892941 h 896751"/>
                <a:gd name="connsiteX0-25" fmla="*/ 519303 w 1710690"/>
                <a:gd name="connsiteY0-26" fmla="*/ 0 h 895350"/>
                <a:gd name="connsiteX1-27" fmla="*/ 0 w 1710690"/>
                <a:gd name="connsiteY1-28" fmla="*/ 895350 h 895350"/>
                <a:gd name="connsiteX2-29" fmla="*/ 1710690 w 1710690"/>
                <a:gd name="connsiteY2-30" fmla="*/ 891540 h 8953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710690" h="895350">
                  <a:moveTo>
                    <a:pt x="519303" y="0"/>
                  </a:moveTo>
                  <a:lnTo>
                    <a:pt x="0" y="895350"/>
                  </a:lnTo>
                  <a:lnTo>
                    <a:pt x="1710690" y="89154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sp>
          <p:nvSpPr>
            <p:cNvPr id="28" name="任意多边形 27"/>
            <p:cNvSpPr/>
            <p:nvPr/>
          </p:nvSpPr>
          <p:spPr>
            <a:xfrm flipH="1" flipV="1">
              <a:off x="4534298" y="1784421"/>
              <a:ext cx="1438969" cy="711574"/>
            </a:xfrm>
            <a:custGeom>
              <a:avLst/>
              <a:gdLst>
                <a:gd name="connsiteX0" fmla="*/ 0 w 1401318"/>
                <a:gd name="connsiteY0" fmla="*/ 597122 h 597122"/>
                <a:gd name="connsiteX1" fmla="*/ 1401318 w 1401318"/>
                <a:gd name="connsiteY1" fmla="*/ 597122 h 597122"/>
                <a:gd name="connsiteX2" fmla="*/ 1401318 w 1401318"/>
                <a:gd name="connsiteY2" fmla="*/ 0 h 597122"/>
                <a:gd name="connsiteX3" fmla="*/ 342520 w 1401318"/>
                <a:gd name="connsiteY3" fmla="*/ 6571 h 597122"/>
                <a:gd name="connsiteX4" fmla="*/ 0 w 1401318"/>
                <a:gd name="connsiteY4" fmla="*/ 597122 h 597122"/>
                <a:gd name="connsiteX0-1" fmla="*/ 1401318 w 1492758"/>
                <a:gd name="connsiteY0-2" fmla="*/ 0 h 688562"/>
                <a:gd name="connsiteX1-3" fmla="*/ 342520 w 1492758"/>
                <a:gd name="connsiteY1-4" fmla="*/ 6571 h 688562"/>
                <a:gd name="connsiteX2-5" fmla="*/ 0 w 1492758"/>
                <a:gd name="connsiteY2-6" fmla="*/ 597122 h 688562"/>
                <a:gd name="connsiteX3-7" fmla="*/ 1492758 w 1492758"/>
                <a:gd name="connsiteY3-8" fmla="*/ 688562 h 688562"/>
                <a:gd name="connsiteX0-9" fmla="*/ 1401318 w 1479311"/>
                <a:gd name="connsiteY0-10" fmla="*/ 0 h 597122"/>
                <a:gd name="connsiteX1-11" fmla="*/ 342520 w 1479311"/>
                <a:gd name="connsiteY1-12" fmla="*/ 6571 h 597122"/>
                <a:gd name="connsiteX2-13" fmla="*/ 0 w 1479311"/>
                <a:gd name="connsiteY2-14" fmla="*/ 597122 h 597122"/>
                <a:gd name="connsiteX3-15" fmla="*/ 1479311 w 1479311"/>
                <a:gd name="connsiteY3-16" fmla="*/ 580985 h 597122"/>
                <a:gd name="connsiteX0-17" fmla="*/ 1401318 w 1519652"/>
                <a:gd name="connsiteY0-18" fmla="*/ 0 h 597122"/>
                <a:gd name="connsiteX1-19" fmla="*/ 342520 w 1519652"/>
                <a:gd name="connsiteY1-20" fmla="*/ 6571 h 597122"/>
                <a:gd name="connsiteX2-21" fmla="*/ 0 w 1519652"/>
                <a:gd name="connsiteY2-22" fmla="*/ 597122 h 597122"/>
                <a:gd name="connsiteX3-23" fmla="*/ 1519652 w 1519652"/>
                <a:gd name="connsiteY3-24" fmla="*/ 594432 h 597122"/>
                <a:gd name="connsiteX0-25" fmla="*/ 1401318 w 1438969"/>
                <a:gd name="connsiteY0-26" fmla="*/ 0 h 607880"/>
                <a:gd name="connsiteX1-27" fmla="*/ 342520 w 1438969"/>
                <a:gd name="connsiteY1-28" fmla="*/ 6571 h 607880"/>
                <a:gd name="connsiteX2-29" fmla="*/ 0 w 1438969"/>
                <a:gd name="connsiteY2-30" fmla="*/ 597122 h 607880"/>
                <a:gd name="connsiteX3-31" fmla="*/ 1438969 w 1438969"/>
                <a:gd name="connsiteY3-32" fmla="*/ 607880 h 607880"/>
                <a:gd name="connsiteX0-33" fmla="*/ 1401318 w 1438969"/>
                <a:gd name="connsiteY0-34" fmla="*/ 0 h 597122"/>
                <a:gd name="connsiteX1-35" fmla="*/ 342520 w 1438969"/>
                <a:gd name="connsiteY1-36" fmla="*/ 6571 h 597122"/>
                <a:gd name="connsiteX2-37" fmla="*/ 0 w 1438969"/>
                <a:gd name="connsiteY2-38" fmla="*/ 597122 h 597122"/>
                <a:gd name="connsiteX3-39" fmla="*/ 1438969 w 1438969"/>
                <a:gd name="connsiteY3-40" fmla="*/ 580986 h 597122"/>
                <a:gd name="connsiteX0-41" fmla="*/ 1401318 w 1438969"/>
                <a:gd name="connsiteY0-42" fmla="*/ 0 h 597122"/>
                <a:gd name="connsiteX1-43" fmla="*/ 342520 w 1438969"/>
                <a:gd name="connsiteY1-44" fmla="*/ 6571 h 597122"/>
                <a:gd name="connsiteX2-45" fmla="*/ 0 w 1438969"/>
                <a:gd name="connsiteY2-46" fmla="*/ 597122 h 597122"/>
                <a:gd name="connsiteX3-47" fmla="*/ 1438969 w 1438969"/>
                <a:gd name="connsiteY3-48" fmla="*/ 594433 h 597122"/>
                <a:gd name="connsiteX0-49" fmla="*/ 1401318 w 1401318"/>
                <a:gd name="connsiteY0-50" fmla="*/ 0 h 597122"/>
                <a:gd name="connsiteX1-51" fmla="*/ 342520 w 1401318"/>
                <a:gd name="connsiteY1-52" fmla="*/ 6571 h 597122"/>
                <a:gd name="connsiteX2-53" fmla="*/ 0 w 1401318"/>
                <a:gd name="connsiteY2-54" fmla="*/ 597122 h 597122"/>
                <a:gd name="connsiteX3-55" fmla="*/ 1385181 w 1401318"/>
                <a:gd name="connsiteY3-56" fmla="*/ 594433 h 597122"/>
                <a:gd name="connsiteX0-57" fmla="*/ 1401318 w 1401318"/>
                <a:gd name="connsiteY0-58" fmla="*/ 0 h 597122"/>
                <a:gd name="connsiteX1-59" fmla="*/ 342520 w 1401318"/>
                <a:gd name="connsiteY1-60" fmla="*/ 6571 h 597122"/>
                <a:gd name="connsiteX2-61" fmla="*/ 0 w 1401318"/>
                <a:gd name="connsiteY2-62" fmla="*/ 597122 h 597122"/>
                <a:gd name="connsiteX3-63" fmla="*/ 1398628 w 1401318"/>
                <a:gd name="connsiteY3-64" fmla="*/ 594433 h 597122"/>
                <a:gd name="connsiteX0-65" fmla="*/ 1401318 w 1438969"/>
                <a:gd name="connsiteY0-66" fmla="*/ 0 h 597122"/>
                <a:gd name="connsiteX1-67" fmla="*/ 342520 w 1438969"/>
                <a:gd name="connsiteY1-68" fmla="*/ 6571 h 597122"/>
                <a:gd name="connsiteX2-69" fmla="*/ 0 w 1438969"/>
                <a:gd name="connsiteY2-70" fmla="*/ 597122 h 597122"/>
                <a:gd name="connsiteX3-71" fmla="*/ 1438969 w 1438969"/>
                <a:gd name="connsiteY3-72" fmla="*/ 594433 h 597122"/>
                <a:gd name="connsiteX0-73" fmla="*/ 342520 w 1438969"/>
                <a:gd name="connsiteY0-74" fmla="*/ 0 h 590551"/>
                <a:gd name="connsiteX1-75" fmla="*/ 0 w 1438969"/>
                <a:gd name="connsiteY1-76" fmla="*/ 590551 h 590551"/>
                <a:gd name="connsiteX2-77" fmla="*/ 1438969 w 1438969"/>
                <a:gd name="connsiteY2-78" fmla="*/ 587862 h 590551"/>
                <a:gd name="connsiteX0-79" fmla="*/ 436650 w 1438969"/>
                <a:gd name="connsiteY0-80" fmla="*/ 0 h 765363"/>
                <a:gd name="connsiteX1-81" fmla="*/ 0 w 1438969"/>
                <a:gd name="connsiteY1-82" fmla="*/ 765363 h 765363"/>
                <a:gd name="connsiteX2-83" fmla="*/ 1438969 w 1438969"/>
                <a:gd name="connsiteY2-84" fmla="*/ 762674 h 765363"/>
                <a:gd name="connsiteX0-85" fmla="*/ 409756 w 1438969"/>
                <a:gd name="connsiteY0-86" fmla="*/ 0 h 711574"/>
                <a:gd name="connsiteX1-87" fmla="*/ 0 w 1438969"/>
                <a:gd name="connsiteY1-88" fmla="*/ 711574 h 711574"/>
                <a:gd name="connsiteX2-89" fmla="*/ 1438969 w 1438969"/>
                <a:gd name="connsiteY2-90" fmla="*/ 708885 h 71157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438969" h="711574">
                  <a:moveTo>
                    <a:pt x="409756" y="0"/>
                  </a:moveTo>
                  <a:lnTo>
                    <a:pt x="0" y="711574"/>
                  </a:lnTo>
                  <a:lnTo>
                    <a:pt x="1438969" y="708885"/>
                  </a:lnTo>
                </a:path>
              </a:pathLst>
            </a:custGeom>
            <a:noFill/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2982602" y="996543"/>
              <a:ext cx="1593372" cy="1133196"/>
              <a:chOff x="1743075" y="720725"/>
              <a:chExt cx="5573713" cy="3963988"/>
            </a:xfrm>
            <a:solidFill>
              <a:schemeClr val="bg1"/>
            </a:solidFill>
          </p:grpSpPr>
          <p:sp>
            <p:nvSpPr>
              <p:cNvPr id="30" name="Freeform 27"/>
              <p:cNvSpPr/>
              <p:nvPr/>
            </p:nvSpPr>
            <p:spPr bwMode="auto">
              <a:xfrm>
                <a:off x="1743075" y="720725"/>
                <a:ext cx="5573713" cy="2676525"/>
              </a:xfrm>
              <a:custGeom>
                <a:avLst/>
                <a:gdLst>
                  <a:gd name="T0" fmla="*/ 944 w 2050"/>
                  <a:gd name="T1" fmla="*/ 28 h 988"/>
                  <a:gd name="T2" fmla="*/ 1101 w 2050"/>
                  <a:gd name="T3" fmla="*/ 25 h 988"/>
                  <a:gd name="T4" fmla="*/ 2021 w 2050"/>
                  <a:gd name="T5" fmla="*/ 464 h 988"/>
                  <a:gd name="T6" fmla="*/ 2049 w 2050"/>
                  <a:gd name="T7" fmla="*/ 497 h 988"/>
                  <a:gd name="T8" fmla="*/ 2022 w 2050"/>
                  <a:gd name="T9" fmla="*/ 526 h 988"/>
                  <a:gd name="T10" fmla="*/ 1090 w 2050"/>
                  <a:gd name="T11" fmla="*/ 970 h 988"/>
                  <a:gd name="T12" fmla="*/ 966 w 2050"/>
                  <a:gd name="T13" fmla="*/ 973 h 988"/>
                  <a:gd name="T14" fmla="*/ 637 w 2050"/>
                  <a:gd name="T15" fmla="*/ 817 h 988"/>
                  <a:gd name="T16" fmla="*/ 573 w 2050"/>
                  <a:gd name="T17" fmla="*/ 784 h 988"/>
                  <a:gd name="T18" fmla="*/ 579 w 2050"/>
                  <a:gd name="T19" fmla="*/ 763 h 988"/>
                  <a:gd name="T20" fmla="*/ 972 w 2050"/>
                  <a:gd name="T21" fmla="*/ 559 h 988"/>
                  <a:gd name="T22" fmla="*/ 1099 w 2050"/>
                  <a:gd name="T23" fmla="*/ 550 h 988"/>
                  <a:gd name="T24" fmla="*/ 1138 w 2050"/>
                  <a:gd name="T25" fmla="*/ 500 h 988"/>
                  <a:gd name="T26" fmla="*/ 1110 w 2050"/>
                  <a:gd name="T27" fmla="*/ 448 h 988"/>
                  <a:gd name="T28" fmla="*/ 996 w 2050"/>
                  <a:gd name="T29" fmla="*/ 427 h 988"/>
                  <a:gd name="T30" fmla="*/ 922 w 2050"/>
                  <a:gd name="T31" fmla="*/ 466 h 988"/>
                  <a:gd name="T32" fmla="*/ 916 w 2050"/>
                  <a:gd name="T33" fmla="*/ 516 h 988"/>
                  <a:gd name="T34" fmla="*/ 521 w 2050"/>
                  <a:gd name="T35" fmla="*/ 721 h 988"/>
                  <a:gd name="T36" fmla="*/ 500 w 2050"/>
                  <a:gd name="T37" fmla="*/ 749 h 988"/>
                  <a:gd name="T38" fmla="*/ 269 w 2050"/>
                  <a:gd name="T39" fmla="*/ 641 h 988"/>
                  <a:gd name="T40" fmla="*/ 28 w 2050"/>
                  <a:gd name="T41" fmla="*/ 526 h 988"/>
                  <a:gd name="T42" fmla="*/ 1 w 2050"/>
                  <a:gd name="T43" fmla="*/ 493 h 988"/>
                  <a:gd name="T44" fmla="*/ 31 w 2050"/>
                  <a:gd name="T45" fmla="*/ 463 h 988"/>
                  <a:gd name="T46" fmla="*/ 944 w 2050"/>
                  <a:gd name="T47" fmla="*/ 28 h 9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050" h="988">
                    <a:moveTo>
                      <a:pt x="944" y="28"/>
                    </a:moveTo>
                    <a:cubicBezTo>
                      <a:pt x="992" y="1"/>
                      <a:pt x="1053" y="0"/>
                      <a:pt x="1101" y="25"/>
                    </a:cubicBezTo>
                    <a:cubicBezTo>
                      <a:pt x="1408" y="172"/>
                      <a:pt x="1715" y="318"/>
                      <a:pt x="2021" y="464"/>
                    </a:cubicBezTo>
                    <a:cubicBezTo>
                      <a:pt x="2035" y="470"/>
                      <a:pt x="2050" y="481"/>
                      <a:pt x="2049" y="497"/>
                    </a:cubicBezTo>
                    <a:cubicBezTo>
                      <a:pt x="2047" y="512"/>
                      <a:pt x="2034" y="521"/>
                      <a:pt x="2022" y="526"/>
                    </a:cubicBezTo>
                    <a:cubicBezTo>
                      <a:pt x="1711" y="674"/>
                      <a:pt x="1400" y="822"/>
                      <a:pt x="1090" y="970"/>
                    </a:cubicBezTo>
                    <a:cubicBezTo>
                      <a:pt x="1051" y="988"/>
                      <a:pt x="1005" y="988"/>
                      <a:pt x="966" y="973"/>
                    </a:cubicBezTo>
                    <a:cubicBezTo>
                      <a:pt x="856" y="921"/>
                      <a:pt x="747" y="869"/>
                      <a:pt x="637" y="817"/>
                    </a:cubicBezTo>
                    <a:cubicBezTo>
                      <a:pt x="616" y="806"/>
                      <a:pt x="594" y="797"/>
                      <a:pt x="573" y="784"/>
                    </a:cubicBezTo>
                    <a:cubicBezTo>
                      <a:pt x="567" y="777"/>
                      <a:pt x="570" y="766"/>
                      <a:pt x="579" y="763"/>
                    </a:cubicBezTo>
                    <a:cubicBezTo>
                      <a:pt x="710" y="695"/>
                      <a:pt x="841" y="627"/>
                      <a:pt x="972" y="559"/>
                    </a:cubicBezTo>
                    <a:cubicBezTo>
                      <a:pt x="1013" y="572"/>
                      <a:pt x="1060" y="570"/>
                      <a:pt x="1099" y="550"/>
                    </a:cubicBezTo>
                    <a:cubicBezTo>
                      <a:pt x="1118" y="540"/>
                      <a:pt x="1136" y="523"/>
                      <a:pt x="1138" y="500"/>
                    </a:cubicBezTo>
                    <a:cubicBezTo>
                      <a:pt x="1141" y="479"/>
                      <a:pt x="1126" y="460"/>
                      <a:pt x="1110" y="448"/>
                    </a:cubicBezTo>
                    <a:cubicBezTo>
                      <a:pt x="1077" y="426"/>
                      <a:pt x="1035" y="421"/>
                      <a:pt x="996" y="427"/>
                    </a:cubicBezTo>
                    <a:cubicBezTo>
                      <a:pt x="968" y="432"/>
                      <a:pt x="940" y="443"/>
                      <a:pt x="922" y="466"/>
                    </a:cubicBezTo>
                    <a:cubicBezTo>
                      <a:pt x="911" y="480"/>
                      <a:pt x="908" y="499"/>
                      <a:pt x="916" y="516"/>
                    </a:cubicBezTo>
                    <a:cubicBezTo>
                      <a:pt x="784" y="584"/>
                      <a:pt x="652" y="652"/>
                      <a:pt x="521" y="721"/>
                    </a:cubicBezTo>
                    <a:cubicBezTo>
                      <a:pt x="509" y="725"/>
                      <a:pt x="500" y="736"/>
                      <a:pt x="500" y="749"/>
                    </a:cubicBezTo>
                    <a:cubicBezTo>
                      <a:pt x="422" y="715"/>
                      <a:pt x="346" y="677"/>
                      <a:pt x="269" y="641"/>
                    </a:cubicBezTo>
                    <a:cubicBezTo>
                      <a:pt x="189" y="602"/>
                      <a:pt x="108" y="564"/>
                      <a:pt x="28" y="526"/>
                    </a:cubicBezTo>
                    <a:cubicBezTo>
                      <a:pt x="15" y="520"/>
                      <a:pt x="0" y="509"/>
                      <a:pt x="1" y="493"/>
                    </a:cubicBezTo>
                    <a:cubicBezTo>
                      <a:pt x="3" y="478"/>
                      <a:pt x="18" y="469"/>
                      <a:pt x="31" y="463"/>
                    </a:cubicBezTo>
                    <a:cubicBezTo>
                      <a:pt x="335" y="318"/>
                      <a:pt x="640" y="173"/>
                      <a:pt x="944" y="2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  <p:sp>
            <p:nvSpPr>
              <p:cNvPr id="31" name="Freeform 28"/>
              <p:cNvSpPr/>
              <p:nvPr/>
            </p:nvSpPr>
            <p:spPr bwMode="auto">
              <a:xfrm>
                <a:off x="2773363" y="2760663"/>
                <a:ext cx="236538" cy="971550"/>
              </a:xfrm>
              <a:custGeom>
                <a:avLst/>
                <a:gdLst>
                  <a:gd name="T0" fmla="*/ 0 w 87"/>
                  <a:gd name="T1" fmla="*/ 0 h 359"/>
                  <a:gd name="T2" fmla="*/ 87 w 87"/>
                  <a:gd name="T3" fmla="*/ 42 h 359"/>
                  <a:gd name="T4" fmla="*/ 48 w 87"/>
                  <a:gd name="T5" fmla="*/ 359 h 359"/>
                  <a:gd name="T6" fmla="*/ 0 w 87"/>
                  <a:gd name="T7" fmla="*/ 252 h 359"/>
                  <a:gd name="T8" fmla="*/ 0 w 87"/>
                  <a:gd name="T9" fmla="*/ 0 h 3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7" h="359">
                    <a:moveTo>
                      <a:pt x="0" y="0"/>
                    </a:moveTo>
                    <a:cubicBezTo>
                      <a:pt x="29" y="14"/>
                      <a:pt x="58" y="28"/>
                      <a:pt x="87" y="42"/>
                    </a:cubicBezTo>
                    <a:cubicBezTo>
                      <a:pt x="74" y="148"/>
                      <a:pt x="61" y="253"/>
                      <a:pt x="48" y="359"/>
                    </a:cubicBezTo>
                    <a:cubicBezTo>
                      <a:pt x="23" y="328"/>
                      <a:pt x="0" y="293"/>
                      <a:pt x="0" y="252"/>
                    </a:cubicBezTo>
                    <a:cubicBezTo>
                      <a:pt x="1" y="168"/>
                      <a:pt x="0" y="8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  <p:sp>
            <p:nvSpPr>
              <p:cNvPr id="32" name="Freeform 29"/>
              <p:cNvSpPr/>
              <p:nvPr/>
            </p:nvSpPr>
            <p:spPr bwMode="auto">
              <a:xfrm>
                <a:off x="3363913" y="2768600"/>
                <a:ext cx="2900363" cy="1693863"/>
              </a:xfrm>
              <a:custGeom>
                <a:avLst/>
                <a:gdLst>
                  <a:gd name="T0" fmla="*/ 496 w 1067"/>
                  <a:gd name="T1" fmla="*/ 275 h 625"/>
                  <a:gd name="T2" fmla="*/ 1067 w 1067"/>
                  <a:gd name="T3" fmla="*/ 0 h 625"/>
                  <a:gd name="T4" fmla="*/ 1067 w 1067"/>
                  <a:gd name="T5" fmla="*/ 253 h 625"/>
                  <a:gd name="T6" fmla="*/ 1022 w 1067"/>
                  <a:gd name="T7" fmla="*/ 353 h 625"/>
                  <a:gd name="T8" fmla="*/ 871 w 1067"/>
                  <a:gd name="T9" fmla="*/ 479 h 625"/>
                  <a:gd name="T10" fmla="*/ 285 w 1067"/>
                  <a:gd name="T11" fmla="*/ 591 h 625"/>
                  <a:gd name="T12" fmla="*/ 52 w 1067"/>
                  <a:gd name="T13" fmla="*/ 518 h 625"/>
                  <a:gd name="T14" fmla="*/ 0 w 1067"/>
                  <a:gd name="T15" fmla="*/ 101 h 625"/>
                  <a:gd name="T16" fmla="*/ 356 w 1067"/>
                  <a:gd name="T17" fmla="*/ 273 h 625"/>
                  <a:gd name="T18" fmla="*/ 496 w 1067"/>
                  <a:gd name="T19" fmla="*/ 275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67" h="625">
                    <a:moveTo>
                      <a:pt x="496" y="275"/>
                    </a:moveTo>
                    <a:cubicBezTo>
                      <a:pt x="686" y="184"/>
                      <a:pt x="876" y="92"/>
                      <a:pt x="1067" y="0"/>
                    </a:cubicBezTo>
                    <a:cubicBezTo>
                      <a:pt x="1066" y="85"/>
                      <a:pt x="1067" y="169"/>
                      <a:pt x="1067" y="253"/>
                    </a:cubicBezTo>
                    <a:cubicBezTo>
                      <a:pt x="1065" y="291"/>
                      <a:pt x="1044" y="324"/>
                      <a:pt x="1022" y="353"/>
                    </a:cubicBezTo>
                    <a:cubicBezTo>
                      <a:pt x="980" y="404"/>
                      <a:pt x="927" y="445"/>
                      <a:pt x="871" y="479"/>
                    </a:cubicBezTo>
                    <a:cubicBezTo>
                      <a:pt x="697" y="583"/>
                      <a:pt x="486" y="625"/>
                      <a:pt x="285" y="591"/>
                    </a:cubicBezTo>
                    <a:cubicBezTo>
                      <a:pt x="204" y="578"/>
                      <a:pt x="126" y="552"/>
                      <a:pt x="52" y="518"/>
                    </a:cubicBezTo>
                    <a:cubicBezTo>
                      <a:pt x="34" y="379"/>
                      <a:pt x="17" y="240"/>
                      <a:pt x="0" y="101"/>
                    </a:cubicBezTo>
                    <a:cubicBezTo>
                      <a:pt x="118" y="159"/>
                      <a:pt x="238" y="216"/>
                      <a:pt x="356" y="273"/>
                    </a:cubicBezTo>
                    <a:cubicBezTo>
                      <a:pt x="400" y="295"/>
                      <a:pt x="452" y="297"/>
                      <a:pt x="496" y="27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  <p:sp>
            <p:nvSpPr>
              <p:cNvPr id="33" name="Freeform 30"/>
              <p:cNvSpPr/>
              <p:nvPr/>
            </p:nvSpPr>
            <p:spPr bwMode="auto">
              <a:xfrm>
                <a:off x="2974975" y="2955925"/>
                <a:ext cx="404813" cy="1728788"/>
              </a:xfrm>
              <a:custGeom>
                <a:avLst/>
                <a:gdLst>
                  <a:gd name="T0" fmla="*/ 0 w 149"/>
                  <a:gd name="T1" fmla="*/ 568 h 638"/>
                  <a:gd name="T2" fmla="*/ 74 w 149"/>
                  <a:gd name="T3" fmla="*/ 0 h 638"/>
                  <a:gd name="T4" fmla="*/ 145 w 149"/>
                  <a:gd name="T5" fmla="*/ 538 h 638"/>
                  <a:gd name="T6" fmla="*/ 149 w 149"/>
                  <a:gd name="T7" fmla="*/ 572 h 638"/>
                  <a:gd name="T8" fmla="*/ 101 w 149"/>
                  <a:gd name="T9" fmla="*/ 629 h 638"/>
                  <a:gd name="T10" fmla="*/ 27 w 149"/>
                  <a:gd name="T11" fmla="*/ 617 h 638"/>
                  <a:gd name="T12" fmla="*/ 0 w 149"/>
                  <a:gd name="T13" fmla="*/ 568 h 6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9" h="638">
                    <a:moveTo>
                      <a:pt x="0" y="568"/>
                    </a:moveTo>
                    <a:cubicBezTo>
                      <a:pt x="24" y="379"/>
                      <a:pt x="49" y="190"/>
                      <a:pt x="74" y="0"/>
                    </a:cubicBezTo>
                    <a:cubicBezTo>
                      <a:pt x="98" y="180"/>
                      <a:pt x="121" y="359"/>
                      <a:pt x="145" y="538"/>
                    </a:cubicBezTo>
                    <a:cubicBezTo>
                      <a:pt x="146" y="549"/>
                      <a:pt x="148" y="560"/>
                      <a:pt x="149" y="572"/>
                    </a:cubicBezTo>
                    <a:cubicBezTo>
                      <a:pt x="142" y="596"/>
                      <a:pt x="126" y="620"/>
                      <a:pt x="101" y="629"/>
                    </a:cubicBezTo>
                    <a:cubicBezTo>
                      <a:pt x="77" y="638"/>
                      <a:pt x="47" y="635"/>
                      <a:pt x="27" y="617"/>
                    </a:cubicBezTo>
                    <a:cubicBezTo>
                      <a:pt x="13" y="605"/>
                      <a:pt x="2" y="587"/>
                      <a:pt x="0" y="5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</p:grpSp>
      </p:grpSp>
      <p:sp>
        <p:nvSpPr>
          <p:cNvPr id="20" name="文本框 19"/>
          <p:cNvSpPr txBox="1"/>
          <p:nvPr/>
        </p:nvSpPr>
        <p:spPr>
          <a:xfrm>
            <a:off x="1329771" y="3117441"/>
            <a:ext cx="1831637" cy="1430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700" b="1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03</a:t>
            </a:r>
            <a:endParaRPr lang="zh-CN" altLang="en-US" sz="87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528547" y="3481428"/>
            <a:ext cx="5374183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遇到的问题与解决方案</a:t>
            </a:r>
          </a:p>
          <a:p>
            <a:pPr algn="ctr"/>
            <a:r>
              <a:rPr lang="en-US" altLang="zh-CN" sz="2600" b="1" dirty="0">
                <a:solidFill>
                  <a:schemeClr val="bg1"/>
                </a:solidFill>
              </a:rPr>
              <a:t>Problems encountered and solutions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334887" y="6454584"/>
            <a:ext cx="8466616" cy="288000"/>
            <a:chOff x="309094" y="6254351"/>
            <a:chExt cx="8466616" cy="288000"/>
          </a:xfrm>
        </p:grpSpPr>
        <p:grpSp>
          <p:nvGrpSpPr>
            <p:cNvPr id="18" name="组合 17"/>
            <p:cNvGrpSpPr/>
            <p:nvPr/>
          </p:nvGrpSpPr>
          <p:grpSpPr>
            <a:xfrm>
              <a:off x="309094" y="6254351"/>
              <a:ext cx="6592726" cy="288000"/>
              <a:chOff x="1951684" y="5281871"/>
              <a:chExt cx="6592726" cy="288000"/>
            </a:xfrm>
          </p:grpSpPr>
          <p:sp>
            <p:nvSpPr>
              <p:cNvPr id="21" name="梯形 20"/>
              <p:cNvSpPr/>
              <p:nvPr/>
            </p:nvSpPr>
            <p:spPr>
              <a:xfrm>
                <a:off x="3877160" y="5281871"/>
                <a:ext cx="4667250" cy="288000"/>
              </a:xfrm>
              <a:prstGeom prst="trapezoid">
                <a:avLst/>
              </a:prstGeom>
              <a:solidFill>
                <a:srgbClr val="77C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答辩人：李卓</a:t>
                </a:r>
              </a:p>
            </p:txBody>
          </p:sp>
          <p:cxnSp>
            <p:nvCxnSpPr>
              <p:cNvPr id="34" name="直接连接符 33"/>
              <p:cNvCxnSpPr/>
              <p:nvPr/>
            </p:nvCxnSpPr>
            <p:spPr>
              <a:xfrm>
                <a:off x="1951684" y="5460156"/>
                <a:ext cx="1800000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直接连接符 18"/>
            <p:cNvCxnSpPr/>
            <p:nvPr/>
          </p:nvCxnSpPr>
          <p:spPr>
            <a:xfrm>
              <a:off x="6975710" y="6413672"/>
              <a:ext cx="180000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241268" y="1257086"/>
            <a:ext cx="8661461" cy="5453557"/>
            <a:chOff x="241268" y="1257086"/>
            <a:chExt cx="8661461" cy="5453557"/>
          </a:xfrm>
        </p:grpSpPr>
        <p:sp>
          <p:nvSpPr>
            <p:cNvPr id="24" name="矩形 23"/>
            <p:cNvSpPr/>
            <p:nvPr/>
          </p:nvSpPr>
          <p:spPr>
            <a:xfrm>
              <a:off x="241268" y="1257086"/>
              <a:ext cx="8661461" cy="541101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25400" sx="102000" sy="102000" algn="ctr" rotWithShape="0">
                <a:schemeClr val="bg1">
                  <a:lumMod val="65000"/>
                  <a:alpha val="3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sp>
          <p:nvSpPr>
            <p:cNvPr id="32" name="矩形 31"/>
            <p:cNvSpPr/>
            <p:nvPr/>
          </p:nvSpPr>
          <p:spPr>
            <a:xfrm>
              <a:off x="968840" y="1315175"/>
              <a:ext cx="3242554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200" b="1" dirty="0">
                  <a:solidFill>
                    <a:srgbClr val="089DA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Spring Cloud </a:t>
              </a:r>
              <a:r>
                <a:rPr lang="zh-CN" altLang="en-US" sz="2200" b="1" dirty="0">
                  <a:solidFill>
                    <a:srgbClr val="089DA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项目代码</a:t>
              </a: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334887" y="6380098"/>
              <a:ext cx="8466616" cy="288000"/>
              <a:chOff x="309094" y="6254351"/>
              <a:chExt cx="8466616" cy="288000"/>
            </a:xfrm>
          </p:grpSpPr>
          <p:grpSp>
            <p:nvGrpSpPr>
              <p:cNvPr id="27" name="组合 26"/>
              <p:cNvGrpSpPr/>
              <p:nvPr/>
            </p:nvGrpSpPr>
            <p:grpSpPr>
              <a:xfrm>
                <a:off x="309094" y="6254351"/>
                <a:ext cx="6592726" cy="288000"/>
                <a:chOff x="1951684" y="5281871"/>
                <a:chExt cx="6592726" cy="288000"/>
              </a:xfrm>
            </p:grpSpPr>
            <p:sp>
              <p:nvSpPr>
                <p:cNvPr id="29" name="梯形 28"/>
                <p:cNvSpPr/>
                <p:nvPr/>
              </p:nvSpPr>
              <p:spPr>
                <a:xfrm>
                  <a:off x="3877160" y="5281871"/>
                  <a:ext cx="4667250" cy="288000"/>
                </a:xfrm>
                <a:prstGeom prst="trapezoid">
                  <a:avLst/>
                </a:prstGeom>
                <a:solidFill>
                  <a:srgbClr val="77C9C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答辩人：李卓</a:t>
                  </a:r>
                </a:p>
              </p:txBody>
            </p:sp>
            <p:cxnSp>
              <p:nvCxnSpPr>
                <p:cNvPr id="30" name="直接连接符 29"/>
                <p:cNvCxnSpPr/>
                <p:nvPr/>
              </p:nvCxnSpPr>
              <p:spPr>
                <a:xfrm>
                  <a:off x="1951684" y="5460156"/>
                  <a:ext cx="1800000" cy="0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8" name="直接连接符 27"/>
              <p:cNvCxnSpPr/>
              <p:nvPr/>
            </p:nvCxnSpPr>
            <p:spPr>
              <a:xfrm>
                <a:off x="6975710" y="6413672"/>
                <a:ext cx="1800000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矩形 1"/>
            <p:cNvSpPr/>
            <p:nvPr/>
          </p:nvSpPr>
          <p:spPr>
            <a:xfrm>
              <a:off x="241268" y="1299631"/>
              <a:ext cx="8661461" cy="541101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25400" sx="102000" sy="102000" algn="ctr" rotWithShape="0">
                <a:schemeClr val="bg1">
                  <a:lumMod val="65000"/>
                  <a:alpha val="3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1BED468-4993-472B-94AD-B0E503FB88F1}"/>
              </a:ext>
            </a:extLst>
          </p:cNvPr>
          <p:cNvGrpSpPr/>
          <p:nvPr/>
        </p:nvGrpSpPr>
        <p:grpSpPr>
          <a:xfrm>
            <a:off x="396102" y="1222796"/>
            <a:ext cx="4447163" cy="844685"/>
            <a:chOff x="396102" y="1222796"/>
            <a:chExt cx="4447163" cy="844685"/>
          </a:xfrm>
        </p:grpSpPr>
        <p:sp>
          <p:nvSpPr>
            <p:cNvPr id="25" name="任意多边形 31">
              <a:extLst>
                <a:ext uri="{FF2B5EF4-FFF2-40B4-BE49-F238E27FC236}">
                  <a16:creationId xmlns:a16="http://schemas.microsoft.com/office/drawing/2014/main" id="{FB24AE49-AE64-48BD-98E5-4E4C0C2AB26A}"/>
                </a:ext>
              </a:extLst>
            </p:cNvPr>
            <p:cNvSpPr/>
            <p:nvPr/>
          </p:nvSpPr>
          <p:spPr>
            <a:xfrm>
              <a:off x="1440381" y="1404328"/>
              <a:ext cx="3402884" cy="663153"/>
            </a:xfrm>
            <a:custGeom>
              <a:avLst/>
              <a:gdLst>
                <a:gd name="connsiteX0" fmla="*/ 0 w 3153856"/>
                <a:gd name="connsiteY0" fmla="*/ 0 h 663153"/>
                <a:gd name="connsiteX1" fmla="*/ 3153856 w 3153856"/>
                <a:gd name="connsiteY1" fmla="*/ 0 h 663153"/>
                <a:gd name="connsiteX2" fmla="*/ 3153856 w 3153856"/>
                <a:gd name="connsiteY2" fmla="*/ 663153 h 663153"/>
                <a:gd name="connsiteX3" fmla="*/ 84132 w 3153856"/>
                <a:gd name="connsiteY3" fmla="*/ 663153 h 663153"/>
                <a:gd name="connsiteX4" fmla="*/ 249919 w 3153856"/>
                <a:gd name="connsiteY4" fmla="*/ 331578 h 663153"/>
                <a:gd name="connsiteX5" fmla="*/ 84131 w 3153856"/>
                <a:gd name="connsiteY5" fmla="*/ 1 h 663153"/>
                <a:gd name="connsiteX6" fmla="*/ 0 w 3153856"/>
                <a:gd name="connsiteY6" fmla="*/ 1 h 663153"/>
                <a:gd name="connsiteX7" fmla="*/ 0 w 3153856"/>
                <a:gd name="connsiteY7" fmla="*/ 0 h 663153"/>
                <a:gd name="connsiteX0-1" fmla="*/ 0 w 3153856"/>
                <a:gd name="connsiteY0-2" fmla="*/ 1 h 663153"/>
                <a:gd name="connsiteX1-3" fmla="*/ 3153856 w 3153856"/>
                <a:gd name="connsiteY1-4" fmla="*/ 0 h 663153"/>
                <a:gd name="connsiteX2-5" fmla="*/ 3153856 w 3153856"/>
                <a:gd name="connsiteY2-6" fmla="*/ 663153 h 663153"/>
                <a:gd name="connsiteX3-7" fmla="*/ 84132 w 3153856"/>
                <a:gd name="connsiteY3-8" fmla="*/ 663153 h 663153"/>
                <a:gd name="connsiteX4-9" fmla="*/ 249919 w 3153856"/>
                <a:gd name="connsiteY4-10" fmla="*/ 331578 h 663153"/>
                <a:gd name="connsiteX5-11" fmla="*/ 84131 w 3153856"/>
                <a:gd name="connsiteY5-12" fmla="*/ 1 h 663153"/>
                <a:gd name="connsiteX6-13" fmla="*/ 0 w 3153856"/>
                <a:gd name="connsiteY6-14" fmla="*/ 1 h 663153"/>
                <a:gd name="connsiteX0-15" fmla="*/ 0 w 3069725"/>
                <a:gd name="connsiteY0-16" fmla="*/ 1 h 663153"/>
                <a:gd name="connsiteX1-17" fmla="*/ 3069725 w 3069725"/>
                <a:gd name="connsiteY1-18" fmla="*/ 0 h 663153"/>
                <a:gd name="connsiteX2-19" fmla="*/ 3069725 w 3069725"/>
                <a:gd name="connsiteY2-20" fmla="*/ 663153 h 663153"/>
                <a:gd name="connsiteX3-21" fmla="*/ 1 w 3069725"/>
                <a:gd name="connsiteY3-22" fmla="*/ 663153 h 663153"/>
                <a:gd name="connsiteX4-23" fmla="*/ 165788 w 3069725"/>
                <a:gd name="connsiteY4-24" fmla="*/ 331578 h 663153"/>
                <a:gd name="connsiteX5-25" fmla="*/ 0 w 3069725"/>
                <a:gd name="connsiteY5-26" fmla="*/ 1 h 6631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3069725" h="663153">
                  <a:moveTo>
                    <a:pt x="0" y="1"/>
                  </a:moveTo>
                  <a:lnTo>
                    <a:pt x="3069725" y="0"/>
                  </a:lnTo>
                  <a:lnTo>
                    <a:pt x="3069725" y="663153"/>
                  </a:lnTo>
                  <a:lnTo>
                    <a:pt x="1" y="663153"/>
                  </a:lnTo>
                  <a:lnTo>
                    <a:pt x="165788" y="33157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89D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396102" y="1222796"/>
              <a:ext cx="4324489" cy="843160"/>
              <a:chOff x="797386" y="371537"/>
              <a:chExt cx="4324489" cy="843160"/>
            </a:xfrm>
          </p:grpSpPr>
          <p:sp>
            <p:nvSpPr>
              <p:cNvPr id="15" name="任意多边形 31"/>
              <p:cNvSpPr/>
              <p:nvPr/>
            </p:nvSpPr>
            <p:spPr>
              <a:xfrm>
                <a:off x="1456183" y="551543"/>
                <a:ext cx="3025611" cy="663153"/>
              </a:xfrm>
              <a:custGeom>
                <a:avLst/>
                <a:gdLst>
                  <a:gd name="connsiteX0" fmla="*/ 0 w 3153856"/>
                  <a:gd name="connsiteY0" fmla="*/ 0 h 663153"/>
                  <a:gd name="connsiteX1" fmla="*/ 3153856 w 3153856"/>
                  <a:gd name="connsiteY1" fmla="*/ 0 h 663153"/>
                  <a:gd name="connsiteX2" fmla="*/ 3153856 w 3153856"/>
                  <a:gd name="connsiteY2" fmla="*/ 663153 h 663153"/>
                  <a:gd name="connsiteX3" fmla="*/ 84132 w 3153856"/>
                  <a:gd name="connsiteY3" fmla="*/ 663153 h 663153"/>
                  <a:gd name="connsiteX4" fmla="*/ 249919 w 3153856"/>
                  <a:gd name="connsiteY4" fmla="*/ 331578 h 663153"/>
                  <a:gd name="connsiteX5" fmla="*/ 84131 w 3153856"/>
                  <a:gd name="connsiteY5" fmla="*/ 1 h 663153"/>
                  <a:gd name="connsiteX6" fmla="*/ 0 w 3153856"/>
                  <a:gd name="connsiteY6" fmla="*/ 1 h 663153"/>
                  <a:gd name="connsiteX7" fmla="*/ 0 w 3153856"/>
                  <a:gd name="connsiteY7" fmla="*/ 0 h 663153"/>
                  <a:gd name="connsiteX0-1" fmla="*/ 0 w 3153856"/>
                  <a:gd name="connsiteY0-2" fmla="*/ 1 h 663153"/>
                  <a:gd name="connsiteX1-3" fmla="*/ 3153856 w 3153856"/>
                  <a:gd name="connsiteY1-4" fmla="*/ 0 h 663153"/>
                  <a:gd name="connsiteX2-5" fmla="*/ 3153856 w 3153856"/>
                  <a:gd name="connsiteY2-6" fmla="*/ 663153 h 663153"/>
                  <a:gd name="connsiteX3-7" fmla="*/ 84132 w 3153856"/>
                  <a:gd name="connsiteY3-8" fmla="*/ 663153 h 663153"/>
                  <a:gd name="connsiteX4-9" fmla="*/ 249919 w 3153856"/>
                  <a:gd name="connsiteY4-10" fmla="*/ 331578 h 663153"/>
                  <a:gd name="connsiteX5-11" fmla="*/ 84131 w 3153856"/>
                  <a:gd name="connsiteY5-12" fmla="*/ 1 h 663153"/>
                  <a:gd name="connsiteX6-13" fmla="*/ 0 w 3153856"/>
                  <a:gd name="connsiteY6-14" fmla="*/ 1 h 663153"/>
                  <a:gd name="connsiteX0-15" fmla="*/ 0 w 3069725"/>
                  <a:gd name="connsiteY0-16" fmla="*/ 1 h 663153"/>
                  <a:gd name="connsiteX1-17" fmla="*/ 3069725 w 3069725"/>
                  <a:gd name="connsiteY1-18" fmla="*/ 0 h 663153"/>
                  <a:gd name="connsiteX2-19" fmla="*/ 3069725 w 3069725"/>
                  <a:gd name="connsiteY2-20" fmla="*/ 663153 h 663153"/>
                  <a:gd name="connsiteX3-21" fmla="*/ 1 w 3069725"/>
                  <a:gd name="connsiteY3-22" fmla="*/ 663153 h 663153"/>
                  <a:gd name="connsiteX4-23" fmla="*/ 165788 w 3069725"/>
                  <a:gd name="connsiteY4-24" fmla="*/ 331578 h 663153"/>
                  <a:gd name="connsiteX5-25" fmla="*/ 0 w 3069725"/>
                  <a:gd name="connsiteY5-26" fmla="*/ 1 h 66315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</a:cxnLst>
                <a:rect l="l" t="t" r="r" b="b"/>
                <a:pathLst>
                  <a:path w="3069725" h="663153">
                    <a:moveTo>
                      <a:pt x="0" y="1"/>
                    </a:moveTo>
                    <a:lnTo>
                      <a:pt x="3069725" y="0"/>
                    </a:lnTo>
                    <a:lnTo>
                      <a:pt x="3069725" y="663153"/>
                    </a:lnTo>
                    <a:lnTo>
                      <a:pt x="1" y="663153"/>
                    </a:lnTo>
                    <a:lnTo>
                      <a:pt x="165788" y="33157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89D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六边形 15"/>
              <p:cNvSpPr/>
              <p:nvPr/>
            </p:nvSpPr>
            <p:spPr>
              <a:xfrm>
                <a:off x="824312" y="551544"/>
                <a:ext cx="769257" cy="663153"/>
              </a:xfrm>
              <a:prstGeom prst="hexagon">
                <a:avLst/>
              </a:prstGeom>
              <a:solidFill>
                <a:srgbClr val="089D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797386" y="592158"/>
                <a:ext cx="79547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dirty="0">
                    <a:solidFill>
                      <a:schemeClr val="bg1"/>
                    </a:solidFill>
                  </a:rPr>
                  <a:t>03</a:t>
                </a:r>
                <a:endParaRPr lang="zh-CN" altLang="en-US" sz="3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1619086" y="371537"/>
                <a:ext cx="2954655" cy="5627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任务遇到的问题与解决方案</a:t>
                </a: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1619791" y="871032"/>
                <a:ext cx="3502084" cy="338554"/>
              </a:xfrm>
              <a:prstGeom prst="snip1Rect">
                <a:avLst>
                  <a:gd name="adj" fmla="val 0"/>
                </a:avLst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solidFill>
                      <a:schemeClr val="bg1"/>
                    </a:solidFill>
                    <a:latin typeface="Arial" panose="020B0604020202020204" pitchFamily="34" charset="0"/>
                    <a:ea typeface="华文仿宋" panose="02010600040101010101" pitchFamily="2" charset="-122"/>
                    <a:cs typeface="Arial" panose="020B0604020202020204" pitchFamily="34" charset="0"/>
                  </a:rPr>
                  <a:t>Problems encountered and solutions</a:t>
                </a:r>
              </a:p>
            </p:txBody>
          </p:sp>
        </p:grpSp>
      </p:grpSp>
      <p:grpSp>
        <p:nvGrpSpPr>
          <p:cNvPr id="39" name="组合 38"/>
          <p:cNvGrpSpPr/>
          <p:nvPr/>
        </p:nvGrpSpPr>
        <p:grpSpPr>
          <a:xfrm>
            <a:off x="241268" y="6414388"/>
            <a:ext cx="8466616" cy="288000"/>
            <a:chOff x="309094" y="6254351"/>
            <a:chExt cx="8466616" cy="288000"/>
          </a:xfrm>
        </p:grpSpPr>
        <p:grpSp>
          <p:nvGrpSpPr>
            <p:cNvPr id="40" name="组合 39"/>
            <p:cNvGrpSpPr/>
            <p:nvPr/>
          </p:nvGrpSpPr>
          <p:grpSpPr>
            <a:xfrm>
              <a:off x="309094" y="6254351"/>
              <a:ext cx="6592726" cy="288000"/>
              <a:chOff x="1951684" y="5281871"/>
              <a:chExt cx="6592726" cy="288000"/>
            </a:xfrm>
          </p:grpSpPr>
          <p:sp>
            <p:nvSpPr>
              <p:cNvPr id="42" name="梯形 41"/>
              <p:cNvSpPr/>
              <p:nvPr/>
            </p:nvSpPr>
            <p:spPr>
              <a:xfrm>
                <a:off x="3877160" y="5281871"/>
                <a:ext cx="4667250" cy="288000"/>
              </a:xfrm>
              <a:prstGeom prst="trapezoid">
                <a:avLst/>
              </a:prstGeom>
              <a:solidFill>
                <a:srgbClr val="77C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答辩人：李卓</a:t>
                </a:r>
              </a:p>
            </p:txBody>
          </p:sp>
          <p:cxnSp>
            <p:nvCxnSpPr>
              <p:cNvPr id="43" name="直接连接符 42"/>
              <p:cNvCxnSpPr/>
              <p:nvPr/>
            </p:nvCxnSpPr>
            <p:spPr>
              <a:xfrm>
                <a:off x="1951684" y="5460156"/>
                <a:ext cx="1800000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1" name="直接连接符 40"/>
            <p:cNvCxnSpPr/>
            <p:nvPr/>
          </p:nvCxnSpPr>
          <p:spPr>
            <a:xfrm>
              <a:off x="6975710" y="6413672"/>
              <a:ext cx="180000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4457FB10-5A20-41BE-B815-8762A84242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092297"/>
              </p:ext>
            </p:extLst>
          </p:nvPr>
        </p:nvGraphicFramePr>
        <p:xfrm>
          <a:off x="451560" y="2999816"/>
          <a:ext cx="8284856" cy="2093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2530">
                  <a:extLst>
                    <a:ext uri="{9D8B030D-6E8A-4147-A177-3AD203B41FA5}">
                      <a16:colId xmlns:a16="http://schemas.microsoft.com/office/drawing/2014/main" val="1973961012"/>
                    </a:ext>
                  </a:extLst>
                </a:gridCol>
                <a:gridCol w="4472326">
                  <a:extLst>
                    <a:ext uri="{9D8B030D-6E8A-4147-A177-3AD203B41FA5}">
                      <a16:colId xmlns:a16="http://schemas.microsoft.com/office/drawing/2014/main" val="2872487823"/>
                    </a:ext>
                  </a:extLst>
                </a:gridCol>
              </a:tblGrid>
              <a:tr h="51185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遇到的问题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解决方案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46500"/>
                  </a:ext>
                </a:extLst>
              </a:tr>
              <a:tr h="4935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日期类型的数据存储后无法显示</a:t>
                      </a:r>
                      <a:endParaRPr lang="en-US" altLang="zh-CN" sz="20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b="1" kern="1200" dirty="0">
                          <a:solidFill>
                            <a:schemeClr val="accent5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数据类型存储错误，改正后即可显示</a:t>
                      </a:r>
                      <a:endParaRPr lang="zh-CN" altLang="en-US" sz="20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908565"/>
                  </a:ext>
                </a:extLst>
              </a:tr>
              <a:tr h="56664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图片类型的数据存储后无法显示</a:t>
                      </a:r>
                      <a:endParaRPr lang="en-US" altLang="zh-CN" sz="20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b="1" kern="1200" dirty="0">
                          <a:solidFill>
                            <a:schemeClr val="accent5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存储路径改为相对路径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00987"/>
                  </a:ext>
                </a:extLst>
              </a:tr>
              <a:tr h="51185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在测试的过程中会出现垃圾数据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b="1" kern="1200" dirty="0">
                          <a:solidFill>
                            <a:schemeClr val="accent5">
                              <a:lumMod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当前用例执行完成后   再删除垃圾数据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41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/>
        </p:nvSpPr>
        <p:spPr>
          <a:xfrm>
            <a:off x="241269" y="1374866"/>
            <a:ext cx="8661461" cy="5367718"/>
          </a:xfrm>
          <a:prstGeom prst="rect">
            <a:avLst/>
          </a:prstGeom>
          <a:solidFill>
            <a:srgbClr val="089DA3"/>
          </a:solidFill>
          <a:ln>
            <a:noFill/>
          </a:ln>
          <a:effectLst>
            <a:outerShdw blurRad="50800" dist="25400" sx="102000" sy="102000" algn="ctr" rotWithShape="0">
              <a:schemeClr val="bg1">
                <a:lumMod val="65000"/>
                <a:alpha val="3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 </a:t>
            </a:r>
            <a:endParaRPr lang="zh-CN" altLang="en-US" sz="1350" dirty="0"/>
          </a:p>
        </p:txBody>
      </p:sp>
      <p:grpSp>
        <p:nvGrpSpPr>
          <p:cNvPr id="22" name="组合 21"/>
          <p:cNvGrpSpPr/>
          <p:nvPr/>
        </p:nvGrpSpPr>
        <p:grpSpPr>
          <a:xfrm>
            <a:off x="537428" y="2320416"/>
            <a:ext cx="3420000" cy="3420000"/>
            <a:chOff x="1245373" y="996543"/>
            <a:chExt cx="5002306" cy="4970205"/>
          </a:xfrm>
        </p:grpSpPr>
        <p:sp>
          <p:nvSpPr>
            <p:cNvPr id="23" name="任意多边形 22"/>
            <p:cNvSpPr/>
            <p:nvPr/>
          </p:nvSpPr>
          <p:spPr>
            <a:xfrm flipV="1">
              <a:off x="1245373" y="1632022"/>
              <a:ext cx="1710690" cy="895350"/>
            </a:xfrm>
            <a:custGeom>
              <a:avLst/>
              <a:gdLst>
                <a:gd name="connsiteX0" fmla="*/ 0 w 1657350"/>
                <a:gd name="connsiteY0" fmla="*/ 895350 h 895350"/>
                <a:gd name="connsiteX1" fmla="*/ 1657350 w 1657350"/>
                <a:gd name="connsiteY1" fmla="*/ 895350 h 895350"/>
                <a:gd name="connsiteX2" fmla="*/ 1657350 w 1657350"/>
                <a:gd name="connsiteY2" fmla="*/ 25493 h 895350"/>
                <a:gd name="connsiteX3" fmla="*/ 519303 w 1657350"/>
                <a:gd name="connsiteY3" fmla="*/ 0 h 895350"/>
                <a:gd name="connsiteX4" fmla="*/ 0 w 1657350"/>
                <a:gd name="connsiteY4" fmla="*/ 895350 h 895350"/>
                <a:gd name="connsiteX0-1" fmla="*/ 1657350 w 1748790"/>
                <a:gd name="connsiteY0-2" fmla="*/ 25493 h 986790"/>
                <a:gd name="connsiteX1-3" fmla="*/ 519303 w 1748790"/>
                <a:gd name="connsiteY1-4" fmla="*/ 0 h 986790"/>
                <a:gd name="connsiteX2-5" fmla="*/ 0 w 1748790"/>
                <a:gd name="connsiteY2-6" fmla="*/ 895350 h 986790"/>
                <a:gd name="connsiteX3-7" fmla="*/ 1748790 w 1748790"/>
                <a:gd name="connsiteY3-8" fmla="*/ 986790 h 986790"/>
                <a:gd name="connsiteX0-9" fmla="*/ 1657350 w 1710690"/>
                <a:gd name="connsiteY0-10" fmla="*/ 25493 h 895350"/>
                <a:gd name="connsiteX1-11" fmla="*/ 519303 w 1710690"/>
                <a:gd name="connsiteY1-12" fmla="*/ 0 h 895350"/>
                <a:gd name="connsiteX2-13" fmla="*/ 0 w 1710690"/>
                <a:gd name="connsiteY2-14" fmla="*/ 895350 h 895350"/>
                <a:gd name="connsiteX3-15" fmla="*/ 1710690 w 1710690"/>
                <a:gd name="connsiteY3-16" fmla="*/ 891540 h 895350"/>
                <a:gd name="connsiteX0-17" fmla="*/ 1657350 w 1710690"/>
                <a:gd name="connsiteY0-18" fmla="*/ 0 h 896751"/>
                <a:gd name="connsiteX1-19" fmla="*/ 519303 w 1710690"/>
                <a:gd name="connsiteY1-20" fmla="*/ 1401 h 896751"/>
                <a:gd name="connsiteX2-21" fmla="*/ 0 w 1710690"/>
                <a:gd name="connsiteY2-22" fmla="*/ 896751 h 896751"/>
                <a:gd name="connsiteX3-23" fmla="*/ 1710690 w 1710690"/>
                <a:gd name="connsiteY3-24" fmla="*/ 892941 h 896751"/>
                <a:gd name="connsiteX0-25" fmla="*/ 519303 w 1710690"/>
                <a:gd name="connsiteY0-26" fmla="*/ 0 h 895350"/>
                <a:gd name="connsiteX1-27" fmla="*/ 0 w 1710690"/>
                <a:gd name="connsiteY1-28" fmla="*/ 895350 h 895350"/>
                <a:gd name="connsiteX2-29" fmla="*/ 1710690 w 1710690"/>
                <a:gd name="connsiteY2-30" fmla="*/ 891540 h 8953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710690" h="895350">
                  <a:moveTo>
                    <a:pt x="519303" y="0"/>
                  </a:moveTo>
                  <a:lnTo>
                    <a:pt x="0" y="895350"/>
                  </a:lnTo>
                  <a:lnTo>
                    <a:pt x="1710690" y="89154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4" name="任意多边形 23"/>
            <p:cNvSpPr/>
            <p:nvPr/>
          </p:nvSpPr>
          <p:spPr>
            <a:xfrm flipV="1">
              <a:off x="2568775" y="3966812"/>
              <a:ext cx="2359540" cy="1999936"/>
            </a:xfrm>
            <a:custGeom>
              <a:avLst/>
              <a:gdLst>
                <a:gd name="connsiteX0" fmla="*/ 0 w 1338835"/>
                <a:gd name="connsiteY0" fmla="*/ 1154168 h 1154168"/>
                <a:gd name="connsiteX1" fmla="*/ 1338835 w 1338835"/>
                <a:gd name="connsiteY1" fmla="*/ 1154168 h 1154168"/>
                <a:gd name="connsiteX2" fmla="*/ 669417 w 1338835"/>
                <a:gd name="connsiteY2" fmla="*/ 0 h 1154168"/>
                <a:gd name="connsiteX3" fmla="*/ 0 w 1338835"/>
                <a:gd name="connsiteY3" fmla="*/ 1154168 h 1154168"/>
                <a:gd name="connsiteX0-1" fmla="*/ 1247395 w 1247395"/>
                <a:gd name="connsiteY0-2" fmla="*/ 1154168 h 1245608"/>
                <a:gd name="connsiteX1-3" fmla="*/ 577977 w 1247395"/>
                <a:gd name="connsiteY1-4" fmla="*/ 0 h 1245608"/>
                <a:gd name="connsiteX2-5" fmla="*/ 0 w 1247395"/>
                <a:gd name="connsiteY2-6" fmla="*/ 1245608 h 1245608"/>
                <a:gd name="connsiteX0-7" fmla="*/ 1361695 w 1361695"/>
                <a:gd name="connsiteY0-8" fmla="*/ 1154168 h 1154168"/>
                <a:gd name="connsiteX1-9" fmla="*/ 692277 w 1361695"/>
                <a:gd name="connsiteY1-10" fmla="*/ 0 h 1154168"/>
                <a:gd name="connsiteX2-11" fmla="*/ 0 w 1361695"/>
                <a:gd name="connsiteY2-12" fmla="*/ 1150358 h 11541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361695" h="1154168">
                  <a:moveTo>
                    <a:pt x="1361695" y="1154168"/>
                  </a:moveTo>
                  <a:lnTo>
                    <a:pt x="692277" y="0"/>
                  </a:lnTo>
                  <a:cubicBezTo>
                    <a:pt x="469138" y="384723"/>
                    <a:pt x="0" y="1150358"/>
                    <a:pt x="0" y="1150358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5" name="任意多边形 24"/>
            <p:cNvSpPr/>
            <p:nvPr/>
          </p:nvSpPr>
          <p:spPr>
            <a:xfrm flipV="1">
              <a:off x="1514403" y="1784421"/>
              <a:ext cx="1438969" cy="711574"/>
            </a:xfrm>
            <a:custGeom>
              <a:avLst/>
              <a:gdLst>
                <a:gd name="connsiteX0" fmla="*/ 0 w 1401318"/>
                <a:gd name="connsiteY0" fmla="*/ 597122 h 597122"/>
                <a:gd name="connsiteX1" fmla="*/ 1401318 w 1401318"/>
                <a:gd name="connsiteY1" fmla="*/ 597122 h 597122"/>
                <a:gd name="connsiteX2" fmla="*/ 1401318 w 1401318"/>
                <a:gd name="connsiteY2" fmla="*/ 0 h 597122"/>
                <a:gd name="connsiteX3" fmla="*/ 342520 w 1401318"/>
                <a:gd name="connsiteY3" fmla="*/ 6571 h 597122"/>
                <a:gd name="connsiteX4" fmla="*/ 0 w 1401318"/>
                <a:gd name="connsiteY4" fmla="*/ 597122 h 597122"/>
                <a:gd name="connsiteX0-1" fmla="*/ 1401318 w 1492758"/>
                <a:gd name="connsiteY0-2" fmla="*/ 0 h 688562"/>
                <a:gd name="connsiteX1-3" fmla="*/ 342520 w 1492758"/>
                <a:gd name="connsiteY1-4" fmla="*/ 6571 h 688562"/>
                <a:gd name="connsiteX2-5" fmla="*/ 0 w 1492758"/>
                <a:gd name="connsiteY2-6" fmla="*/ 597122 h 688562"/>
                <a:gd name="connsiteX3-7" fmla="*/ 1492758 w 1492758"/>
                <a:gd name="connsiteY3-8" fmla="*/ 688562 h 688562"/>
                <a:gd name="connsiteX0-9" fmla="*/ 1401318 w 1479311"/>
                <a:gd name="connsiteY0-10" fmla="*/ 0 h 597122"/>
                <a:gd name="connsiteX1-11" fmla="*/ 342520 w 1479311"/>
                <a:gd name="connsiteY1-12" fmla="*/ 6571 h 597122"/>
                <a:gd name="connsiteX2-13" fmla="*/ 0 w 1479311"/>
                <a:gd name="connsiteY2-14" fmla="*/ 597122 h 597122"/>
                <a:gd name="connsiteX3-15" fmla="*/ 1479311 w 1479311"/>
                <a:gd name="connsiteY3-16" fmla="*/ 580985 h 597122"/>
                <a:gd name="connsiteX0-17" fmla="*/ 1401318 w 1519652"/>
                <a:gd name="connsiteY0-18" fmla="*/ 0 h 597122"/>
                <a:gd name="connsiteX1-19" fmla="*/ 342520 w 1519652"/>
                <a:gd name="connsiteY1-20" fmla="*/ 6571 h 597122"/>
                <a:gd name="connsiteX2-21" fmla="*/ 0 w 1519652"/>
                <a:gd name="connsiteY2-22" fmla="*/ 597122 h 597122"/>
                <a:gd name="connsiteX3-23" fmla="*/ 1519652 w 1519652"/>
                <a:gd name="connsiteY3-24" fmla="*/ 594432 h 597122"/>
                <a:gd name="connsiteX0-25" fmla="*/ 1401318 w 1438969"/>
                <a:gd name="connsiteY0-26" fmla="*/ 0 h 607880"/>
                <a:gd name="connsiteX1-27" fmla="*/ 342520 w 1438969"/>
                <a:gd name="connsiteY1-28" fmla="*/ 6571 h 607880"/>
                <a:gd name="connsiteX2-29" fmla="*/ 0 w 1438969"/>
                <a:gd name="connsiteY2-30" fmla="*/ 597122 h 607880"/>
                <a:gd name="connsiteX3-31" fmla="*/ 1438969 w 1438969"/>
                <a:gd name="connsiteY3-32" fmla="*/ 607880 h 607880"/>
                <a:gd name="connsiteX0-33" fmla="*/ 1401318 w 1438969"/>
                <a:gd name="connsiteY0-34" fmla="*/ 0 h 597122"/>
                <a:gd name="connsiteX1-35" fmla="*/ 342520 w 1438969"/>
                <a:gd name="connsiteY1-36" fmla="*/ 6571 h 597122"/>
                <a:gd name="connsiteX2-37" fmla="*/ 0 w 1438969"/>
                <a:gd name="connsiteY2-38" fmla="*/ 597122 h 597122"/>
                <a:gd name="connsiteX3-39" fmla="*/ 1438969 w 1438969"/>
                <a:gd name="connsiteY3-40" fmla="*/ 580986 h 597122"/>
                <a:gd name="connsiteX0-41" fmla="*/ 1401318 w 1438969"/>
                <a:gd name="connsiteY0-42" fmla="*/ 0 h 597122"/>
                <a:gd name="connsiteX1-43" fmla="*/ 342520 w 1438969"/>
                <a:gd name="connsiteY1-44" fmla="*/ 6571 h 597122"/>
                <a:gd name="connsiteX2-45" fmla="*/ 0 w 1438969"/>
                <a:gd name="connsiteY2-46" fmla="*/ 597122 h 597122"/>
                <a:gd name="connsiteX3-47" fmla="*/ 1438969 w 1438969"/>
                <a:gd name="connsiteY3-48" fmla="*/ 594433 h 597122"/>
                <a:gd name="connsiteX0-49" fmla="*/ 1401318 w 1401318"/>
                <a:gd name="connsiteY0-50" fmla="*/ 0 h 597122"/>
                <a:gd name="connsiteX1-51" fmla="*/ 342520 w 1401318"/>
                <a:gd name="connsiteY1-52" fmla="*/ 6571 h 597122"/>
                <a:gd name="connsiteX2-53" fmla="*/ 0 w 1401318"/>
                <a:gd name="connsiteY2-54" fmla="*/ 597122 h 597122"/>
                <a:gd name="connsiteX3-55" fmla="*/ 1385181 w 1401318"/>
                <a:gd name="connsiteY3-56" fmla="*/ 594433 h 597122"/>
                <a:gd name="connsiteX0-57" fmla="*/ 1401318 w 1401318"/>
                <a:gd name="connsiteY0-58" fmla="*/ 0 h 597122"/>
                <a:gd name="connsiteX1-59" fmla="*/ 342520 w 1401318"/>
                <a:gd name="connsiteY1-60" fmla="*/ 6571 h 597122"/>
                <a:gd name="connsiteX2-61" fmla="*/ 0 w 1401318"/>
                <a:gd name="connsiteY2-62" fmla="*/ 597122 h 597122"/>
                <a:gd name="connsiteX3-63" fmla="*/ 1398628 w 1401318"/>
                <a:gd name="connsiteY3-64" fmla="*/ 594433 h 597122"/>
                <a:gd name="connsiteX0-65" fmla="*/ 1401318 w 1438969"/>
                <a:gd name="connsiteY0-66" fmla="*/ 0 h 597122"/>
                <a:gd name="connsiteX1-67" fmla="*/ 342520 w 1438969"/>
                <a:gd name="connsiteY1-68" fmla="*/ 6571 h 597122"/>
                <a:gd name="connsiteX2-69" fmla="*/ 0 w 1438969"/>
                <a:gd name="connsiteY2-70" fmla="*/ 597122 h 597122"/>
                <a:gd name="connsiteX3-71" fmla="*/ 1438969 w 1438969"/>
                <a:gd name="connsiteY3-72" fmla="*/ 594433 h 597122"/>
                <a:gd name="connsiteX0-73" fmla="*/ 342520 w 1438969"/>
                <a:gd name="connsiteY0-74" fmla="*/ 0 h 590551"/>
                <a:gd name="connsiteX1-75" fmla="*/ 0 w 1438969"/>
                <a:gd name="connsiteY1-76" fmla="*/ 590551 h 590551"/>
                <a:gd name="connsiteX2-77" fmla="*/ 1438969 w 1438969"/>
                <a:gd name="connsiteY2-78" fmla="*/ 587862 h 590551"/>
                <a:gd name="connsiteX0-79" fmla="*/ 436650 w 1438969"/>
                <a:gd name="connsiteY0-80" fmla="*/ 0 h 765363"/>
                <a:gd name="connsiteX1-81" fmla="*/ 0 w 1438969"/>
                <a:gd name="connsiteY1-82" fmla="*/ 765363 h 765363"/>
                <a:gd name="connsiteX2-83" fmla="*/ 1438969 w 1438969"/>
                <a:gd name="connsiteY2-84" fmla="*/ 762674 h 765363"/>
                <a:gd name="connsiteX0-85" fmla="*/ 409756 w 1438969"/>
                <a:gd name="connsiteY0-86" fmla="*/ 0 h 711574"/>
                <a:gd name="connsiteX1-87" fmla="*/ 0 w 1438969"/>
                <a:gd name="connsiteY1-88" fmla="*/ 711574 h 711574"/>
                <a:gd name="connsiteX2-89" fmla="*/ 1438969 w 1438969"/>
                <a:gd name="connsiteY2-90" fmla="*/ 708885 h 71157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438969" h="711574">
                  <a:moveTo>
                    <a:pt x="409756" y="0"/>
                  </a:moveTo>
                  <a:lnTo>
                    <a:pt x="0" y="711574"/>
                  </a:lnTo>
                  <a:lnTo>
                    <a:pt x="1438969" y="708885"/>
                  </a:lnTo>
                </a:path>
              </a:pathLst>
            </a:custGeom>
            <a:noFill/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6" name="任意多边形 25"/>
            <p:cNvSpPr/>
            <p:nvPr/>
          </p:nvSpPr>
          <p:spPr>
            <a:xfrm flipV="1">
              <a:off x="2757191" y="4066311"/>
              <a:ext cx="2001754" cy="1719078"/>
            </a:xfrm>
            <a:custGeom>
              <a:avLst/>
              <a:gdLst>
                <a:gd name="connsiteX0" fmla="*/ 0 w 996314"/>
                <a:gd name="connsiteY0" fmla="*/ 858892 h 858892"/>
                <a:gd name="connsiteX1" fmla="*/ 996314 w 996314"/>
                <a:gd name="connsiteY1" fmla="*/ 858892 h 858892"/>
                <a:gd name="connsiteX2" fmla="*/ 498157 w 996314"/>
                <a:gd name="connsiteY2" fmla="*/ 0 h 858892"/>
                <a:gd name="connsiteX3" fmla="*/ 0 w 996314"/>
                <a:gd name="connsiteY3" fmla="*/ 858892 h 858892"/>
                <a:gd name="connsiteX0-1" fmla="*/ 904874 w 904874"/>
                <a:gd name="connsiteY0-2" fmla="*/ 858892 h 950332"/>
                <a:gd name="connsiteX1-3" fmla="*/ 406717 w 904874"/>
                <a:gd name="connsiteY1-4" fmla="*/ 0 h 950332"/>
                <a:gd name="connsiteX2-5" fmla="*/ 0 w 904874"/>
                <a:gd name="connsiteY2-6" fmla="*/ 950332 h 950332"/>
                <a:gd name="connsiteX0-7" fmla="*/ 1000124 w 1000124"/>
                <a:gd name="connsiteY0-8" fmla="*/ 858892 h 858892"/>
                <a:gd name="connsiteX1-9" fmla="*/ 501967 w 1000124"/>
                <a:gd name="connsiteY1-10" fmla="*/ 0 h 858892"/>
                <a:gd name="connsiteX2-11" fmla="*/ 0 w 1000124"/>
                <a:gd name="connsiteY2-12" fmla="*/ 855082 h 85889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124" h="858892">
                  <a:moveTo>
                    <a:pt x="1000124" y="858892"/>
                  </a:moveTo>
                  <a:lnTo>
                    <a:pt x="501967" y="0"/>
                  </a:lnTo>
                  <a:cubicBezTo>
                    <a:pt x="335915" y="286297"/>
                    <a:pt x="0" y="855082"/>
                    <a:pt x="0" y="855082"/>
                  </a:cubicBezTo>
                </a:path>
              </a:pathLst>
            </a:custGeom>
            <a:noFill/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7" name="任意多边形 26"/>
            <p:cNvSpPr/>
            <p:nvPr/>
          </p:nvSpPr>
          <p:spPr>
            <a:xfrm flipH="1" flipV="1">
              <a:off x="4536989" y="1632022"/>
              <a:ext cx="1710690" cy="895350"/>
            </a:xfrm>
            <a:custGeom>
              <a:avLst/>
              <a:gdLst>
                <a:gd name="connsiteX0" fmla="*/ 0 w 1657350"/>
                <a:gd name="connsiteY0" fmla="*/ 895350 h 895350"/>
                <a:gd name="connsiteX1" fmla="*/ 1657350 w 1657350"/>
                <a:gd name="connsiteY1" fmla="*/ 895350 h 895350"/>
                <a:gd name="connsiteX2" fmla="*/ 1657350 w 1657350"/>
                <a:gd name="connsiteY2" fmla="*/ 25493 h 895350"/>
                <a:gd name="connsiteX3" fmla="*/ 519303 w 1657350"/>
                <a:gd name="connsiteY3" fmla="*/ 0 h 895350"/>
                <a:gd name="connsiteX4" fmla="*/ 0 w 1657350"/>
                <a:gd name="connsiteY4" fmla="*/ 895350 h 895350"/>
                <a:gd name="connsiteX0-1" fmla="*/ 1657350 w 1748790"/>
                <a:gd name="connsiteY0-2" fmla="*/ 25493 h 986790"/>
                <a:gd name="connsiteX1-3" fmla="*/ 519303 w 1748790"/>
                <a:gd name="connsiteY1-4" fmla="*/ 0 h 986790"/>
                <a:gd name="connsiteX2-5" fmla="*/ 0 w 1748790"/>
                <a:gd name="connsiteY2-6" fmla="*/ 895350 h 986790"/>
                <a:gd name="connsiteX3-7" fmla="*/ 1748790 w 1748790"/>
                <a:gd name="connsiteY3-8" fmla="*/ 986790 h 986790"/>
                <a:gd name="connsiteX0-9" fmla="*/ 1657350 w 1710690"/>
                <a:gd name="connsiteY0-10" fmla="*/ 25493 h 895350"/>
                <a:gd name="connsiteX1-11" fmla="*/ 519303 w 1710690"/>
                <a:gd name="connsiteY1-12" fmla="*/ 0 h 895350"/>
                <a:gd name="connsiteX2-13" fmla="*/ 0 w 1710690"/>
                <a:gd name="connsiteY2-14" fmla="*/ 895350 h 895350"/>
                <a:gd name="connsiteX3-15" fmla="*/ 1710690 w 1710690"/>
                <a:gd name="connsiteY3-16" fmla="*/ 891540 h 895350"/>
                <a:gd name="connsiteX0-17" fmla="*/ 1657350 w 1710690"/>
                <a:gd name="connsiteY0-18" fmla="*/ 0 h 896751"/>
                <a:gd name="connsiteX1-19" fmla="*/ 519303 w 1710690"/>
                <a:gd name="connsiteY1-20" fmla="*/ 1401 h 896751"/>
                <a:gd name="connsiteX2-21" fmla="*/ 0 w 1710690"/>
                <a:gd name="connsiteY2-22" fmla="*/ 896751 h 896751"/>
                <a:gd name="connsiteX3-23" fmla="*/ 1710690 w 1710690"/>
                <a:gd name="connsiteY3-24" fmla="*/ 892941 h 896751"/>
                <a:gd name="connsiteX0-25" fmla="*/ 519303 w 1710690"/>
                <a:gd name="connsiteY0-26" fmla="*/ 0 h 895350"/>
                <a:gd name="connsiteX1-27" fmla="*/ 0 w 1710690"/>
                <a:gd name="connsiteY1-28" fmla="*/ 895350 h 895350"/>
                <a:gd name="connsiteX2-29" fmla="*/ 1710690 w 1710690"/>
                <a:gd name="connsiteY2-30" fmla="*/ 891540 h 8953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710690" h="895350">
                  <a:moveTo>
                    <a:pt x="519303" y="0"/>
                  </a:moveTo>
                  <a:lnTo>
                    <a:pt x="0" y="895350"/>
                  </a:lnTo>
                  <a:lnTo>
                    <a:pt x="1710690" y="89154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sp>
          <p:nvSpPr>
            <p:cNvPr id="28" name="任意多边形 27"/>
            <p:cNvSpPr/>
            <p:nvPr/>
          </p:nvSpPr>
          <p:spPr>
            <a:xfrm flipH="1" flipV="1">
              <a:off x="4534298" y="1784421"/>
              <a:ext cx="1438969" cy="711574"/>
            </a:xfrm>
            <a:custGeom>
              <a:avLst/>
              <a:gdLst>
                <a:gd name="connsiteX0" fmla="*/ 0 w 1401318"/>
                <a:gd name="connsiteY0" fmla="*/ 597122 h 597122"/>
                <a:gd name="connsiteX1" fmla="*/ 1401318 w 1401318"/>
                <a:gd name="connsiteY1" fmla="*/ 597122 h 597122"/>
                <a:gd name="connsiteX2" fmla="*/ 1401318 w 1401318"/>
                <a:gd name="connsiteY2" fmla="*/ 0 h 597122"/>
                <a:gd name="connsiteX3" fmla="*/ 342520 w 1401318"/>
                <a:gd name="connsiteY3" fmla="*/ 6571 h 597122"/>
                <a:gd name="connsiteX4" fmla="*/ 0 w 1401318"/>
                <a:gd name="connsiteY4" fmla="*/ 597122 h 597122"/>
                <a:gd name="connsiteX0-1" fmla="*/ 1401318 w 1492758"/>
                <a:gd name="connsiteY0-2" fmla="*/ 0 h 688562"/>
                <a:gd name="connsiteX1-3" fmla="*/ 342520 w 1492758"/>
                <a:gd name="connsiteY1-4" fmla="*/ 6571 h 688562"/>
                <a:gd name="connsiteX2-5" fmla="*/ 0 w 1492758"/>
                <a:gd name="connsiteY2-6" fmla="*/ 597122 h 688562"/>
                <a:gd name="connsiteX3-7" fmla="*/ 1492758 w 1492758"/>
                <a:gd name="connsiteY3-8" fmla="*/ 688562 h 688562"/>
                <a:gd name="connsiteX0-9" fmla="*/ 1401318 w 1479311"/>
                <a:gd name="connsiteY0-10" fmla="*/ 0 h 597122"/>
                <a:gd name="connsiteX1-11" fmla="*/ 342520 w 1479311"/>
                <a:gd name="connsiteY1-12" fmla="*/ 6571 h 597122"/>
                <a:gd name="connsiteX2-13" fmla="*/ 0 w 1479311"/>
                <a:gd name="connsiteY2-14" fmla="*/ 597122 h 597122"/>
                <a:gd name="connsiteX3-15" fmla="*/ 1479311 w 1479311"/>
                <a:gd name="connsiteY3-16" fmla="*/ 580985 h 597122"/>
                <a:gd name="connsiteX0-17" fmla="*/ 1401318 w 1519652"/>
                <a:gd name="connsiteY0-18" fmla="*/ 0 h 597122"/>
                <a:gd name="connsiteX1-19" fmla="*/ 342520 w 1519652"/>
                <a:gd name="connsiteY1-20" fmla="*/ 6571 h 597122"/>
                <a:gd name="connsiteX2-21" fmla="*/ 0 w 1519652"/>
                <a:gd name="connsiteY2-22" fmla="*/ 597122 h 597122"/>
                <a:gd name="connsiteX3-23" fmla="*/ 1519652 w 1519652"/>
                <a:gd name="connsiteY3-24" fmla="*/ 594432 h 597122"/>
                <a:gd name="connsiteX0-25" fmla="*/ 1401318 w 1438969"/>
                <a:gd name="connsiteY0-26" fmla="*/ 0 h 607880"/>
                <a:gd name="connsiteX1-27" fmla="*/ 342520 w 1438969"/>
                <a:gd name="connsiteY1-28" fmla="*/ 6571 h 607880"/>
                <a:gd name="connsiteX2-29" fmla="*/ 0 w 1438969"/>
                <a:gd name="connsiteY2-30" fmla="*/ 597122 h 607880"/>
                <a:gd name="connsiteX3-31" fmla="*/ 1438969 w 1438969"/>
                <a:gd name="connsiteY3-32" fmla="*/ 607880 h 607880"/>
                <a:gd name="connsiteX0-33" fmla="*/ 1401318 w 1438969"/>
                <a:gd name="connsiteY0-34" fmla="*/ 0 h 597122"/>
                <a:gd name="connsiteX1-35" fmla="*/ 342520 w 1438969"/>
                <a:gd name="connsiteY1-36" fmla="*/ 6571 h 597122"/>
                <a:gd name="connsiteX2-37" fmla="*/ 0 w 1438969"/>
                <a:gd name="connsiteY2-38" fmla="*/ 597122 h 597122"/>
                <a:gd name="connsiteX3-39" fmla="*/ 1438969 w 1438969"/>
                <a:gd name="connsiteY3-40" fmla="*/ 580986 h 597122"/>
                <a:gd name="connsiteX0-41" fmla="*/ 1401318 w 1438969"/>
                <a:gd name="connsiteY0-42" fmla="*/ 0 h 597122"/>
                <a:gd name="connsiteX1-43" fmla="*/ 342520 w 1438969"/>
                <a:gd name="connsiteY1-44" fmla="*/ 6571 h 597122"/>
                <a:gd name="connsiteX2-45" fmla="*/ 0 w 1438969"/>
                <a:gd name="connsiteY2-46" fmla="*/ 597122 h 597122"/>
                <a:gd name="connsiteX3-47" fmla="*/ 1438969 w 1438969"/>
                <a:gd name="connsiteY3-48" fmla="*/ 594433 h 597122"/>
                <a:gd name="connsiteX0-49" fmla="*/ 1401318 w 1401318"/>
                <a:gd name="connsiteY0-50" fmla="*/ 0 h 597122"/>
                <a:gd name="connsiteX1-51" fmla="*/ 342520 w 1401318"/>
                <a:gd name="connsiteY1-52" fmla="*/ 6571 h 597122"/>
                <a:gd name="connsiteX2-53" fmla="*/ 0 w 1401318"/>
                <a:gd name="connsiteY2-54" fmla="*/ 597122 h 597122"/>
                <a:gd name="connsiteX3-55" fmla="*/ 1385181 w 1401318"/>
                <a:gd name="connsiteY3-56" fmla="*/ 594433 h 597122"/>
                <a:gd name="connsiteX0-57" fmla="*/ 1401318 w 1401318"/>
                <a:gd name="connsiteY0-58" fmla="*/ 0 h 597122"/>
                <a:gd name="connsiteX1-59" fmla="*/ 342520 w 1401318"/>
                <a:gd name="connsiteY1-60" fmla="*/ 6571 h 597122"/>
                <a:gd name="connsiteX2-61" fmla="*/ 0 w 1401318"/>
                <a:gd name="connsiteY2-62" fmla="*/ 597122 h 597122"/>
                <a:gd name="connsiteX3-63" fmla="*/ 1398628 w 1401318"/>
                <a:gd name="connsiteY3-64" fmla="*/ 594433 h 597122"/>
                <a:gd name="connsiteX0-65" fmla="*/ 1401318 w 1438969"/>
                <a:gd name="connsiteY0-66" fmla="*/ 0 h 597122"/>
                <a:gd name="connsiteX1-67" fmla="*/ 342520 w 1438969"/>
                <a:gd name="connsiteY1-68" fmla="*/ 6571 h 597122"/>
                <a:gd name="connsiteX2-69" fmla="*/ 0 w 1438969"/>
                <a:gd name="connsiteY2-70" fmla="*/ 597122 h 597122"/>
                <a:gd name="connsiteX3-71" fmla="*/ 1438969 w 1438969"/>
                <a:gd name="connsiteY3-72" fmla="*/ 594433 h 597122"/>
                <a:gd name="connsiteX0-73" fmla="*/ 342520 w 1438969"/>
                <a:gd name="connsiteY0-74" fmla="*/ 0 h 590551"/>
                <a:gd name="connsiteX1-75" fmla="*/ 0 w 1438969"/>
                <a:gd name="connsiteY1-76" fmla="*/ 590551 h 590551"/>
                <a:gd name="connsiteX2-77" fmla="*/ 1438969 w 1438969"/>
                <a:gd name="connsiteY2-78" fmla="*/ 587862 h 590551"/>
                <a:gd name="connsiteX0-79" fmla="*/ 436650 w 1438969"/>
                <a:gd name="connsiteY0-80" fmla="*/ 0 h 765363"/>
                <a:gd name="connsiteX1-81" fmla="*/ 0 w 1438969"/>
                <a:gd name="connsiteY1-82" fmla="*/ 765363 h 765363"/>
                <a:gd name="connsiteX2-83" fmla="*/ 1438969 w 1438969"/>
                <a:gd name="connsiteY2-84" fmla="*/ 762674 h 765363"/>
                <a:gd name="connsiteX0-85" fmla="*/ 409756 w 1438969"/>
                <a:gd name="connsiteY0-86" fmla="*/ 0 h 711574"/>
                <a:gd name="connsiteX1-87" fmla="*/ 0 w 1438969"/>
                <a:gd name="connsiteY1-88" fmla="*/ 711574 h 711574"/>
                <a:gd name="connsiteX2-89" fmla="*/ 1438969 w 1438969"/>
                <a:gd name="connsiteY2-90" fmla="*/ 708885 h 71157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438969" h="711574">
                  <a:moveTo>
                    <a:pt x="409756" y="0"/>
                  </a:moveTo>
                  <a:lnTo>
                    <a:pt x="0" y="711574"/>
                  </a:lnTo>
                  <a:lnTo>
                    <a:pt x="1438969" y="708885"/>
                  </a:lnTo>
                </a:path>
              </a:pathLst>
            </a:custGeom>
            <a:noFill/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2982602" y="996543"/>
              <a:ext cx="1593372" cy="1133196"/>
              <a:chOff x="1743075" y="720725"/>
              <a:chExt cx="5573713" cy="3963988"/>
            </a:xfrm>
            <a:solidFill>
              <a:schemeClr val="bg1"/>
            </a:solidFill>
          </p:grpSpPr>
          <p:sp>
            <p:nvSpPr>
              <p:cNvPr id="30" name="Freeform 27"/>
              <p:cNvSpPr/>
              <p:nvPr/>
            </p:nvSpPr>
            <p:spPr bwMode="auto">
              <a:xfrm>
                <a:off x="1743075" y="720725"/>
                <a:ext cx="5573713" cy="2676525"/>
              </a:xfrm>
              <a:custGeom>
                <a:avLst/>
                <a:gdLst>
                  <a:gd name="T0" fmla="*/ 944 w 2050"/>
                  <a:gd name="T1" fmla="*/ 28 h 988"/>
                  <a:gd name="T2" fmla="*/ 1101 w 2050"/>
                  <a:gd name="T3" fmla="*/ 25 h 988"/>
                  <a:gd name="T4" fmla="*/ 2021 w 2050"/>
                  <a:gd name="T5" fmla="*/ 464 h 988"/>
                  <a:gd name="T6" fmla="*/ 2049 w 2050"/>
                  <a:gd name="T7" fmla="*/ 497 h 988"/>
                  <a:gd name="T8" fmla="*/ 2022 w 2050"/>
                  <a:gd name="T9" fmla="*/ 526 h 988"/>
                  <a:gd name="T10" fmla="*/ 1090 w 2050"/>
                  <a:gd name="T11" fmla="*/ 970 h 988"/>
                  <a:gd name="T12" fmla="*/ 966 w 2050"/>
                  <a:gd name="T13" fmla="*/ 973 h 988"/>
                  <a:gd name="T14" fmla="*/ 637 w 2050"/>
                  <a:gd name="T15" fmla="*/ 817 h 988"/>
                  <a:gd name="T16" fmla="*/ 573 w 2050"/>
                  <a:gd name="T17" fmla="*/ 784 h 988"/>
                  <a:gd name="T18" fmla="*/ 579 w 2050"/>
                  <a:gd name="T19" fmla="*/ 763 h 988"/>
                  <a:gd name="T20" fmla="*/ 972 w 2050"/>
                  <a:gd name="T21" fmla="*/ 559 h 988"/>
                  <a:gd name="T22" fmla="*/ 1099 w 2050"/>
                  <a:gd name="T23" fmla="*/ 550 h 988"/>
                  <a:gd name="T24" fmla="*/ 1138 w 2050"/>
                  <a:gd name="T25" fmla="*/ 500 h 988"/>
                  <a:gd name="T26" fmla="*/ 1110 w 2050"/>
                  <a:gd name="T27" fmla="*/ 448 h 988"/>
                  <a:gd name="T28" fmla="*/ 996 w 2050"/>
                  <a:gd name="T29" fmla="*/ 427 h 988"/>
                  <a:gd name="T30" fmla="*/ 922 w 2050"/>
                  <a:gd name="T31" fmla="*/ 466 h 988"/>
                  <a:gd name="T32" fmla="*/ 916 w 2050"/>
                  <a:gd name="T33" fmla="*/ 516 h 988"/>
                  <a:gd name="T34" fmla="*/ 521 w 2050"/>
                  <a:gd name="T35" fmla="*/ 721 h 988"/>
                  <a:gd name="T36" fmla="*/ 500 w 2050"/>
                  <a:gd name="T37" fmla="*/ 749 h 988"/>
                  <a:gd name="T38" fmla="*/ 269 w 2050"/>
                  <a:gd name="T39" fmla="*/ 641 h 988"/>
                  <a:gd name="T40" fmla="*/ 28 w 2050"/>
                  <a:gd name="T41" fmla="*/ 526 h 988"/>
                  <a:gd name="T42" fmla="*/ 1 w 2050"/>
                  <a:gd name="T43" fmla="*/ 493 h 988"/>
                  <a:gd name="T44" fmla="*/ 31 w 2050"/>
                  <a:gd name="T45" fmla="*/ 463 h 988"/>
                  <a:gd name="T46" fmla="*/ 944 w 2050"/>
                  <a:gd name="T47" fmla="*/ 28 h 9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050" h="988">
                    <a:moveTo>
                      <a:pt x="944" y="28"/>
                    </a:moveTo>
                    <a:cubicBezTo>
                      <a:pt x="992" y="1"/>
                      <a:pt x="1053" y="0"/>
                      <a:pt x="1101" y="25"/>
                    </a:cubicBezTo>
                    <a:cubicBezTo>
                      <a:pt x="1408" y="172"/>
                      <a:pt x="1715" y="318"/>
                      <a:pt x="2021" y="464"/>
                    </a:cubicBezTo>
                    <a:cubicBezTo>
                      <a:pt x="2035" y="470"/>
                      <a:pt x="2050" y="481"/>
                      <a:pt x="2049" y="497"/>
                    </a:cubicBezTo>
                    <a:cubicBezTo>
                      <a:pt x="2047" y="512"/>
                      <a:pt x="2034" y="521"/>
                      <a:pt x="2022" y="526"/>
                    </a:cubicBezTo>
                    <a:cubicBezTo>
                      <a:pt x="1711" y="674"/>
                      <a:pt x="1400" y="822"/>
                      <a:pt x="1090" y="970"/>
                    </a:cubicBezTo>
                    <a:cubicBezTo>
                      <a:pt x="1051" y="988"/>
                      <a:pt x="1005" y="988"/>
                      <a:pt x="966" y="973"/>
                    </a:cubicBezTo>
                    <a:cubicBezTo>
                      <a:pt x="856" y="921"/>
                      <a:pt x="747" y="869"/>
                      <a:pt x="637" y="817"/>
                    </a:cubicBezTo>
                    <a:cubicBezTo>
                      <a:pt x="616" y="806"/>
                      <a:pt x="594" y="797"/>
                      <a:pt x="573" y="784"/>
                    </a:cubicBezTo>
                    <a:cubicBezTo>
                      <a:pt x="567" y="777"/>
                      <a:pt x="570" y="766"/>
                      <a:pt x="579" y="763"/>
                    </a:cubicBezTo>
                    <a:cubicBezTo>
                      <a:pt x="710" y="695"/>
                      <a:pt x="841" y="627"/>
                      <a:pt x="972" y="559"/>
                    </a:cubicBezTo>
                    <a:cubicBezTo>
                      <a:pt x="1013" y="572"/>
                      <a:pt x="1060" y="570"/>
                      <a:pt x="1099" y="550"/>
                    </a:cubicBezTo>
                    <a:cubicBezTo>
                      <a:pt x="1118" y="540"/>
                      <a:pt x="1136" y="523"/>
                      <a:pt x="1138" y="500"/>
                    </a:cubicBezTo>
                    <a:cubicBezTo>
                      <a:pt x="1141" y="479"/>
                      <a:pt x="1126" y="460"/>
                      <a:pt x="1110" y="448"/>
                    </a:cubicBezTo>
                    <a:cubicBezTo>
                      <a:pt x="1077" y="426"/>
                      <a:pt x="1035" y="421"/>
                      <a:pt x="996" y="427"/>
                    </a:cubicBezTo>
                    <a:cubicBezTo>
                      <a:pt x="968" y="432"/>
                      <a:pt x="940" y="443"/>
                      <a:pt x="922" y="466"/>
                    </a:cubicBezTo>
                    <a:cubicBezTo>
                      <a:pt x="911" y="480"/>
                      <a:pt x="908" y="499"/>
                      <a:pt x="916" y="516"/>
                    </a:cubicBezTo>
                    <a:cubicBezTo>
                      <a:pt x="784" y="584"/>
                      <a:pt x="652" y="652"/>
                      <a:pt x="521" y="721"/>
                    </a:cubicBezTo>
                    <a:cubicBezTo>
                      <a:pt x="509" y="725"/>
                      <a:pt x="500" y="736"/>
                      <a:pt x="500" y="749"/>
                    </a:cubicBezTo>
                    <a:cubicBezTo>
                      <a:pt x="422" y="715"/>
                      <a:pt x="346" y="677"/>
                      <a:pt x="269" y="641"/>
                    </a:cubicBezTo>
                    <a:cubicBezTo>
                      <a:pt x="189" y="602"/>
                      <a:pt x="108" y="564"/>
                      <a:pt x="28" y="526"/>
                    </a:cubicBezTo>
                    <a:cubicBezTo>
                      <a:pt x="15" y="520"/>
                      <a:pt x="0" y="509"/>
                      <a:pt x="1" y="493"/>
                    </a:cubicBezTo>
                    <a:cubicBezTo>
                      <a:pt x="3" y="478"/>
                      <a:pt x="18" y="469"/>
                      <a:pt x="31" y="463"/>
                    </a:cubicBezTo>
                    <a:cubicBezTo>
                      <a:pt x="335" y="318"/>
                      <a:pt x="640" y="173"/>
                      <a:pt x="944" y="2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  <p:sp>
            <p:nvSpPr>
              <p:cNvPr id="31" name="Freeform 28"/>
              <p:cNvSpPr/>
              <p:nvPr/>
            </p:nvSpPr>
            <p:spPr bwMode="auto">
              <a:xfrm>
                <a:off x="2773363" y="2760663"/>
                <a:ext cx="236538" cy="971550"/>
              </a:xfrm>
              <a:custGeom>
                <a:avLst/>
                <a:gdLst>
                  <a:gd name="T0" fmla="*/ 0 w 87"/>
                  <a:gd name="T1" fmla="*/ 0 h 359"/>
                  <a:gd name="T2" fmla="*/ 87 w 87"/>
                  <a:gd name="T3" fmla="*/ 42 h 359"/>
                  <a:gd name="T4" fmla="*/ 48 w 87"/>
                  <a:gd name="T5" fmla="*/ 359 h 359"/>
                  <a:gd name="T6" fmla="*/ 0 w 87"/>
                  <a:gd name="T7" fmla="*/ 252 h 359"/>
                  <a:gd name="T8" fmla="*/ 0 w 87"/>
                  <a:gd name="T9" fmla="*/ 0 h 3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7" h="359">
                    <a:moveTo>
                      <a:pt x="0" y="0"/>
                    </a:moveTo>
                    <a:cubicBezTo>
                      <a:pt x="29" y="14"/>
                      <a:pt x="58" y="28"/>
                      <a:pt x="87" y="42"/>
                    </a:cubicBezTo>
                    <a:cubicBezTo>
                      <a:pt x="74" y="148"/>
                      <a:pt x="61" y="253"/>
                      <a:pt x="48" y="359"/>
                    </a:cubicBezTo>
                    <a:cubicBezTo>
                      <a:pt x="23" y="328"/>
                      <a:pt x="0" y="293"/>
                      <a:pt x="0" y="252"/>
                    </a:cubicBezTo>
                    <a:cubicBezTo>
                      <a:pt x="1" y="168"/>
                      <a:pt x="0" y="8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  <p:sp>
            <p:nvSpPr>
              <p:cNvPr id="32" name="Freeform 29"/>
              <p:cNvSpPr/>
              <p:nvPr/>
            </p:nvSpPr>
            <p:spPr bwMode="auto">
              <a:xfrm>
                <a:off x="3363913" y="2768600"/>
                <a:ext cx="2900363" cy="1693863"/>
              </a:xfrm>
              <a:custGeom>
                <a:avLst/>
                <a:gdLst>
                  <a:gd name="T0" fmla="*/ 496 w 1067"/>
                  <a:gd name="T1" fmla="*/ 275 h 625"/>
                  <a:gd name="T2" fmla="*/ 1067 w 1067"/>
                  <a:gd name="T3" fmla="*/ 0 h 625"/>
                  <a:gd name="T4" fmla="*/ 1067 w 1067"/>
                  <a:gd name="T5" fmla="*/ 253 h 625"/>
                  <a:gd name="T6" fmla="*/ 1022 w 1067"/>
                  <a:gd name="T7" fmla="*/ 353 h 625"/>
                  <a:gd name="T8" fmla="*/ 871 w 1067"/>
                  <a:gd name="T9" fmla="*/ 479 h 625"/>
                  <a:gd name="T10" fmla="*/ 285 w 1067"/>
                  <a:gd name="T11" fmla="*/ 591 h 625"/>
                  <a:gd name="T12" fmla="*/ 52 w 1067"/>
                  <a:gd name="T13" fmla="*/ 518 h 625"/>
                  <a:gd name="T14" fmla="*/ 0 w 1067"/>
                  <a:gd name="T15" fmla="*/ 101 h 625"/>
                  <a:gd name="T16" fmla="*/ 356 w 1067"/>
                  <a:gd name="T17" fmla="*/ 273 h 625"/>
                  <a:gd name="T18" fmla="*/ 496 w 1067"/>
                  <a:gd name="T19" fmla="*/ 275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67" h="625">
                    <a:moveTo>
                      <a:pt x="496" y="275"/>
                    </a:moveTo>
                    <a:cubicBezTo>
                      <a:pt x="686" y="184"/>
                      <a:pt x="876" y="92"/>
                      <a:pt x="1067" y="0"/>
                    </a:cubicBezTo>
                    <a:cubicBezTo>
                      <a:pt x="1066" y="85"/>
                      <a:pt x="1067" y="169"/>
                      <a:pt x="1067" y="253"/>
                    </a:cubicBezTo>
                    <a:cubicBezTo>
                      <a:pt x="1065" y="291"/>
                      <a:pt x="1044" y="324"/>
                      <a:pt x="1022" y="353"/>
                    </a:cubicBezTo>
                    <a:cubicBezTo>
                      <a:pt x="980" y="404"/>
                      <a:pt x="927" y="445"/>
                      <a:pt x="871" y="479"/>
                    </a:cubicBezTo>
                    <a:cubicBezTo>
                      <a:pt x="697" y="583"/>
                      <a:pt x="486" y="625"/>
                      <a:pt x="285" y="591"/>
                    </a:cubicBezTo>
                    <a:cubicBezTo>
                      <a:pt x="204" y="578"/>
                      <a:pt x="126" y="552"/>
                      <a:pt x="52" y="518"/>
                    </a:cubicBezTo>
                    <a:cubicBezTo>
                      <a:pt x="34" y="379"/>
                      <a:pt x="17" y="240"/>
                      <a:pt x="0" y="101"/>
                    </a:cubicBezTo>
                    <a:cubicBezTo>
                      <a:pt x="118" y="159"/>
                      <a:pt x="238" y="216"/>
                      <a:pt x="356" y="273"/>
                    </a:cubicBezTo>
                    <a:cubicBezTo>
                      <a:pt x="400" y="295"/>
                      <a:pt x="452" y="297"/>
                      <a:pt x="496" y="27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  <p:sp>
            <p:nvSpPr>
              <p:cNvPr id="33" name="Freeform 30"/>
              <p:cNvSpPr/>
              <p:nvPr/>
            </p:nvSpPr>
            <p:spPr bwMode="auto">
              <a:xfrm>
                <a:off x="2974975" y="2955925"/>
                <a:ext cx="404813" cy="1728788"/>
              </a:xfrm>
              <a:custGeom>
                <a:avLst/>
                <a:gdLst>
                  <a:gd name="T0" fmla="*/ 0 w 149"/>
                  <a:gd name="T1" fmla="*/ 568 h 638"/>
                  <a:gd name="T2" fmla="*/ 74 w 149"/>
                  <a:gd name="T3" fmla="*/ 0 h 638"/>
                  <a:gd name="T4" fmla="*/ 145 w 149"/>
                  <a:gd name="T5" fmla="*/ 538 h 638"/>
                  <a:gd name="T6" fmla="*/ 149 w 149"/>
                  <a:gd name="T7" fmla="*/ 572 h 638"/>
                  <a:gd name="T8" fmla="*/ 101 w 149"/>
                  <a:gd name="T9" fmla="*/ 629 h 638"/>
                  <a:gd name="T10" fmla="*/ 27 w 149"/>
                  <a:gd name="T11" fmla="*/ 617 h 638"/>
                  <a:gd name="T12" fmla="*/ 0 w 149"/>
                  <a:gd name="T13" fmla="*/ 568 h 6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9" h="638">
                    <a:moveTo>
                      <a:pt x="0" y="568"/>
                    </a:moveTo>
                    <a:cubicBezTo>
                      <a:pt x="24" y="379"/>
                      <a:pt x="49" y="190"/>
                      <a:pt x="74" y="0"/>
                    </a:cubicBezTo>
                    <a:cubicBezTo>
                      <a:pt x="98" y="180"/>
                      <a:pt x="121" y="359"/>
                      <a:pt x="145" y="538"/>
                    </a:cubicBezTo>
                    <a:cubicBezTo>
                      <a:pt x="146" y="549"/>
                      <a:pt x="148" y="560"/>
                      <a:pt x="149" y="572"/>
                    </a:cubicBezTo>
                    <a:cubicBezTo>
                      <a:pt x="142" y="596"/>
                      <a:pt x="126" y="620"/>
                      <a:pt x="101" y="629"/>
                    </a:cubicBezTo>
                    <a:cubicBezTo>
                      <a:pt x="77" y="638"/>
                      <a:pt x="47" y="635"/>
                      <a:pt x="27" y="617"/>
                    </a:cubicBezTo>
                    <a:cubicBezTo>
                      <a:pt x="13" y="605"/>
                      <a:pt x="2" y="587"/>
                      <a:pt x="0" y="5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</p:grpSp>
      </p:grpSp>
      <p:sp>
        <p:nvSpPr>
          <p:cNvPr id="20" name="文本框 19"/>
          <p:cNvSpPr txBox="1"/>
          <p:nvPr/>
        </p:nvSpPr>
        <p:spPr>
          <a:xfrm>
            <a:off x="1329771" y="3117441"/>
            <a:ext cx="1831637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700" b="1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04</a:t>
            </a:r>
            <a:endParaRPr lang="zh-CN" altLang="en-US" sz="87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134414" y="3329950"/>
            <a:ext cx="436961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个人任务展望</a:t>
            </a:r>
          </a:p>
          <a:p>
            <a:pPr algn="ctr"/>
            <a:r>
              <a:rPr lang="en-US" altLang="zh-CN" sz="3500" b="1" dirty="0">
                <a:solidFill>
                  <a:schemeClr val="bg1"/>
                </a:solidFill>
              </a:rPr>
              <a:t> Personal Task Outlook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334887" y="6454584"/>
            <a:ext cx="8466616" cy="288000"/>
            <a:chOff x="309094" y="6254351"/>
            <a:chExt cx="8466616" cy="288000"/>
          </a:xfrm>
        </p:grpSpPr>
        <p:grpSp>
          <p:nvGrpSpPr>
            <p:cNvPr id="18" name="组合 17"/>
            <p:cNvGrpSpPr/>
            <p:nvPr/>
          </p:nvGrpSpPr>
          <p:grpSpPr>
            <a:xfrm>
              <a:off x="309094" y="6254351"/>
              <a:ext cx="6592726" cy="288000"/>
              <a:chOff x="1951684" y="5281871"/>
              <a:chExt cx="6592726" cy="288000"/>
            </a:xfrm>
          </p:grpSpPr>
          <p:sp>
            <p:nvSpPr>
              <p:cNvPr id="21" name="梯形 20"/>
              <p:cNvSpPr/>
              <p:nvPr/>
            </p:nvSpPr>
            <p:spPr>
              <a:xfrm>
                <a:off x="3877160" y="5281871"/>
                <a:ext cx="4667250" cy="288000"/>
              </a:xfrm>
              <a:prstGeom prst="trapezoid">
                <a:avLst/>
              </a:prstGeom>
              <a:solidFill>
                <a:srgbClr val="77C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答辩人：李卓</a:t>
                </a:r>
              </a:p>
            </p:txBody>
          </p:sp>
          <p:cxnSp>
            <p:nvCxnSpPr>
              <p:cNvPr id="35" name="直接连接符 34"/>
              <p:cNvCxnSpPr/>
              <p:nvPr/>
            </p:nvCxnSpPr>
            <p:spPr>
              <a:xfrm>
                <a:off x="1951684" y="5460156"/>
                <a:ext cx="1800000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直接连接符 18"/>
            <p:cNvCxnSpPr/>
            <p:nvPr/>
          </p:nvCxnSpPr>
          <p:spPr>
            <a:xfrm>
              <a:off x="6975710" y="6413672"/>
              <a:ext cx="180000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241268" y="1257086"/>
            <a:ext cx="8661461" cy="541101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25400" sx="102000" sy="102000" algn="ctr" rotWithShape="0">
              <a:schemeClr val="bg1">
                <a:lumMod val="65000"/>
                <a:alpha val="3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grpSp>
        <p:nvGrpSpPr>
          <p:cNvPr id="49" name="组合 48"/>
          <p:cNvGrpSpPr/>
          <p:nvPr/>
        </p:nvGrpSpPr>
        <p:grpSpPr>
          <a:xfrm>
            <a:off x="334887" y="6380098"/>
            <a:ext cx="8466616" cy="288000"/>
            <a:chOff x="309094" y="6254351"/>
            <a:chExt cx="8466616" cy="288000"/>
          </a:xfrm>
        </p:grpSpPr>
        <p:grpSp>
          <p:nvGrpSpPr>
            <p:cNvPr id="50" name="组合 49"/>
            <p:cNvGrpSpPr/>
            <p:nvPr/>
          </p:nvGrpSpPr>
          <p:grpSpPr>
            <a:xfrm>
              <a:off x="309094" y="6254351"/>
              <a:ext cx="6592726" cy="288000"/>
              <a:chOff x="1951684" y="5281871"/>
              <a:chExt cx="6592726" cy="288000"/>
            </a:xfrm>
          </p:grpSpPr>
          <p:sp>
            <p:nvSpPr>
              <p:cNvPr id="52" name="梯形 51"/>
              <p:cNvSpPr/>
              <p:nvPr/>
            </p:nvSpPr>
            <p:spPr>
              <a:xfrm>
                <a:off x="3877160" y="5281871"/>
                <a:ext cx="4667250" cy="288000"/>
              </a:xfrm>
              <a:prstGeom prst="trapezoid">
                <a:avLst/>
              </a:prstGeom>
              <a:solidFill>
                <a:srgbClr val="77C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答辩人：李卓</a:t>
                </a:r>
              </a:p>
            </p:txBody>
          </p:sp>
          <p:cxnSp>
            <p:nvCxnSpPr>
              <p:cNvPr id="53" name="直接连接符 52"/>
              <p:cNvCxnSpPr/>
              <p:nvPr/>
            </p:nvCxnSpPr>
            <p:spPr>
              <a:xfrm>
                <a:off x="1951684" y="5460156"/>
                <a:ext cx="1800000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直接连接符 50"/>
            <p:cNvCxnSpPr/>
            <p:nvPr/>
          </p:nvCxnSpPr>
          <p:spPr>
            <a:xfrm>
              <a:off x="6975710" y="6413672"/>
              <a:ext cx="180000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420137" y="2152862"/>
            <a:ext cx="8594554" cy="3530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900" b="1" dirty="0">
                <a:solidFill>
                  <a:srgbClr val="0070C0"/>
                </a:solidFill>
                <a:latin typeface="+mn-lt"/>
                <a:ea typeface="+mn-ea"/>
                <a:sym typeface="+mn-ea"/>
              </a:rPr>
              <a:t>1.</a:t>
            </a:r>
            <a:r>
              <a:rPr lang="zh-CN" altLang="en-US" sz="2900" b="1" dirty="0">
                <a:solidFill>
                  <a:srgbClr val="0070C0"/>
                </a:solidFill>
                <a:latin typeface="+mn-lt"/>
                <a:ea typeface="+mn-ea"/>
                <a:sym typeface="+mn-ea"/>
              </a:rPr>
              <a:t>更好的调动小组资源，成员分工更加清晰明确。</a:t>
            </a:r>
          </a:p>
          <a:p>
            <a:pPr marL="228600" indent="-22860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900" b="1" dirty="0">
                <a:solidFill>
                  <a:srgbClr val="0070C0"/>
                </a:solidFill>
                <a:latin typeface="+mn-lt"/>
                <a:ea typeface="+mn-ea"/>
                <a:sym typeface="+mn-ea"/>
              </a:rPr>
              <a:t>2.</a:t>
            </a:r>
            <a:r>
              <a:rPr lang="zh-CN" altLang="en-US" sz="2900" b="1" dirty="0">
                <a:solidFill>
                  <a:srgbClr val="0070C0"/>
                </a:solidFill>
                <a:latin typeface="+mn-lt"/>
                <a:ea typeface="+mn-ea"/>
                <a:sym typeface="+mn-ea"/>
              </a:rPr>
              <a:t>优化数据输入条件，设置数据的选填或必填。</a:t>
            </a:r>
          </a:p>
          <a:p>
            <a:pPr marL="228600" indent="-22860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900" b="1" dirty="0">
                <a:solidFill>
                  <a:srgbClr val="0070C0"/>
                </a:solidFill>
                <a:latin typeface="+mn-lt"/>
                <a:ea typeface="+mn-ea"/>
                <a:sym typeface="+mn-ea"/>
              </a:rPr>
              <a:t>3.</a:t>
            </a:r>
            <a:r>
              <a:rPr lang="zh-CN" altLang="en-US" sz="2900" b="1" dirty="0">
                <a:solidFill>
                  <a:srgbClr val="0070C0"/>
                </a:solidFill>
                <a:latin typeface="+mn-lt"/>
                <a:ea typeface="+mn-ea"/>
                <a:sym typeface="+mn-ea"/>
              </a:rPr>
              <a:t>在需求分析设计时，详细考虑各部分数据要求。</a:t>
            </a:r>
          </a:p>
          <a:p>
            <a:pPr marL="228600" indent="-22860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900" b="1" dirty="0">
                <a:solidFill>
                  <a:srgbClr val="0070C0"/>
                </a:solidFill>
                <a:latin typeface="+mn-lt"/>
                <a:ea typeface="+mn-ea"/>
                <a:sym typeface="+mn-ea"/>
              </a:rPr>
              <a:t>4.</a:t>
            </a:r>
            <a:r>
              <a:rPr lang="zh-CN" altLang="en-US" sz="2900" b="1" dirty="0">
                <a:solidFill>
                  <a:srgbClr val="0070C0"/>
                </a:solidFill>
                <a:latin typeface="+mn-lt"/>
                <a:ea typeface="+mn-ea"/>
                <a:sym typeface="+mn-ea"/>
              </a:rPr>
              <a:t>测试能够更全面多方位，尽可能发现多的错误。</a:t>
            </a:r>
            <a:endParaRPr lang="zh-CN" altLang="en-US" sz="2900" b="1" dirty="0">
              <a:solidFill>
                <a:srgbClr val="0070C0"/>
              </a:solidFill>
              <a:latin typeface="+mn-lt"/>
              <a:ea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396102" y="1222796"/>
            <a:ext cx="3728522" cy="843160"/>
            <a:chOff x="797386" y="371537"/>
            <a:chExt cx="3728522" cy="843160"/>
          </a:xfrm>
        </p:grpSpPr>
        <p:sp>
          <p:nvSpPr>
            <p:cNvPr id="13" name="任意多边形 31"/>
            <p:cNvSpPr/>
            <p:nvPr/>
          </p:nvSpPr>
          <p:spPr>
            <a:xfrm>
              <a:off x="1456183" y="551543"/>
              <a:ext cx="3069725" cy="663153"/>
            </a:xfrm>
            <a:custGeom>
              <a:avLst/>
              <a:gdLst>
                <a:gd name="connsiteX0" fmla="*/ 0 w 3153856"/>
                <a:gd name="connsiteY0" fmla="*/ 0 h 663153"/>
                <a:gd name="connsiteX1" fmla="*/ 3153856 w 3153856"/>
                <a:gd name="connsiteY1" fmla="*/ 0 h 663153"/>
                <a:gd name="connsiteX2" fmla="*/ 3153856 w 3153856"/>
                <a:gd name="connsiteY2" fmla="*/ 663153 h 663153"/>
                <a:gd name="connsiteX3" fmla="*/ 84132 w 3153856"/>
                <a:gd name="connsiteY3" fmla="*/ 663153 h 663153"/>
                <a:gd name="connsiteX4" fmla="*/ 249919 w 3153856"/>
                <a:gd name="connsiteY4" fmla="*/ 331578 h 663153"/>
                <a:gd name="connsiteX5" fmla="*/ 84131 w 3153856"/>
                <a:gd name="connsiteY5" fmla="*/ 1 h 663153"/>
                <a:gd name="connsiteX6" fmla="*/ 0 w 3153856"/>
                <a:gd name="connsiteY6" fmla="*/ 1 h 663153"/>
                <a:gd name="connsiteX7" fmla="*/ 0 w 3153856"/>
                <a:gd name="connsiteY7" fmla="*/ 0 h 663153"/>
                <a:gd name="connsiteX0-1" fmla="*/ 0 w 3153856"/>
                <a:gd name="connsiteY0-2" fmla="*/ 1 h 663153"/>
                <a:gd name="connsiteX1-3" fmla="*/ 3153856 w 3153856"/>
                <a:gd name="connsiteY1-4" fmla="*/ 0 h 663153"/>
                <a:gd name="connsiteX2-5" fmla="*/ 3153856 w 3153856"/>
                <a:gd name="connsiteY2-6" fmla="*/ 663153 h 663153"/>
                <a:gd name="connsiteX3-7" fmla="*/ 84132 w 3153856"/>
                <a:gd name="connsiteY3-8" fmla="*/ 663153 h 663153"/>
                <a:gd name="connsiteX4-9" fmla="*/ 249919 w 3153856"/>
                <a:gd name="connsiteY4-10" fmla="*/ 331578 h 663153"/>
                <a:gd name="connsiteX5-11" fmla="*/ 84131 w 3153856"/>
                <a:gd name="connsiteY5-12" fmla="*/ 1 h 663153"/>
                <a:gd name="connsiteX6-13" fmla="*/ 0 w 3153856"/>
                <a:gd name="connsiteY6-14" fmla="*/ 1 h 663153"/>
                <a:gd name="connsiteX0-15" fmla="*/ 0 w 3069725"/>
                <a:gd name="connsiteY0-16" fmla="*/ 1 h 663153"/>
                <a:gd name="connsiteX1-17" fmla="*/ 3069725 w 3069725"/>
                <a:gd name="connsiteY1-18" fmla="*/ 0 h 663153"/>
                <a:gd name="connsiteX2-19" fmla="*/ 3069725 w 3069725"/>
                <a:gd name="connsiteY2-20" fmla="*/ 663153 h 663153"/>
                <a:gd name="connsiteX3-21" fmla="*/ 1 w 3069725"/>
                <a:gd name="connsiteY3-22" fmla="*/ 663153 h 663153"/>
                <a:gd name="connsiteX4-23" fmla="*/ 165788 w 3069725"/>
                <a:gd name="connsiteY4-24" fmla="*/ 331578 h 663153"/>
                <a:gd name="connsiteX5-25" fmla="*/ 0 w 3069725"/>
                <a:gd name="connsiteY5-26" fmla="*/ 1 h 6631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3069725" h="663153">
                  <a:moveTo>
                    <a:pt x="0" y="1"/>
                  </a:moveTo>
                  <a:lnTo>
                    <a:pt x="3069725" y="0"/>
                  </a:lnTo>
                  <a:lnTo>
                    <a:pt x="3069725" y="663153"/>
                  </a:lnTo>
                  <a:lnTo>
                    <a:pt x="1" y="663153"/>
                  </a:lnTo>
                  <a:lnTo>
                    <a:pt x="165788" y="33157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89D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六边形 14"/>
            <p:cNvSpPr/>
            <p:nvPr/>
          </p:nvSpPr>
          <p:spPr>
            <a:xfrm>
              <a:off x="824312" y="551544"/>
              <a:ext cx="769257" cy="663153"/>
            </a:xfrm>
            <a:prstGeom prst="hexagon">
              <a:avLst/>
            </a:prstGeom>
            <a:solidFill>
              <a:srgbClr val="089D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97386" y="592158"/>
              <a:ext cx="7954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</a:rPr>
                <a:t>04</a:t>
              </a:r>
              <a:endParaRPr lang="zh-CN" altLang="en-US" sz="3200" dirty="0">
                <a:solidFill>
                  <a:schemeClr val="bg1"/>
                </a:solidFill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659444" y="371537"/>
              <a:ext cx="1569660" cy="56278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个人任务展望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619790" y="871032"/>
              <a:ext cx="2403583" cy="338554"/>
            </a:xfrm>
            <a:prstGeom prst="snip1Rect">
              <a:avLst>
                <a:gd name="adj" fmla="val 0"/>
              </a:avLst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rPr>
                <a:t> Personal Task Outlook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/>
        </p:nvSpPr>
        <p:spPr>
          <a:xfrm>
            <a:off x="237465" y="1383602"/>
            <a:ext cx="8661461" cy="5367718"/>
          </a:xfrm>
          <a:prstGeom prst="rect">
            <a:avLst/>
          </a:prstGeom>
          <a:solidFill>
            <a:srgbClr val="089DA3"/>
          </a:solidFill>
          <a:ln>
            <a:noFill/>
          </a:ln>
          <a:effectLst>
            <a:outerShdw blurRad="50800" dist="25400" sx="102000" sy="102000" algn="ctr" rotWithShape="0">
              <a:schemeClr val="bg1">
                <a:lumMod val="65000"/>
                <a:alpha val="3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grpSp>
        <p:nvGrpSpPr>
          <p:cNvPr id="22" name="组合 21"/>
          <p:cNvGrpSpPr/>
          <p:nvPr/>
        </p:nvGrpSpPr>
        <p:grpSpPr>
          <a:xfrm>
            <a:off x="537428" y="2320416"/>
            <a:ext cx="3420000" cy="3420000"/>
            <a:chOff x="1245373" y="996543"/>
            <a:chExt cx="5002306" cy="4970205"/>
          </a:xfrm>
        </p:grpSpPr>
        <p:sp>
          <p:nvSpPr>
            <p:cNvPr id="23" name="任意多边形 22"/>
            <p:cNvSpPr/>
            <p:nvPr/>
          </p:nvSpPr>
          <p:spPr>
            <a:xfrm flipV="1">
              <a:off x="1245373" y="1632022"/>
              <a:ext cx="1710690" cy="895350"/>
            </a:xfrm>
            <a:custGeom>
              <a:avLst/>
              <a:gdLst>
                <a:gd name="connsiteX0" fmla="*/ 0 w 1657350"/>
                <a:gd name="connsiteY0" fmla="*/ 895350 h 895350"/>
                <a:gd name="connsiteX1" fmla="*/ 1657350 w 1657350"/>
                <a:gd name="connsiteY1" fmla="*/ 895350 h 895350"/>
                <a:gd name="connsiteX2" fmla="*/ 1657350 w 1657350"/>
                <a:gd name="connsiteY2" fmla="*/ 25493 h 895350"/>
                <a:gd name="connsiteX3" fmla="*/ 519303 w 1657350"/>
                <a:gd name="connsiteY3" fmla="*/ 0 h 895350"/>
                <a:gd name="connsiteX4" fmla="*/ 0 w 1657350"/>
                <a:gd name="connsiteY4" fmla="*/ 895350 h 895350"/>
                <a:gd name="connsiteX0-1" fmla="*/ 1657350 w 1748790"/>
                <a:gd name="connsiteY0-2" fmla="*/ 25493 h 986790"/>
                <a:gd name="connsiteX1-3" fmla="*/ 519303 w 1748790"/>
                <a:gd name="connsiteY1-4" fmla="*/ 0 h 986790"/>
                <a:gd name="connsiteX2-5" fmla="*/ 0 w 1748790"/>
                <a:gd name="connsiteY2-6" fmla="*/ 895350 h 986790"/>
                <a:gd name="connsiteX3-7" fmla="*/ 1748790 w 1748790"/>
                <a:gd name="connsiteY3-8" fmla="*/ 986790 h 986790"/>
                <a:gd name="connsiteX0-9" fmla="*/ 1657350 w 1710690"/>
                <a:gd name="connsiteY0-10" fmla="*/ 25493 h 895350"/>
                <a:gd name="connsiteX1-11" fmla="*/ 519303 w 1710690"/>
                <a:gd name="connsiteY1-12" fmla="*/ 0 h 895350"/>
                <a:gd name="connsiteX2-13" fmla="*/ 0 w 1710690"/>
                <a:gd name="connsiteY2-14" fmla="*/ 895350 h 895350"/>
                <a:gd name="connsiteX3-15" fmla="*/ 1710690 w 1710690"/>
                <a:gd name="connsiteY3-16" fmla="*/ 891540 h 895350"/>
                <a:gd name="connsiteX0-17" fmla="*/ 1657350 w 1710690"/>
                <a:gd name="connsiteY0-18" fmla="*/ 0 h 896751"/>
                <a:gd name="connsiteX1-19" fmla="*/ 519303 w 1710690"/>
                <a:gd name="connsiteY1-20" fmla="*/ 1401 h 896751"/>
                <a:gd name="connsiteX2-21" fmla="*/ 0 w 1710690"/>
                <a:gd name="connsiteY2-22" fmla="*/ 896751 h 896751"/>
                <a:gd name="connsiteX3-23" fmla="*/ 1710690 w 1710690"/>
                <a:gd name="connsiteY3-24" fmla="*/ 892941 h 896751"/>
                <a:gd name="connsiteX0-25" fmla="*/ 519303 w 1710690"/>
                <a:gd name="connsiteY0-26" fmla="*/ 0 h 895350"/>
                <a:gd name="connsiteX1-27" fmla="*/ 0 w 1710690"/>
                <a:gd name="connsiteY1-28" fmla="*/ 895350 h 895350"/>
                <a:gd name="connsiteX2-29" fmla="*/ 1710690 w 1710690"/>
                <a:gd name="connsiteY2-30" fmla="*/ 891540 h 8953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710690" h="895350">
                  <a:moveTo>
                    <a:pt x="519303" y="0"/>
                  </a:moveTo>
                  <a:lnTo>
                    <a:pt x="0" y="895350"/>
                  </a:lnTo>
                  <a:lnTo>
                    <a:pt x="1710690" y="89154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4" name="任意多边形 23"/>
            <p:cNvSpPr/>
            <p:nvPr/>
          </p:nvSpPr>
          <p:spPr>
            <a:xfrm flipV="1">
              <a:off x="2568775" y="3966812"/>
              <a:ext cx="2359540" cy="1999936"/>
            </a:xfrm>
            <a:custGeom>
              <a:avLst/>
              <a:gdLst>
                <a:gd name="connsiteX0" fmla="*/ 0 w 1338835"/>
                <a:gd name="connsiteY0" fmla="*/ 1154168 h 1154168"/>
                <a:gd name="connsiteX1" fmla="*/ 1338835 w 1338835"/>
                <a:gd name="connsiteY1" fmla="*/ 1154168 h 1154168"/>
                <a:gd name="connsiteX2" fmla="*/ 669417 w 1338835"/>
                <a:gd name="connsiteY2" fmla="*/ 0 h 1154168"/>
                <a:gd name="connsiteX3" fmla="*/ 0 w 1338835"/>
                <a:gd name="connsiteY3" fmla="*/ 1154168 h 1154168"/>
                <a:gd name="connsiteX0-1" fmla="*/ 1247395 w 1247395"/>
                <a:gd name="connsiteY0-2" fmla="*/ 1154168 h 1245608"/>
                <a:gd name="connsiteX1-3" fmla="*/ 577977 w 1247395"/>
                <a:gd name="connsiteY1-4" fmla="*/ 0 h 1245608"/>
                <a:gd name="connsiteX2-5" fmla="*/ 0 w 1247395"/>
                <a:gd name="connsiteY2-6" fmla="*/ 1245608 h 1245608"/>
                <a:gd name="connsiteX0-7" fmla="*/ 1361695 w 1361695"/>
                <a:gd name="connsiteY0-8" fmla="*/ 1154168 h 1154168"/>
                <a:gd name="connsiteX1-9" fmla="*/ 692277 w 1361695"/>
                <a:gd name="connsiteY1-10" fmla="*/ 0 h 1154168"/>
                <a:gd name="connsiteX2-11" fmla="*/ 0 w 1361695"/>
                <a:gd name="connsiteY2-12" fmla="*/ 1150358 h 11541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361695" h="1154168">
                  <a:moveTo>
                    <a:pt x="1361695" y="1154168"/>
                  </a:moveTo>
                  <a:lnTo>
                    <a:pt x="692277" y="0"/>
                  </a:lnTo>
                  <a:cubicBezTo>
                    <a:pt x="469138" y="384723"/>
                    <a:pt x="0" y="1150358"/>
                    <a:pt x="0" y="1150358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5" name="任意多边形 24"/>
            <p:cNvSpPr/>
            <p:nvPr/>
          </p:nvSpPr>
          <p:spPr>
            <a:xfrm flipV="1">
              <a:off x="1514403" y="1784421"/>
              <a:ext cx="1438969" cy="711574"/>
            </a:xfrm>
            <a:custGeom>
              <a:avLst/>
              <a:gdLst>
                <a:gd name="connsiteX0" fmla="*/ 0 w 1401318"/>
                <a:gd name="connsiteY0" fmla="*/ 597122 h 597122"/>
                <a:gd name="connsiteX1" fmla="*/ 1401318 w 1401318"/>
                <a:gd name="connsiteY1" fmla="*/ 597122 h 597122"/>
                <a:gd name="connsiteX2" fmla="*/ 1401318 w 1401318"/>
                <a:gd name="connsiteY2" fmla="*/ 0 h 597122"/>
                <a:gd name="connsiteX3" fmla="*/ 342520 w 1401318"/>
                <a:gd name="connsiteY3" fmla="*/ 6571 h 597122"/>
                <a:gd name="connsiteX4" fmla="*/ 0 w 1401318"/>
                <a:gd name="connsiteY4" fmla="*/ 597122 h 597122"/>
                <a:gd name="connsiteX0-1" fmla="*/ 1401318 w 1492758"/>
                <a:gd name="connsiteY0-2" fmla="*/ 0 h 688562"/>
                <a:gd name="connsiteX1-3" fmla="*/ 342520 w 1492758"/>
                <a:gd name="connsiteY1-4" fmla="*/ 6571 h 688562"/>
                <a:gd name="connsiteX2-5" fmla="*/ 0 w 1492758"/>
                <a:gd name="connsiteY2-6" fmla="*/ 597122 h 688562"/>
                <a:gd name="connsiteX3-7" fmla="*/ 1492758 w 1492758"/>
                <a:gd name="connsiteY3-8" fmla="*/ 688562 h 688562"/>
                <a:gd name="connsiteX0-9" fmla="*/ 1401318 w 1479311"/>
                <a:gd name="connsiteY0-10" fmla="*/ 0 h 597122"/>
                <a:gd name="connsiteX1-11" fmla="*/ 342520 w 1479311"/>
                <a:gd name="connsiteY1-12" fmla="*/ 6571 h 597122"/>
                <a:gd name="connsiteX2-13" fmla="*/ 0 w 1479311"/>
                <a:gd name="connsiteY2-14" fmla="*/ 597122 h 597122"/>
                <a:gd name="connsiteX3-15" fmla="*/ 1479311 w 1479311"/>
                <a:gd name="connsiteY3-16" fmla="*/ 580985 h 597122"/>
                <a:gd name="connsiteX0-17" fmla="*/ 1401318 w 1519652"/>
                <a:gd name="connsiteY0-18" fmla="*/ 0 h 597122"/>
                <a:gd name="connsiteX1-19" fmla="*/ 342520 w 1519652"/>
                <a:gd name="connsiteY1-20" fmla="*/ 6571 h 597122"/>
                <a:gd name="connsiteX2-21" fmla="*/ 0 w 1519652"/>
                <a:gd name="connsiteY2-22" fmla="*/ 597122 h 597122"/>
                <a:gd name="connsiteX3-23" fmla="*/ 1519652 w 1519652"/>
                <a:gd name="connsiteY3-24" fmla="*/ 594432 h 597122"/>
                <a:gd name="connsiteX0-25" fmla="*/ 1401318 w 1438969"/>
                <a:gd name="connsiteY0-26" fmla="*/ 0 h 607880"/>
                <a:gd name="connsiteX1-27" fmla="*/ 342520 w 1438969"/>
                <a:gd name="connsiteY1-28" fmla="*/ 6571 h 607880"/>
                <a:gd name="connsiteX2-29" fmla="*/ 0 w 1438969"/>
                <a:gd name="connsiteY2-30" fmla="*/ 597122 h 607880"/>
                <a:gd name="connsiteX3-31" fmla="*/ 1438969 w 1438969"/>
                <a:gd name="connsiteY3-32" fmla="*/ 607880 h 607880"/>
                <a:gd name="connsiteX0-33" fmla="*/ 1401318 w 1438969"/>
                <a:gd name="connsiteY0-34" fmla="*/ 0 h 597122"/>
                <a:gd name="connsiteX1-35" fmla="*/ 342520 w 1438969"/>
                <a:gd name="connsiteY1-36" fmla="*/ 6571 h 597122"/>
                <a:gd name="connsiteX2-37" fmla="*/ 0 w 1438969"/>
                <a:gd name="connsiteY2-38" fmla="*/ 597122 h 597122"/>
                <a:gd name="connsiteX3-39" fmla="*/ 1438969 w 1438969"/>
                <a:gd name="connsiteY3-40" fmla="*/ 580986 h 597122"/>
                <a:gd name="connsiteX0-41" fmla="*/ 1401318 w 1438969"/>
                <a:gd name="connsiteY0-42" fmla="*/ 0 h 597122"/>
                <a:gd name="connsiteX1-43" fmla="*/ 342520 w 1438969"/>
                <a:gd name="connsiteY1-44" fmla="*/ 6571 h 597122"/>
                <a:gd name="connsiteX2-45" fmla="*/ 0 w 1438969"/>
                <a:gd name="connsiteY2-46" fmla="*/ 597122 h 597122"/>
                <a:gd name="connsiteX3-47" fmla="*/ 1438969 w 1438969"/>
                <a:gd name="connsiteY3-48" fmla="*/ 594433 h 597122"/>
                <a:gd name="connsiteX0-49" fmla="*/ 1401318 w 1401318"/>
                <a:gd name="connsiteY0-50" fmla="*/ 0 h 597122"/>
                <a:gd name="connsiteX1-51" fmla="*/ 342520 w 1401318"/>
                <a:gd name="connsiteY1-52" fmla="*/ 6571 h 597122"/>
                <a:gd name="connsiteX2-53" fmla="*/ 0 w 1401318"/>
                <a:gd name="connsiteY2-54" fmla="*/ 597122 h 597122"/>
                <a:gd name="connsiteX3-55" fmla="*/ 1385181 w 1401318"/>
                <a:gd name="connsiteY3-56" fmla="*/ 594433 h 597122"/>
                <a:gd name="connsiteX0-57" fmla="*/ 1401318 w 1401318"/>
                <a:gd name="connsiteY0-58" fmla="*/ 0 h 597122"/>
                <a:gd name="connsiteX1-59" fmla="*/ 342520 w 1401318"/>
                <a:gd name="connsiteY1-60" fmla="*/ 6571 h 597122"/>
                <a:gd name="connsiteX2-61" fmla="*/ 0 w 1401318"/>
                <a:gd name="connsiteY2-62" fmla="*/ 597122 h 597122"/>
                <a:gd name="connsiteX3-63" fmla="*/ 1398628 w 1401318"/>
                <a:gd name="connsiteY3-64" fmla="*/ 594433 h 597122"/>
                <a:gd name="connsiteX0-65" fmla="*/ 1401318 w 1438969"/>
                <a:gd name="connsiteY0-66" fmla="*/ 0 h 597122"/>
                <a:gd name="connsiteX1-67" fmla="*/ 342520 w 1438969"/>
                <a:gd name="connsiteY1-68" fmla="*/ 6571 h 597122"/>
                <a:gd name="connsiteX2-69" fmla="*/ 0 w 1438969"/>
                <a:gd name="connsiteY2-70" fmla="*/ 597122 h 597122"/>
                <a:gd name="connsiteX3-71" fmla="*/ 1438969 w 1438969"/>
                <a:gd name="connsiteY3-72" fmla="*/ 594433 h 597122"/>
                <a:gd name="connsiteX0-73" fmla="*/ 342520 w 1438969"/>
                <a:gd name="connsiteY0-74" fmla="*/ 0 h 590551"/>
                <a:gd name="connsiteX1-75" fmla="*/ 0 w 1438969"/>
                <a:gd name="connsiteY1-76" fmla="*/ 590551 h 590551"/>
                <a:gd name="connsiteX2-77" fmla="*/ 1438969 w 1438969"/>
                <a:gd name="connsiteY2-78" fmla="*/ 587862 h 590551"/>
                <a:gd name="connsiteX0-79" fmla="*/ 436650 w 1438969"/>
                <a:gd name="connsiteY0-80" fmla="*/ 0 h 765363"/>
                <a:gd name="connsiteX1-81" fmla="*/ 0 w 1438969"/>
                <a:gd name="connsiteY1-82" fmla="*/ 765363 h 765363"/>
                <a:gd name="connsiteX2-83" fmla="*/ 1438969 w 1438969"/>
                <a:gd name="connsiteY2-84" fmla="*/ 762674 h 765363"/>
                <a:gd name="connsiteX0-85" fmla="*/ 409756 w 1438969"/>
                <a:gd name="connsiteY0-86" fmla="*/ 0 h 711574"/>
                <a:gd name="connsiteX1-87" fmla="*/ 0 w 1438969"/>
                <a:gd name="connsiteY1-88" fmla="*/ 711574 h 711574"/>
                <a:gd name="connsiteX2-89" fmla="*/ 1438969 w 1438969"/>
                <a:gd name="connsiteY2-90" fmla="*/ 708885 h 71157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438969" h="711574">
                  <a:moveTo>
                    <a:pt x="409756" y="0"/>
                  </a:moveTo>
                  <a:lnTo>
                    <a:pt x="0" y="711574"/>
                  </a:lnTo>
                  <a:lnTo>
                    <a:pt x="1438969" y="708885"/>
                  </a:lnTo>
                </a:path>
              </a:pathLst>
            </a:custGeom>
            <a:noFill/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6" name="任意多边形 25"/>
            <p:cNvSpPr/>
            <p:nvPr/>
          </p:nvSpPr>
          <p:spPr>
            <a:xfrm flipV="1">
              <a:off x="2757191" y="4066311"/>
              <a:ext cx="2001754" cy="1719078"/>
            </a:xfrm>
            <a:custGeom>
              <a:avLst/>
              <a:gdLst>
                <a:gd name="connsiteX0" fmla="*/ 0 w 996314"/>
                <a:gd name="connsiteY0" fmla="*/ 858892 h 858892"/>
                <a:gd name="connsiteX1" fmla="*/ 996314 w 996314"/>
                <a:gd name="connsiteY1" fmla="*/ 858892 h 858892"/>
                <a:gd name="connsiteX2" fmla="*/ 498157 w 996314"/>
                <a:gd name="connsiteY2" fmla="*/ 0 h 858892"/>
                <a:gd name="connsiteX3" fmla="*/ 0 w 996314"/>
                <a:gd name="connsiteY3" fmla="*/ 858892 h 858892"/>
                <a:gd name="connsiteX0-1" fmla="*/ 904874 w 904874"/>
                <a:gd name="connsiteY0-2" fmla="*/ 858892 h 950332"/>
                <a:gd name="connsiteX1-3" fmla="*/ 406717 w 904874"/>
                <a:gd name="connsiteY1-4" fmla="*/ 0 h 950332"/>
                <a:gd name="connsiteX2-5" fmla="*/ 0 w 904874"/>
                <a:gd name="connsiteY2-6" fmla="*/ 950332 h 950332"/>
                <a:gd name="connsiteX0-7" fmla="*/ 1000124 w 1000124"/>
                <a:gd name="connsiteY0-8" fmla="*/ 858892 h 858892"/>
                <a:gd name="connsiteX1-9" fmla="*/ 501967 w 1000124"/>
                <a:gd name="connsiteY1-10" fmla="*/ 0 h 858892"/>
                <a:gd name="connsiteX2-11" fmla="*/ 0 w 1000124"/>
                <a:gd name="connsiteY2-12" fmla="*/ 855082 h 85889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124" h="858892">
                  <a:moveTo>
                    <a:pt x="1000124" y="858892"/>
                  </a:moveTo>
                  <a:lnTo>
                    <a:pt x="501967" y="0"/>
                  </a:lnTo>
                  <a:cubicBezTo>
                    <a:pt x="335915" y="286297"/>
                    <a:pt x="0" y="855082"/>
                    <a:pt x="0" y="855082"/>
                  </a:cubicBezTo>
                </a:path>
              </a:pathLst>
            </a:custGeom>
            <a:noFill/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7" name="任意多边形 26"/>
            <p:cNvSpPr/>
            <p:nvPr/>
          </p:nvSpPr>
          <p:spPr>
            <a:xfrm flipH="1" flipV="1">
              <a:off x="4536989" y="1632022"/>
              <a:ext cx="1710690" cy="895350"/>
            </a:xfrm>
            <a:custGeom>
              <a:avLst/>
              <a:gdLst>
                <a:gd name="connsiteX0" fmla="*/ 0 w 1657350"/>
                <a:gd name="connsiteY0" fmla="*/ 895350 h 895350"/>
                <a:gd name="connsiteX1" fmla="*/ 1657350 w 1657350"/>
                <a:gd name="connsiteY1" fmla="*/ 895350 h 895350"/>
                <a:gd name="connsiteX2" fmla="*/ 1657350 w 1657350"/>
                <a:gd name="connsiteY2" fmla="*/ 25493 h 895350"/>
                <a:gd name="connsiteX3" fmla="*/ 519303 w 1657350"/>
                <a:gd name="connsiteY3" fmla="*/ 0 h 895350"/>
                <a:gd name="connsiteX4" fmla="*/ 0 w 1657350"/>
                <a:gd name="connsiteY4" fmla="*/ 895350 h 895350"/>
                <a:gd name="connsiteX0-1" fmla="*/ 1657350 w 1748790"/>
                <a:gd name="connsiteY0-2" fmla="*/ 25493 h 986790"/>
                <a:gd name="connsiteX1-3" fmla="*/ 519303 w 1748790"/>
                <a:gd name="connsiteY1-4" fmla="*/ 0 h 986790"/>
                <a:gd name="connsiteX2-5" fmla="*/ 0 w 1748790"/>
                <a:gd name="connsiteY2-6" fmla="*/ 895350 h 986790"/>
                <a:gd name="connsiteX3-7" fmla="*/ 1748790 w 1748790"/>
                <a:gd name="connsiteY3-8" fmla="*/ 986790 h 986790"/>
                <a:gd name="connsiteX0-9" fmla="*/ 1657350 w 1710690"/>
                <a:gd name="connsiteY0-10" fmla="*/ 25493 h 895350"/>
                <a:gd name="connsiteX1-11" fmla="*/ 519303 w 1710690"/>
                <a:gd name="connsiteY1-12" fmla="*/ 0 h 895350"/>
                <a:gd name="connsiteX2-13" fmla="*/ 0 w 1710690"/>
                <a:gd name="connsiteY2-14" fmla="*/ 895350 h 895350"/>
                <a:gd name="connsiteX3-15" fmla="*/ 1710690 w 1710690"/>
                <a:gd name="connsiteY3-16" fmla="*/ 891540 h 895350"/>
                <a:gd name="connsiteX0-17" fmla="*/ 1657350 w 1710690"/>
                <a:gd name="connsiteY0-18" fmla="*/ 0 h 896751"/>
                <a:gd name="connsiteX1-19" fmla="*/ 519303 w 1710690"/>
                <a:gd name="connsiteY1-20" fmla="*/ 1401 h 896751"/>
                <a:gd name="connsiteX2-21" fmla="*/ 0 w 1710690"/>
                <a:gd name="connsiteY2-22" fmla="*/ 896751 h 896751"/>
                <a:gd name="connsiteX3-23" fmla="*/ 1710690 w 1710690"/>
                <a:gd name="connsiteY3-24" fmla="*/ 892941 h 896751"/>
                <a:gd name="connsiteX0-25" fmla="*/ 519303 w 1710690"/>
                <a:gd name="connsiteY0-26" fmla="*/ 0 h 895350"/>
                <a:gd name="connsiteX1-27" fmla="*/ 0 w 1710690"/>
                <a:gd name="connsiteY1-28" fmla="*/ 895350 h 895350"/>
                <a:gd name="connsiteX2-29" fmla="*/ 1710690 w 1710690"/>
                <a:gd name="connsiteY2-30" fmla="*/ 891540 h 8953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710690" h="895350">
                  <a:moveTo>
                    <a:pt x="519303" y="0"/>
                  </a:moveTo>
                  <a:lnTo>
                    <a:pt x="0" y="895350"/>
                  </a:lnTo>
                  <a:lnTo>
                    <a:pt x="1710690" y="89154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sp>
          <p:nvSpPr>
            <p:cNvPr id="28" name="任意多边形 27"/>
            <p:cNvSpPr/>
            <p:nvPr/>
          </p:nvSpPr>
          <p:spPr>
            <a:xfrm flipH="1" flipV="1">
              <a:off x="4534298" y="1784421"/>
              <a:ext cx="1438969" cy="711574"/>
            </a:xfrm>
            <a:custGeom>
              <a:avLst/>
              <a:gdLst>
                <a:gd name="connsiteX0" fmla="*/ 0 w 1401318"/>
                <a:gd name="connsiteY0" fmla="*/ 597122 h 597122"/>
                <a:gd name="connsiteX1" fmla="*/ 1401318 w 1401318"/>
                <a:gd name="connsiteY1" fmla="*/ 597122 h 597122"/>
                <a:gd name="connsiteX2" fmla="*/ 1401318 w 1401318"/>
                <a:gd name="connsiteY2" fmla="*/ 0 h 597122"/>
                <a:gd name="connsiteX3" fmla="*/ 342520 w 1401318"/>
                <a:gd name="connsiteY3" fmla="*/ 6571 h 597122"/>
                <a:gd name="connsiteX4" fmla="*/ 0 w 1401318"/>
                <a:gd name="connsiteY4" fmla="*/ 597122 h 597122"/>
                <a:gd name="connsiteX0-1" fmla="*/ 1401318 w 1492758"/>
                <a:gd name="connsiteY0-2" fmla="*/ 0 h 688562"/>
                <a:gd name="connsiteX1-3" fmla="*/ 342520 w 1492758"/>
                <a:gd name="connsiteY1-4" fmla="*/ 6571 h 688562"/>
                <a:gd name="connsiteX2-5" fmla="*/ 0 w 1492758"/>
                <a:gd name="connsiteY2-6" fmla="*/ 597122 h 688562"/>
                <a:gd name="connsiteX3-7" fmla="*/ 1492758 w 1492758"/>
                <a:gd name="connsiteY3-8" fmla="*/ 688562 h 688562"/>
                <a:gd name="connsiteX0-9" fmla="*/ 1401318 w 1479311"/>
                <a:gd name="connsiteY0-10" fmla="*/ 0 h 597122"/>
                <a:gd name="connsiteX1-11" fmla="*/ 342520 w 1479311"/>
                <a:gd name="connsiteY1-12" fmla="*/ 6571 h 597122"/>
                <a:gd name="connsiteX2-13" fmla="*/ 0 w 1479311"/>
                <a:gd name="connsiteY2-14" fmla="*/ 597122 h 597122"/>
                <a:gd name="connsiteX3-15" fmla="*/ 1479311 w 1479311"/>
                <a:gd name="connsiteY3-16" fmla="*/ 580985 h 597122"/>
                <a:gd name="connsiteX0-17" fmla="*/ 1401318 w 1519652"/>
                <a:gd name="connsiteY0-18" fmla="*/ 0 h 597122"/>
                <a:gd name="connsiteX1-19" fmla="*/ 342520 w 1519652"/>
                <a:gd name="connsiteY1-20" fmla="*/ 6571 h 597122"/>
                <a:gd name="connsiteX2-21" fmla="*/ 0 w 1519652"/>
                <a:gd name="connsiteY2-22" fmla="*/ 597122 h 597122"/>
                <a:gd name="connsiteX3-23" fmla="*/ 1519652 w 1519652"/>
                <a:gd name="connsiteY3-24" fmla="*/ 594432 h 597122"/>
                <a:gd name="connsiteX0-25" fmla="*/ 1401318 w 1438969"/>
                <a:gd name="connsiteY0-26" fmla="*/ 0 h 607880"/>
                <a:gd name="connsiteX1-27" fmla="*/ 342520 w 1438969"/>
                <a:gd name="connsiteY1-28" fmla="*/ 6571 h 607880"/>
                <a:gd name="connsiteX2-29" fmla="*/ 0 w 1438969"/>
                <a:gd name="connsiteY2-30" fmla="*/ 597122 h 607880"/>
                <a:gd name="connsiteX3-31" fmla="*/ 1438969 w 1438969"/>
                <a:gd name="connsiteY3-32" fmla="*/ 607880 h 607880"/>
                <a:gd name="connsiteX0-33" fmla="*/ 1401318 w 1438969"/>
                <a:gd name="connsiteY0-34" fmla="*/ 0 h 597122"/>
                <a:gd name="connsiteX1-35" fmla="*/ 342520 w 1438969"/>
                <a:gd name="connsiteY1-36" fmla="*/ 6571 h 597122"/>
                <a:gd name="connsiteX2-37" fmla="*/ 0 w 1438969"/>
                <a:gd name="connsiteY2-38" fmla="*/ 597122 h 597122"/>
                <a:gd name="connsiteX3-39" fmla="*/ 1438969 w 1438969"/>
                <a:gd name="connsiteY3-40" fmla="*/ 580986 h 597122"/>
                <a:gd name="connsiteX0-41" fmla="*/ 1401318 w 1438969"/>
                <a:gd name="connsiteY0-42" fmla="*/ 0 h 597122"/>
                <a:gd name="connsiteX1-43" fmla="*/ 342520 w 1438969"/>
                <a:gd name="connsiteY1-44" fmla="*/ 6571 h 597122"/>
                <a:gd name="connsiteX2-45" fmla="*/ 0 w 1438969"/>
                <a:gd name="connsiteY2-46" fmla="*/ 597122 h 597122"/>
                <a:gd name="connsiteX3-47" fmla="*/ 1438969 w 1438969"/>
                <a:gd name="connsiteY3-48" fmla="*/ 594433 h 597122"/>
                <a:gd name="connsiteX0-49" fmla="*/ 1401318 w 1401318"/>
                <a:gd name="connsiteY0-50" fmla="*/ 0 h 597122"/>
                <a:gd name="connsiteX1-51" fmla="*/ 342520 w 1401318"/>
                <a:gd name="connsiteY1-52" fmla="*/ 6571 h 597122"/>
                <a:gd name="connsiteX2-53" fmla="*/ 0 w 1401318"/>
                <a:gd name="connsiteY2-54" fmla="*/ 597122 h 597122"/>
                <a:gd name="connsiteX3-55" fmla="*/ 1385181 w 1401318"/>
                <a:gd name="connsiteY3-56" fmla="*/ 594433 h 597122"/>
                <a:gd name="connsiteX0-57" fmla="*/ 1401318 w 1401318"/>
                <a:gd name="connsiteY0-58" fmla="*/ 0 h 597122"/>
                <a:gd name="connsiteX1-59" fmla="*/ 342520 w 1401318"/>
                <a:gd name="connsiteY1-60" fmla="*/ 6571 h 597122"/>
                <a:gd name="connsiteX2-61" fmla="*/ 0 w 1401318"/>
                <a:gd name="connsiteY2-62" fmla="*/ 597122 h 597122"/>
                <a:gd name="connsiteX3-63" fmla="*/ 1398628 w 1401318"/>
                <a:gd name="connsiteY3-64" fmla="*/ 594433 h 597122"/>
                <a:gd name="connsiteX0-65" fmla="*/ 1401318 w 1438969"/>
                <a:gd name="connsiteY0-66" fmla="*/ 0 h 597122"/>
                <a:gd name="connsiteX1-67" fmla="*/ 342520 w 1438969"/>
                <a:gd name="connsiteY1-68" fmla="*/ 6571 h 597122"/>
                <a:gd name="connsiteX2-69" fmla="*/ 0 w 1438969"/>
                <a:gd name="connsiteY2-70" fmla="*/ 597122 h 597122"/>
                <a:gd name="connsiteX3-71" fmla="*/ 1438969 w 1438969"/>
                <a:gd name="connsiteY3-72" fmla="*/ 594433 h 597122"/>
                <a:gd name="connsiteX0-73" fmla="*/ 342520 w 1438969"/>
                <a:gd name="connsiteY0-74" fmla="*/ 0 h 590551"/>
                <a:gd name="connsiteX1-75" fmla="*/ 0 w 1438969"/>
                <a:gd name="connsiteY1-76" fmla="*/ 590551 h 590551"/>
                <a:gd name="connsiteX2-77" fmla="*/ 1438969 w 1438969"/>
                <a:gd name="connsiteY2-78" fmla="*/ 587862 h 590551"/>
                <a:gd name="connsiteX0-79" fmla="*/ 436650 w 1438969"/>
                <a:gd name="connsiteY0-80" fmla="*/ 0 h 765363"/>
                <a:gd name="connsiteX1-81" fmla="*/ 0 w 1438969"/>
                <a:gd name="connsiteY1-82" fmla="*/ 765363 h 765363"/>
                <a:gd name="connsiteX2-83" fmla="*/ 1438969 w 1438969"/>
                <a:gd name="connsiteY2-84" fmla="*/ 762674 h 765363"/>
                <a:gd name="connsiteX0-85" fmla="*/ 409756 w 1438969"/>
                <a:gd name="connsiteY0-86" fmla="*/ 0 h 711574"/>
                <a:gd name="connsiteX1-87" fmla="*/ 0 w 1438969"/>
                <a:gd name="connsiteY1-88" fmla="*/ 711574 h 711574"/>
                <a:gd name="connsiteX2-89" fmla="*/ 1438969 w 1438969"/>
                <a:gd name="connsiteY2-90" fmla="*/ 708885 h 71157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438969" h="711574">
                  <a:moveTo>
                    <a:pt x="409756" y="0"/>
                  </a:moveTo>
                  <a:lnTo>
                    <a:pt x="0" y="711574"/>
                  </a:lnTo>
                  <a:lnTo>
                    <a:pt x="1438969" y="708885"/>
                  </a:lnTo>
                </a:path>
              </a:pathLst>
            </a:custGeom>
            <a:noFill/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2982602" y="996543"/>
              <a:ext cx="1593372" cy="1133196"/>
              <a:chOff x="1743075" y="720725"/>
              <a:chExt cx="5573713" cy="3963988"/>
            </a:xfrm>
            <a:solidFill>
              <a:schemeClr val="bg1"/>
            </a:solidFill>
          </p:grpSpPr>
          <p:sp>
            <p:nvSpPr>
              <p:cNvPr id="30" name="Freeform 27"/>
              <p:cNvSpPr/>
              <p:nvPr/>
            </p:nvSpPr>
            <p:spPr bwMode="auto">
              <a:xfrm>
                <a:off x="1743075" y="720725"/>
                <a:ext cx="5573713" cy="2676525"/>
              </a:xfrm>
              <a:custGeom>
                <a:avLst/>
                <a:gdLst>
                  <a:gd name="T0" fmla="*/ 944 w 2050"/>
                  <a:gd name="T1" fmla="*/ 28 h 988"/>
                  <a:gd name="T2" fmla="*/ 1101 w 2050"/>
                  <a:gd name="T3" fmla="*/ 25 h 988"/>
                  <a:gd name="T4" fmla="*/ 2021 w 2050"/>
                  <a:gd name="T5" fmla="*/ 464 h 988"/>
                  <a:gd name="T6" fmla="*/ 2049 w 2050"/>
                  <a:gd name="T7" fmla="*/ 497 h 988"/>
                  <a:gd name="T8" fmla="*/ 2022 w 2050"/>
                  <a:gd name="T9" fmla="*/ 526 h 988"/>
                  <a:gd name="T10" fmla="*/ 1090 w 2050"/>
                  <a:gd name="T11" fmla="*/ 970 h 988"/>
                  <a:gd name="T12" fmla="*/ 966 w 2050"/>
                  <a:gd name="T13" fmla="*/ 973 h 988"/>
                  <a:gd name="T14" fmla="*/ 637 w 2050"/>
                  <a:gd name="T15" fmla="*/ 817 h 988"/>
                  <a:gd name="T16" fmla="*/ 573 w 2050"/>
                  <a:gd name="T17" fmla="*/ 784 h 988"/>
                  <a:gd name="T18" fmla="*/ 579 w 2050"/>
                  <a:gd name="T19" fmla="*/ 763 h 988"/>
                  <a:gd name="T20" fmla="*/ 972 w 2050"/>
                  <a:gd name="T21" fmla="*/ 559 h 988"/>
                  <a:gd name="T22" fmla="*/ 1099 w 2050"/>
                  <a:gd name="T23" fmla="*/ 550 h 988"/>
                  <a:gd name="T24" fmla="*/ 1138 w 2050"/>
                  <a:gd name="T25" fmla="*/ 500 h 988"/>
                  <a:gd name="T26" fmla="*/ 1110 w 2050"/>
                  <a:gd name="T27" fmla="*/ 448 h 988"/>
                  <a:gd name="T28" fmla="*/ 996 w 2050"/>
                  <a:gd name="T29" fmla="*/ 427 h 988"/>
                  <a:gd name="T30" fmla="*/ 922 w 2050"/>
                  <a:gd name="T31" fmla="*/ 466 h 988"/>
                  <a:gd name="T32" fmla="*/ 916 w 2050"/>
                  <a:gd name="T33" fmla="*/ 516 h 988"/>
                  <a:gd name="T34" fmla="*/ 521 w 2050"/>
                  <a:gd name="T35" fmla="*/ 721 h 988"/>
                  <a:gd name="T36" fmla="*/ 500 w 2050"/>
                  <a:gd name="T37" fmla="*/ 749 h 988"/>
                  <a:gd name="T38" fmla="*/ 269 w 2050"/>
                  <a:gd name="T39" fmla="*/ 641 h 988"/>
                  <a:gd name="T40" fmla="*/ 28 w 2050"/>
                  <a:gd name="T41" fmla="*/ 526 h 988"/>
                  <a:gd name="T42" fmla="*/ 1 w 2050"/>
                  <a:gd name="T43" fmla="*/ 493 h 988"/>
                  <a:gd name="T44" fmla="*/ 31 w 2050"/>
                  <a:gd name="T45" fmla="*/ 463 h 988"/>
                  <a:gd name="T46" fmla="*/ 944 w 2050"/>
                  <a:gd name="T47" fmla="*/ 28 h 9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050" h="988">
                    <a:moveTo>
                      <a:pt x="944" y="28"/>
                    </a:moveTo>
                    <a:cubicBezTo>
                      <a:pt x="992" y="1"/>
                      <a:pt x="1053" y="0"/>
                      <a:pt x="1101" y="25"/>
                    </a:cubicBezTo>
                    <a:cubicBezTo>
                      <a:pt x="1408" y="172"/>
                      <a:pt x="1715" y="318"/>
                      <a:pt x="2021" y="464"/>
                    </a:cubicBezTo>
                    <a:cubicBezTo>
                      <a:pt x="2035" y="470"/>
                      <a:pt x="2050" y="481"/>
                      <a:pt x="2049" y="497"/>
                    </a:cubicBezTo>
                    <a:cubicBezTo>
                      <a:pt x="2047" y="512"/>
                      <a:pt x="2034" y="521"/>
                      <a:pt x="2022" y="526"/>
                    </a:cubicBezTo>
                    <a:cubicBezTo>
                      <a:pt x="1711" y="674"/>
                      <a:pt x="1400" y="822"/>
                      <a:pt x="1090" y="970"/>
                    </a:cubicBezTo>
                    <a:cubicBezTo>
                      <a:pt x="1051" y="988"/>
                      <a:pt x="1005" y="988"/>
                      <a:pt x="966" y="973"/>
                    </a:cubicBezTo>
                    <a:cubicBezTo>
                      <a:pt x="856" y="921"/>
                      <a:pt x="747" y="869"/>
                      <a:pt x="637" y="817"/>
                    </a:cubicBezTo>
                    <a:cubicBezTo>
                      <a:pt x="616" y="806"/>
                      <a:pt x="594" y="797"/>
                      <a:pt x="573" y="784"/>
                    </a:cubicBezTo>
                    <a:cubicBezTo>
                      <a:pt x="567" y="777"/>
                      <a:pt x="570" y="766"/>
                      <a:pt x="579" y="763"/>
                    </a:cubicBezTo>
                    <a:cubicBezTo>
                      <a:pt x="710" y="695"/>
                      <a:pt x="841" y="627"/>
                      <a:pt x="972" y="559"/>
                    </a:cubicBezTo>
                    <a:cubicBezTo>
                      <a:pt x="1013" y="572"/>
                      <a:pt x="1060" y="570"/>
                      <a:pt x="1099" y="550"/>
                    </a:cubicBezTo>
                    <a:cubicBezTo>
                      <a:pt x="1118" y="540"/>
                      <a:pt x="1136" y="523"/>
                      <a:pt x="1138" y="500"/>
                    </a:cubicBezTo>
                    <a:cubicBezTo>
                      <a:pt x="1141" y="479"/>
                      <a:pt x="1126" y="460"/>
                      <a:pt x="1110" y="448"/>
                    </a:cubicBezTo>
                    <a:cubicBezTo>
                      <a:pt x="1077" y="426"/>
                      <a:pt x="1035" y="421"/>
                      <a:pt x="996" y="427"/>
                    </a:cubicBezTo>
                    <a:cubicBezTo>
                      <a:pt x="968" y="432"/>
                      <a:pt x="940" y="443"/>
                      <a:pt x="922" y="466"/>
                    </a:cubicBezTo>
                    <a:cubicBezTo>
                      <a:pt x="911" y="480"/>
                      <a:pt x="908" y="499"/>
                      <a:pt x="916" y="516"/>
                    </a:cubicBezTo>
                    <a:cubicBezTo>
                      <a:pt x="784" y="584"/>
                      <a:pt x="652" y="652"/>
                      <a:pt x="521" y="721"/>
                    </a:cubicBezTo>
                    <a:cubicBezTo>
                      <a:pt x="509" y="725"/>
                      <a:pt x="500" y="736"/>
                      <a:pt x="500" y="749"/>
                    </a:cubicBezTo>
                    <a:cubicBezTo>
                      <a:pt x="422" y="715"/>
                      <a:pt x="346" y="677"/>
                      <a:pt x="269" y="641"/>
                    </a:cubicBezTo>
                    <a:cubicBezTo>
                      <a:pt x="189" y="602"/>
                      <a:pt x="108" y="564"/>
                      <a:pt x="28" y="526"/>
                    </a:cubicBezTo>
                    <a:cubicBezTo>
                      <a:pt x="15" y="520"/>
                      <a:pt x="0" y="509"/>
                      <a:pt x="1" y="493"/>
                    </a:cubicBezTo>
                    <a:cubicBezTo>
                      <a:pt x="3" y="478"/>
                      <a:pt x="18" y="469"/>
                      <a:pt x="31" y="463"/>
                    </a:cubicBezTo>
                    <a:cubicBezTo>
                      <a:pt x="335" y="318"/>
                      <a:pt x="640" y="173"/>
                      <a:pt x="944" y="2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  <p:sp>
            <p:nvSpPr>
              <p:cNvPr id="31" name="Freeform 28"/>
              <p:cNvSpPr/>
              <p:nvPr/>
            </p:nvSpPr>
            <p:spPr bwMode="auto">
              <a:xfrm>
                <a:off x="2773363" y="2760663"/>
                <a:ext cx="236538" cy="971550"/>
              </a:xfrm>
              <a:custGeom>
                <a:avLst/>
                <a:gdLst>
                  <a:gd name="T0" fmla="*/ 0 w 87"/>
                  <a:gd name="T1" fmla="*/ 0 h 359"/>
                  <a:gd name="T2" fmla="*/ 87 w 87"/>
                  <a:gd name="T3" fmla="*/ 42 h 359"/>
                  <a:gd name="T4" fmla="*/ 48 w 87"/>
                  <a:gd name="T5" fmla="*/ 359 h 359"/>
                  <a:gd name="T6" fmla="*/ 0 w 87"/>
                  <a:gd name="T7" fmla="*/ 252 h 359"/>
                  <a:gd name="T8" fmla="*/ 0 w 87"/>
                  <a:gd name="T9" fmla="*/ 0 h 3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7" h="359">
                    <a:moveTo>
                      <a:pt x="0" y="0"/>
                    </a:moveTo>
                    <a:cubicBezTo>
                      <a:pt x="29" y="14"/>
                      <a:pt x="58" y="28"/>
                      <a:pt x="87" y="42"/>
                    </a:cubicBezTo>
                    <a:cubicBezTo>
                      <a:pt x="74" y="148"/>
                      <a:pt x="61" y="253"/>
                      <a:pt x="48" y="359"/>
                    </a:cubicBezTo>
                    <a:cubicBezTo>
                      <a:pt x="23" y="328"/>
                      <a:pt x="0" y="293"/>
                      <a:pt x="0" y="252"/>
                    </a:cubicBezTo>
                    <a:cubicBezTo>
                      <a:pt x="1" y="168"/>
                      <a:pt x="0" y="8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  <p:sp>
            <p:nvSpPr>
              <p:cNvPr id="32" name="Freeform 29"/>
              <p:cNvSpPr/>
              <p:nvPr/>
            </p:nvSpPr>
            <p:spPr bwMode="auto">
              <a:xfrm>
                <a:off x="3363913" y="2768600"/>
                <a:ext cx="2900363" cy="1693863"/>
              </a:xfrm>
              <a:custGeom>
                <a:avLst/>
                <a:gdLst>
                  <a:gd name="T0" fmla="*/ 496 w 1067"/>
                  <a:gd name="T1" fmla="*/ 275 h 625"/>
                  <a:gd name="T2" fmla="*/ 1067 w 1067"/>
                  <a:gd name="T3" fmla="*/ 0 h 625"/>
                  <a:gd name="T4" fmla="*/ 1067 w 1067"/>
                  <a:gd name="T5" fmla="*/ 253 h 625"/>
                  <a:gd name="T6" fmla="*/ 1022 w 1067"/>
                  <a:gd name="T7" fmla="*/ 353 h 625"/>
                  <a:gd name="T8" fmla="*/ 871 w 1067"/>
                  <a:gd name="T9" fmla="*/ 479 h 625"/>
                  <a:gd name="T10" fmla="*/ 285 w 1067"/>
                  <a:gd name="T11" fmla="*/ 591 h 625"/>
                  <a:gd name="T12" fmla="*/ 52 w 1067"/>
                  <a:gd name="T13" fmla="*/ 518 h 625"/>
                  <a:gd name="T14" fmla="*/ 0 w 1067"/>
                  <a:gd name="T15" fmla="*/ 101 h 625"/>
                  <a:gd name="T16" fmla="*/ 356 w 1067"/>
                  <a:gd name="T17" fmla="*/ 273 h 625"/>
                  <a:gd name="T18" fmla="*/ 496 w 1067"/>
                  <a:gd name="T19" fmla="*/ 275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67" h="625">
                    <a:moveTo>
                      <a:pt x="496" y="275"/>
                    </a:moveTo>
                    <a:cubicBezTo>
                      <a:pt x="686" y="184"/>
                      <a:pt x="876" y="92"/>
                      <a:pt x="1067" y="0"/>
                    </a:cubicBezTo>
                    <a:cubicBezTo>
                      <a:pt x="1066" y="85"/>
                      <a:pt x="1067" y="169"/>
                      <a:pt x="1067" y="253"/>
                    </a:cubicBezTo>
                    <a:cubicBezTo>
                      <a:pt x="1065" y="291"/>
                      <a:pt x="1044" y="324"/>
                      <a:pt x="1022" y="353"/>
                    </a:cubicBezTo>
                    <a:cubicBezTo>
                      <a:pt x="980" y="404"/>
                      <a:pt x="927" y="445"/>
                      <a:pt x="871" y="479"/>
                    </a:cubicBezTo>
                    <a:cubicBezTo>
                      <a:pt x="697" y="583"/>
                      <a:pt x="486" y="625"/>
                      <a:pt x="285" y="591"/>
                    </a:cubicBezTo>
                    <a:cubicBezTo>
                      <a:pt x="204" y="578"/>
                      <a:pt x="126" y="552"/>
                      <a:pt x="52" y="518"/>
                    </a:cubicBezTo>
                    <a:cubicBezTo>
                      <a:pt x="34" y="379"/>
                      <a:pt x="17" y="240"/>
                      <a:pt x="0" y="101"/>
                    </a:cubicBezTo>
                    <a:cubicBezTo>
                      <a:pt x="118" y="159"/>
                      <a:pt x="238" y="216"/>
                      <a:pt x="356" y="273"/>
                    </a:cubicBezTo>
                    <a:cubicBezTo>
                      <a:pt x="400" y="295"/>
                      <a:pt x="452" y="297"/>
                      <a:pt x="496" y="27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  <p:sp>
            <p:nvSpPr>
              <p:cNvPr id="33" name="Freeform 30"/>
              <p:cNvSpPr/>
              <p:nvPr/>
            </p:nvSpPr>
            <p:spPr bwMode="auto">
              <a:xfrm>
                <a:off x="2974975" y="2955925"/>
                <a:ext cx="404813" cy="1728788"/>
              </a:xfrm>
              <a:custGeom>
                <a:avLst/>
                <a:gdLst>
                  <a:gd name="T0" fmla="*/ 0 w 149"/>
                  <a:gd name="T1" fmla="*/ 568 h 638"/>
                  <a:gd name="T2" fmla="*/ 74 w 149"/>
                  <a:gd name="T3" fmla="*/ 0 h 638"/>
                  <a:gd name="T4" fmla="*/ 145 w 149"/>
                  <a:gd name="T5" fmla="*/ 538 h 638"/>
                  <a:gd name="T6" fmla="*/ 149 w 149"/>
                  <a:gd name="T7" fmla="*/ 572 h 638"/>
                  <a:gd name="T8" fmla="*/ 101 w 149"/>
                  <a:gd name="T9" fmla="*/ 629 h 638"/>
                  <a:gd name="T10" fmla="*/ 27 w 149"/>
                  <a:gd name="T11" fmla="*/ 617 h 638"/>
                  <a:gd name="T12" fmla="*/ 0 w 149"/>
                  <a:gd name="T13" fmla="*/ 568 h 6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9" h="638">
                    <a:moveTo>
                      <a:pt x="0" y="568"/>
                    </a:moveTo>
                    <a:cubicBezTo>
                      <a:pt x="24" y="379"/>
                      <a:pt x="49" y="190"/>
                      <a:pt x="74" y="0"/>
                    </a:cubicBezTo>
                    <a:cubicBezTo>
                      <a:pt x="98" y="180"/>
                      <a:pt x="121" y="359"/>
                      <a:pt x="145" y="538"/>
                    </a:cubicBezTo>
                    <a:cubicBezTo>
                      <a:pt x="146" y="549"/>
                      <a:pt x="148" y="560"/>
                      <a:pt x="149" y="572"/>
                    </a:cubicBezTo>
                    <a:cubicBezTo>
                      <a:pt x="142" y="596"/>
                      <a:pt x="126" y="620"/>
                      <a:pt x="101" y="629"/>
                    </a:cubicBezTo>
                    <a:cubicBezTo>
                      <a:pt x="77" y="638"/>
                      <a:pt x="47" y="635"/>
                      <a:pt x="27" y="617"/>
                    </a:cubicBezTo>
                    <a:cubicBezTo>
                      <a:pt x="13" y="605"/>
                      <a:pt x="2" y="587"/>
                      <a:pt x="0" y="5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</p:grpSp>
      </p:grpSp>
      <p:sp>
        <p:nvSpPr>
          <p:cNvPr id="20" name="文本框 19"/>
          <p:cNvSpPr txBox="1"/>
          <p:nvPr/>
        </p:nvSpPr>
        <p:spPr>
          <a:xfrm>
            <a:off x="1329771" y="3117441"/>
            <a:ext cx="1831637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700" b="1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05</a:t>
            </a:r>
            <a:endParaRPr lang="zh-CN" altLang="en-US" sz="87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680585" y="3319777"/>
            <a:ext cx="5148674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个人总结</a:t>
            </a:r>
            <a:endParaRPr lang="en-US" altLang="zh-CN" sz="3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3500" b="1" dirty="0">
                <a:solidFill>
                  <a:schemeClr val="bg1"/>
                </a:solidFill>
              </a:rPr>
              <a:t>Personal summary</a:t>
            </a:r>
          </a:p>
        </p:txBody>
      </p:sp>
      <p:grpSp>
        <p:nvGrpSpPr>
          <p:cNvPr id="36" name="组合 35"/>
          <p:cNvGrpSpPr/>
          <p:nvPr/>
        </p:nvGrpSpPr>
        <p:grpSpPr>
          <a:xfrm>
            <a:off x="334887" y="6454584"/>
            <a:ext cx="8466616" cy="288000"/>
            <a:chOff x="309094" y="6254351"/>
            <a:chExt cx="8466616" cy="288000"/>
          </a:xfrm>
        </p:grpSpPr>
        <p:grpSp>
          <p:nvGrpSpPr>
            <p:cNvPr id="38" name="组合 37"/>
            <p:cNvGrpSpPr/>
            <p:nvPr/>
          </p:nvGrpSpPr>
          <p:grpSpPr>
            <a:xfrm>
              <a:off x="309094" y="6254351"/>
              <a:ext cx="6592726" cy="288000"/>
              <a:chOff x="1951684" y="5281871"/>
              <a:chExt cx="6592726" cy="288000"/>
            </a:xfrm>
          </p:grpSpPr>
          <p:sp>
            <p:nvSpPr>
              <p:cNvPr id="41" name="梯形 40"/>
              <p:cNvSpPr/>
              <p:nvPr/>
            </p:nvSpPr>
            <p:spPr>
              <a:xfrm>
                <a:off x="3877160" y="5281871"/>
                <a:ext cx="4667250" cy="288000"/>
              </a:xfrm>
              <a:prstGeom prst="trapezoid">
                <a:avLst/>
              </a:prstGeom>
              <a:solidFill>
                <a:srgbClr val="77C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答辩人：李卓</a:t>
                </a:r>
              </a:p>
            </p:txBody>
          </p:sp>
          <p:cxnSp>
            <p:nvCxnSpPr>
              <p:cNvPr id="42" name="直接连接符 41"/>
              <p:cNvCxnSpPr/>
              <p:nvPr/>
            </p:nvCxnSpPr>
            <p:spPr>
              <a:xfrm>
                <a:off x="1951684" y="5460156"/>
                <a:ext cx="1800000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直接连接符 39"/>
            <p:cNvCxnSpPr/>
            <p:nvPr/>
          </p:nvCxnSpPr>
          <p:spPr>
            <a:xfrm>
              <a:off x="6975710" y="6413672"/>
              <a:ext cx="180000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241268" y="1378371"/>
            <a:ext cx="8661461" cy="5411012"/>
            <a:chOff x="241268" y="1257086"/>
            <a:chExt cx="8661461" cy="5411012"/>
          </a:xfrm>
        </p:grpSpPr>
        <p:sp>
          <p:nvSpPr>
            <p:cNvPr id="12" name="矩形 11"/>
            <p:cNvSpPr/>
            <p:nvPr/>
          </p:nvSpPr>
          <p:spPr>
            <a:xfrm>
              <a:off x="241268" y="1257086"/>
              <a:ext cx="8661461" cy="541101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25400" sx="102000" sy="102000" algn="ctr" rotWithShape="0">
                <a:schemeClr val="bg1">
                  <a:lumMod val="65000"/>
                  <a:alpha val="3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334887" y="6380098"/>
              <a:ext cx="8466616" cy="288000"/>
              <a:chOff x="309094" y="6254351"/>
              <a:chExt cx="8466616" cy="288000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309094" y="6254351"/>
                <a:ext cx="6592726" cy="288000"/>
                <a:chOff x="1951684" y="5281871"/>
                <a:chExt cx="6592726" cy="288000"/>
              </a:xfrm>
            </p:grpSpPr>
            <p:sp>
              <p:nvSpPr>
                <p:cNvPr id="17" name="梯形 16"/>
                <p:cNvSpPr/>
                <p:nvPr/>
              </p:nvSpPr>
              <p:spPr>
                <a:xfrm>
                  <a:off x="3877160" y="5281871"/>
                  <a:ext cx="4667250" cy="288000"/>
                </a:xfrm>
                <a:prstGeom prst="trapezoid">
                  <a:avLst/>
                </a:prstGeom>
                <a:solidFill>
                  <a:srgbClr val="77C9C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答辩人：李卓</a:t>
                  </a:r>
                </a:p>
              </p:txBody>
            </p:sp>
            <p:cxnSp>
              <p:nvCxnSpPr>
                <p:cNvPr id="18" name="直接连接符 17"/>
                <p:cNvCxnSpPr/>
                <p:nvPr/>
              </p:nvCxnSpPr>
              <p:spPr>
                <a:xfrm>
                  <a:off x="1951684" y="5460156"/>
                  <a:ext cx="1800000" cy="0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" name="直接连接符 15"/>
              <p:cNvCxnSpPr/>
              <p:nvPr/>
            </p:nvCxnSpPr>
            <p:spPr>
              <a:xfrm>
                <a:off x="6975710" y="6413672"/>
                <a:ext cx="1800000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0" name="文本框 39"/>
          <p:cNvSpPr txBox="1"/>
          <p:nvPr/>
        </p:nvSpPr>
        <p:spPr>
          <a:xfrm>
            <a:off x="361813" y="2252002"/>
            <a:ext cx="8311132" cy="4147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zh-CN" altLang="en-US" sz="2500" b="1" dirty="0">
                <a:solidFill>
                  <a:srgbClr val="0070C0"/>
                </a:solidFill>
                <a:sym typeface="+mn-ea"/>
              </a:rPr>
              <a:t>我发现数据库设计是一个非常重要的环节，可以说是非常花时间的过程，不光是数据库设计，还有项目的需求分析，我们的需求也在不断地修改中，总的来说就是需求需要反复确认，尽可能的细化、确认到每一个细节，为以后的编码奠定好基础，磨刀不误砍柴工。</a:t>
            </a:r>
            <a:endParaRPr lang="en-US" altLang="zh-CN" sz="2500" b="1" dirty="0">
              <a:solidFill>
                <a:srgbClr val="0070C0"/>
              </a:solidFill>
              <a:sym typeface="+mn-ea"/>
            </a:endParaRPr>
          </a:p>
          <a:p>
            <a:pPr marL="342900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zh-CN" altLang="en-US" sz="2500" b="1" dirty="0">
                <a:solidFill>
                  <a:srgbClr val="0070C0"/>
                </a:solidFill>
                <a:sym typeface="+mn-ea"/>
              </a:rPr>
              <a:t>需求分析可以说是很漫长的过程。就像老师说的，永远不变的是需求的变化。</a:t>
            </a:r>
            <a:endParaRPr lang="en-US" altLang="zh-CN" sz="2500" b="1" dirty="0">
              <a:solidFill>
                <a:srgbClr val="0070C0"/>
              </a:solidFill>
              <a:sym typeface="+mn-ea"/>
            </a:endParaRPr>
          </a:p>
          <a:p>
            <a:pPr marL="342900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zh-CN" altLang="en-US" sz="2500" b="1" dirty="0">
                <a:solidFill>
                  <a:srgbClr val="0070C0"/>
                </a:solidFill>
                <a:sym typeface="+mn-ea"/>
              </a:rPr>
              <a:t>我们组觉得这个项目对我们以后的职业生涯很有帮助。</a:t>
            </a:r>
            <a:endParaRPr lang="en-US" altLang="zh-CN" sz="2500" b="1" dirty="0">
              <a:solidFill>
                <a:srgbClr val="0070C0"/>
              </a:solidFill>
              <a:sym typeface="+mn-ea"/>
            </a:endParaRPr>
          </a:p>
          <a:p>
            <a:pPr>
              <a:spcBef>
                <a:spcPts val="1500"/>
              </a:spcBef>
            </a:pPr>
            <a:r>
              <a:rPr lang="en-US" altLang="zh-CN" sz="2500" b="1" dirty="0">
                <a:solidFill>
                  <a:srgbClr val="0070C0"/>
                </a:solidFill>
                <a:sym typeface="+mn-ea"/>
              </a:rPr>
              <a:t>     </a:t>
            </a:r>
            <a:r>
              <a:rPr lang="zh-CN" altLang="en-US" sz="2600" b="1" dirty="0">
                <a:solidFill>
                  <a:srgbClr val="0070C0"/>
                </a:solidFill>
                <a:sym typeface="+mn-ea"/>
              </a:rPr>
              <a:t>希望这个项目对每个人的以后的职业生涯有所帮助！</a:t>
            </a:r>
            <a:endParaRPr lang="zh-CN" altLang="en-US" sz="2600" b="1" dirty="0">
              <a:solidFill>
                <a:srgbClr val="0070C0"/>
              </a:solidFill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334887" y="1277425"/>
            <a:ext cx="3728522" cy="843160"/>
            <a:chOff x="797386" y="371537"/>
            <a:chExt cx="3728522" cy="843160"/>
          </a:xfrm>
        </p:grpSpPr>
        <p:sp>
          <p:nvSpPr>
            <p:cNvPr id="26" name="任意多边形 31"/>
            <p:cNvSpPr/>
            <p:nvPr/>
          </p:nvSpPr>
          <p:spPr>
            <a:xfrm>
              <a:off x="1456183" y="551543"/>
              <a:ext cx="3069725" cy="663153"/>
            </a:xfrm>
            <a:custGeom>
              <a:avLst/>
              <a:gdLst>
                <a:gd name="connsiteX0" fmla="*/ 0 w 3153856"/>
                <a:gd name="connsiteY0" fmla="*/ 0 h 663153"/>
                <a:gd name="connsiteX1" fmla="*/ 3153856 w 3153856"/>
                <a:gd name="connsiteY1" fmla="*/ 0 h 663153"/>
                <a:gd name="connsiteX2" fmla="*/ 3153856 w 3153856"/>
                <a:gd name="connsiteY2" fmla="*/ 663153 h 663153"/>
                <a:gd name="connsiteX3" fmla="*/ 84132 w 3153856"/>
                <a:gd name="connsiteY3" fmla="*/ 663153 h 663153"/>
                <a:gd name="connsiteX4" fmla="*/ 249919 w 3153856"/>
                <a:gd name="connsiteY4" fmla="*/ 331578 h 663153"/>
                <a:gd name="connsiteX5" fmla="*/ 84131 w 3153856"/>
                <a:gd name="connsiteY5" fmla="*/ 1 h 663153"/>
                <a:gd name="connsiteX6" fmla="*/ 0 w 3153856"/>
                <a:gd name="connsiteY6" fmla="*/ 1 h 663153"/>
                <a:gd name="connsiteX7" fmla="*/ 0 w 3153856"/>
                <a:gd name="connsiteY7" fmla="*/ 0 h 663153"/>
                <a:gd name="connsiteX0-1" fmla="*/ 0 w 3153856"/>
                <a:gd name="connsiteY0-2" fmla="*/ 1 h 663153"/>
                <a:gd name="connsiteX1-3" fmla="*/ 3153856 w 3153856"/>
                <a:gd name="connsiteY1-4" fmla="*/ 0 h 663153"/>
                <a:gd name="connsiteX2-5" fmla="*/ 3153856 w 3153856"/>
                <a:gd name="connsiteY2-6" fmla="*/ 663153 h 663153"/>
                <a:gd name="connsiteX3-7" fmla="*/ 84132 w 3153856"/>
                <a:gd name="connsiteY3-8" fmla="*/ 663153 h 663153"/>
                <a:gd name="connsiteX4-9" fmla="*/ 249919 w 3153856"/>
                <a:gd name="connsiteY4-10" fmla="*/ 331578 h 663153"/>
                <a:gd name="connsiteX5-11" fmla="*/ 84131 w 3153856"/>
                <a:gd name="connsiteY5-12" fmla="*/ 1 h 663153"/>
                <a:gd name="connsiteX6-13" fmla="*/ 0 w 3153856"/>
                <a:gd name="connsiteY6-14" fmla="*/ 1 h 663153"/>
                <a:gd name="connsiteX0-15" fmla="*/ 0 w 3069725"/>
                <a:gd name="connsiteY0-16" fmla="*/ 1 h 663153"/>
                <a:gd name="connsiteX1-17" fmla="*/ 3069725 w 3069725"/>
                <a:gd name="connsiteY1-18" fmla="*/ 0 h 663153"/>
                <a:gd name="connsiteX2-19" fmla="*/ 3069725 w 3069725"/>
                <a:gd name="connsiteY2-20" fmla="*/ 663153 h 663153"/>
                <a:gd name="connsiteX3-21" fmla="*/ 1 w 3069725"/>
                <a:gd name="connsiteY3-22" fmla="*/ 663153 h 663153"/>
                <a:gd name="connsiteX4-23" fmla="*/ 165788 w 3069725"/>
                <a:gd name="connsiteY4-24" fmla="*/ 331578 h 663153"/>
                <a:gd name="connsiteX5-25" fmla="*/ 0 w 3069725"/>
                <a:gd name="connsiteY5-26" fmla="*/ 1 h 6631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3069725" h="663153">
                  <a:moveTo>
                    <a:pt x="0" y="1"/>
                  </a:moveTo>
                  <a:lnTo>
                    <a:pt x="3069725" y="0"/>
                  </a:lnTo>
                  <a:lnTo>
                    <a:pt x="3069725" y="663153"/>
                  </a:lnTo>
                  <a:lnTo>
                    <a:pt x="1" y="663153"/>
                  </a:lnTo>
                  <a:lnTo>
                    <a:pt x="165788" y="33157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89D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六边形 26"/>
            <p:cNvSpPr/>
            <p:nvPr/>
          </p:nvSpPr>
          <p:spPr>
            <a:xfrm>
              <a:off x="824312" y="551544"/>
              <a:ext cx="769257" cy="663153"/>
            </a:xfrm>
            <a:prstGeom prst="hexagon">
              <a:avLst/>
            </a:prstGeom>
            <a:solidFill>
              <a:srgbClr val="089D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797386" y="592158"/>
              <a:ext cx="7954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</a:rPr>
                <a:t>05</a:t>
              </a:r>
              <a:endParaRPr lang="zh-CN" altLang="en-US" sz="3200" dirty="0">
                <a:solidFill>
                  <a:schemeClr val="bg1"/>
                </a:solidFill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1659444" y="371537"/>
              <a:ext cx="1107996" cy="56278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个人总结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619790" y="871032"/>
              <a:ext cx="2403583" cy="338554"/>
            </a:xfrm>
            <a:prstGeom prst="snip1Rect">
              <a:avLst>
                <a:gd name="adj" fmla="val 0"/>
              </a:avLst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rPr>
                <a:t>Personal summary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98C360F2-53EE-488F-87C2-98774D7FB50A}"/>
              </a:ext>
            </a:extLst>
          </p:cNvPr>
          <p:cNvSpPr/>
          <p:nvPr/>
        </p:nvSpPr>
        <p:spPr>
          <a:xfrm>
            <a:off x="241269" y="1376246"/>
            <a:ext cx="8661461" cy="5367718"/>
          </a:xfrm>
          <a:prstGeom prst="rect">
            <a:avLst/>
          </a:prstGeom>
          <a:solidFill>
            <a:srgbClr val="089DA3"/>
          </a:solidFill>
          <a:ln>
            <a:noFill/>
          </a:ln>
          <a:effectLst>
            <a:outerShdw blurRad="50800" dist="25400" sx="102000" sy="102000" algn="ctr" rotWithShape="0">
              <a:schemeClr val="bg1">
                <a:lumMod val="65000"/>
                <a:alpha val="3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grpSp>
        <p:nvGrpSpPr>
          <p:cNvPr id="22" name="组合 21"/>
          <p:cNvGrpSpPr/>
          <p:nvPr/>
        </p:nvGrpSpPr>
        <p:grpSpPr>
          <a:xfrm>
            <a:off x="537428" y="2320416"/>
            <a:ext cx="3420000" cy="3420000"/>
            <a:chOff x="1245373" y="996543"/>
            <a:chExt cx="5002306" cy="4970205"/>
          </a:xfrm>
        </p:grpSpPr>
        <p:sp>
          <p:nvSpPr>
            <p:cNvPr id="23" name="任意多边形 22"/>
            <p:cNvSpPr/>
            <p:nvPr/>
          </p:nvSpPr>
          <p:spPr>
            <a:xfrm flipV="1">
              <a:off x="1245373" y="1632022"/>
              <a:ext cx="1710690" cy="895350"/>
            </a:xfrm>
            <a:custGeom>
              <a:avLst/>
              <a:gdLst>
                <a:gd name="connsiteX0" fmla="*/ 0 w 1657350"/>
                <a:gd name="connsiteY0" fmla="*/ 895350 h 895350"/>
                <a:gd name="connsiteX1" fmla="*/ 1657350 w 1657350"/>
                <a:gd name="connsiteY1" fmla="*/ 895350 h 895350"/>
                <a:gd name="connsiteX2" fmla="*/ 1657350 w 1657350"/>
                <a:gd name="connsiteY2" fmla="*/ 25493 h 895350"/>
                <a:gd name="connsiteX3" fmla="*/ 519303 w 1657350"/>
                <a:gd name="connsiteY3" fmla="*/ 0 h 895350"/>
                <a:gd name="connsiteX4" fmla="*/ 0 w 1657350"/>
                <a:gd name="connsiteY4" fmla="*/ 895350 h 895350"/>
                <a:gd name="connsiteX0-1" fmla="*/ 1657350 w 1748790"/>
                <a:gd name="connsiteY0-2" fmla="*/ 25493 h 986790"/>
                <a:gd name="connsiteX1-3" fmla="*/ 519303 w 1748790"/>
                <a:gd name="connsiteY1-4" fmla="*/ 0 h 986790"/>
                <a:gd name="connsiteX2-5" fmla="*/ 0 w 1748790"/>
                <a:gd name="connsiteY2-6" fmla="*/ 895350 h 986790"/>
                <a:gd name="connsiteX3-7" fmla="*/ 1748790 w 1748790"/>
                <a:gd name="connsiteY3-8" fmla="*/ 986790 h 986790"/>
                <a:gd name="connsiteX0-9" fmla="*/ 1657350 w 1710690"/>
                <a:gd name="connsiteY0-10" fmla="*/ 25493 h 895350"/>
                <a:gd name="connsiteX1-11" fmla="*/ 519303 w 1710690"/>
                <a:gd name="connsiteY1-12" fmla="*/ 0 h 895350"/>
                <a:gd name="connsiteX2-13" fmla="*/ 0 w 1710690"/>
                <a:gd name="connsiteY2-14" fmla="*/ 895350 h 895350"/>
                <a:gd name="connsiteX3-15" fmla="*/ 1710690 w 1710690"/>
                <a:gd name="connsiteY3-16" fmla="*/ 891540 h 895350"/>
                <a:gd name="connsiteX0-17" fmla="*/ 1657350 w 1710690"/>
                <a:gd name="connsiteY0-18" fmla="*/ 0 h 896751"/>
                <a:gd name="connsiteX1-19" fmla="*/ 519303 w 1710690"/>
                <a:gd name="connsiteY1-20" fmla="*/ 1401 h 896751"/>
                <a:gd name="connsiteX2-21" fmla="*/ 0 w 1710690"/>
                <a:gd name="connsiteY2-22" fmla="*/ 896751 h 896751"/>
                <a:gd name="connsiteX3-23" fmla="*/ 1710690 w 1710690"/>
                <a:gd name="connsiteY3-24" fmla="*/ 892941 h 896751"/>
                <a:gd name="connsiteX0-25" fmla="*/ 519303 w 1710690"/>
                <a:gd name="connsiteY0-26" fmla="*/ 0 h 895350"/>
                <a:gd name="connsiteX1-27" fmla="*/ 0 w 1710690"/>
                <a:gd name="connsiteY1-28" fmla="*/ 895350 h 895350"/>
                <a:gd name="connsiteX2-29" fmla="*/ 1710690 w 1710690"/>
                <a:gd name="connsiteY2-30" fmla="*/ 891540 h 8953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710690" h="895350">
                  <a:moveTo>
                    <a:pt x="519303" y="0"/>
                  </a:moveTo>
                  <a:lnTo>
                    <a:pt x="0" y="895350"/>
                  </a:lnTo>
                  <a:lnTo>
                    <a:pt x="1710690" y="89154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4" name="任意多边形 23"/>
            <p:cNvSpPr/>
            <p:nvPr/>
          </p:nvSpPr>
          <p:spPr>
            <a:xfrm flipV="1">
              <a:off x="2568775" y="3966812"/>
              <a:ext cx="2359540" cy="1999936"/>
            </a:xfrm>
            <a:custGeom>
              <a:avLst/>
              <a:gdLst>
                <a:gd name="connsiteX0" fmla="*/ 0 w 1338835"/>
                <a:gd name="connsiteY0" fmla="*/ 1154168 h 1154168"/>
                <a:gd name="connsiteX1" fmla="*/ 1338835 w 1338835"/>
                <a:gd name="connsiteY1" fmla="*/ 1154168 h 1154168"/>
                <a:gd name="connsiteX2" fmla="*/ 669417 w 1338835"/>
                <a:gd name="connsiteY2" fmla="*/ 0 h 1154168"/>
                <a:gd name="connsiteX3" fmla="*/ 0 w 1338835"/>
                <a:gd name="connsiteY3" fmla="*/ 1154168 h 1154168"/>
                <a:gd name="connsiteX0-1" fmla="*/ 1247395 w 1247395"/>
                <a:gd name="connsiteY0-2" fmla="*/ 1154168 h 1245608"/>
                <a:gd name="connsiteX1-3" fmla="*/ 577977 w 1247395"/>
                <a:gd name="connsiteY1-4" fmla="*/ 0 h 1245608"/>
                <a:gd name="connsiteX2-5" fmla="*/ 0 w 1247395"/>
                <a:gd name="connsiteY2-6" fmla="*/ 1245608 h 1245608"/>
                <a:gd name="connsiteX0-7" fmla="*/ 1361695 w 1361695"/>
                <a:gd name="connsiteY0-8" fmla="*/ 1154168 h 1154168"/>
                <a:gd name="connsiteX1-9" fmla="*/ 692277 w 1361695"/>
                <a:gd name="connsiteY1-10" fmla="*/ 0 h 1154168"/>
                <a:gd name="connsiteX2-11" fmla="*/ 0 w 1361695"/>
                <a:gd name="connsiteY2-12" fmla="*/ 1150358 h 11541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361695" h="1154168">
                  <a:moveTo>
                    <a:pt x="1361695" y="1154168"/>
                  </a:moveTo>
                  <a:lnTo>
                    <a:pt x="692277" y="0"/>
                  </a:lnTo>
                  <a:cubicBezTo>
                    <a:pt x="469138" y="384723"/>
                    <a:pt x="0" y="1150358"/>
                    <a:pt x="0" y="1150358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5" name="任意多边形 24"/>
            <p:cNvSpPr/>
            <p:nvPr/>
          </p:nvSpPr>
          <p:spPr>
            <a:xfrm flipV="1">
              <a:off x="1514403" y="1784421"/>
              <a:ext cx="1438969" cy="711574"/>
            </a:xfrm>
            <a:custGeom>
              <a:avLst/>
              <a:gdLst>
                <a:gd name="connsiteX0" fmla="*/ 0 w 1401318"/>
                <a:gd name="connsiteY0" fmla="*/ 597122 h 597122"/>
                <a:gd name="connsiteX1" fmla="*/ 1401318 w 1401318"/>
                <a:gd name="connsiteY1" fmla="*/ 597122 h 597122"/>
                <a:gd name="connsiteX2" fmla="*/ 1401318 w 1401318"/>
                <a:gd name="connsiteY2" fmla="*/ 0 h 597122"/>
                <a:gd name="connsiteX3" fmla="*/ 342520 w 1401318"/>
                <a:gd name="connsiteY3" fmla="*/ 6571 h 597122"/>
                <a:gd name="connsiteX4" fmla="*/ 0 w 1401318"/>
                <a:gd name="connsiteY4" fmla="*/ 597122 h 597122"/>
                <a:gd name="connsiteX0-1" fmla="*/ 1401318 w 1492758"/>
                <a:gd name="connsiteY0-2" fmla="*/ 0 h 688562"/>
                <a:gd name="connsiteX1-3" fmla="*/ 342520 w 1492758"/>
                <a:gd name="connsiteY1-4" fmla="*/ 6571 h 688562"/>
                <a:gd name="connsiteX2-5" fmla="*/ 0 w 1492758"/>
                <a:gd name="connsiteY2-6" fmla="*/ 597122 h 688562"/>
                <a:gd name="connsiteX3-7" fmla="*/ 1492758 w 1492758"/>
                <a:gd name="connsiteY3-8" fmla="*/ 688562 h 688562"/>
                <a:gd name="connsiteX0-9" fmla="*/ 1401318 w 1479311"/>
                <a:gd name="connsiteY0-10" fmla="*/ 0 h 597122"/>
                <a:gd name="connsiteX1-11" fmla="*/ 342520 w 1479311"/>
                <a:gd name="connsiteY1-12" fmla="*/ 6571 h 597122"/>
                <a:gd name="connsiteX2-13" fmla="*/ 0 w 1479311"/>
                <a:gd name="connsiteY2-14" fmla="*/ 597122 h 597122"/>
                <a:gd name="connsiteX3-15" fmla="*/ 1479311 w 1479311"/>
                <a:gd name="connsiteY3-16" fmla="*/ 580985 h 597122"/>
                <a:gd name="connsiteX0-17" fmla="*/ 1401318 w 1519652"/>
                <a:gd name="connsiteY0-18" fmla="*/ 0 h 597122"/>
                <a:gd name="connsiteX1-19" fmla="*/ 342520 w 1519652"/>
                <a:gd name="connsiteY1-20" fmla="*/ 6571 h 597122"/>
                <a:gd name="connsiteX2-21" fmla="*/ 0 w 1519652"/>
                <a:gd name="connsiteY2-22" fmla="*/ 597122 h 597122"/>
                <a:gd name="connsiteX3-23" fmla="*/ 1519652 w 1519652"/>
                <a:gd name="connsiteY3-24" fmla="*/ 594432 h 597122"/>
                <a:gd name="connsiteX0-25" fmla="*/ 1401318 w 1438969"/>
                <a:gd name="connsiteY0-26" fmla="*/ 0 h 607880"/>
                <a:gd name="connsiteX1-27" fmla="*/ 342520 w 1438969"/>
                <a:gd name="connsiteY1-28" fmla="*/ 6571 h 607880"/>
                <a:gd name="connsiteX2-29" fmla="*/ 0 w 1438969"/>
                <a:gd name="connsiteY2-30" fmla="*/ 597122 h 607880"/>
                <a:gd name="connsiteX3-31" fmla="*/ 1438969 w 1438969"/>
                <a:gd name="connsiteY3-32" fmla="*/ 607880 h 607880"/>
                <a:gd name="connsiteX0-33" fmla="*/ 1401318 w 1438969"/>
                <a:gd name="connsiteY0-34" fmla="*/ 0 h 597122"/>
                <a:gd name="connsiteX1-35" fmla="*/ 342520 w 1438969"/>
                <a:gd name="connsiteY1-36" fmla="*/ 6571 h 597122"/>
                <a:gd name="connsiteX2-37" fmla="*/ 0 w 1438969"/>
                <a:gd name="connsiteY2-38" fmla="*/ 597122 h 597122"/>
                <a:gd name="connsiteX3-39" fmla="*/ 1438969 w 1438969"/>
                <a:gd name="connsiteY3-40" fmla="*/ 580986 h 597122"/>
                <a:gd name="connsiteX0-41" fmla="*/ 1401318 w 1438969"/>
                <a:gd name="connsiteY0-42" fmla="*/ 0 h 597122"/>
                <a:gd name="connsiteX1-43" fmla="*/ 342520 w 1438969"/>
                <a:gd name="connsiteY1-44" fmla="*/ 6571 h 597122"/>
                <a:gd name="connsiteX2-45" fmla="*/ 0 w 1438969"/>
                <a:gd name="connsiteY2-46" fmla="*/ 597122 h 597122"/>
                <a:gd name="connsiteX3-47" fmla="*/ 1438969 w 1438969"/>
                <a:gd name="connsiteY3-48" fmla="*/ 594433 h 597122"/>
                <a:gd name="connsiteX0-49" fmla="*/ 1401318 w 1401318"/>
                <a:gd name="connsiteY0-50" fmla="*/ 0 h 597122"/>
                <a:gd name="connsiteX1-51" fmla="*/ 342520 w 1401318"/>
                <a:gd name="connsiteY1-52" fmla="*/ 6571 h 597122"/>
                <a:gd name="connsiteX2-53" fmla="*/ 0 w 1401318"/>
                <a:gd name="connsiteY2-54" fmla="*/ 597122 h 597122"/>
                <a:gd name="connsiteX3-55" fmla="*/ 1385181 w 1401318"/>
                <a:gd name="connsiteY3-56" fmla="*/ 594433 h 597122"/>
                <a:gd name="connsiteX0-57" fmla="*/ 1401318 w 1401318"/>
                <a:gd name="connsiteY0-58" fmla="*/ 0 h 597122"/>
                <a:gd name="connsiteX1-59" fmla="*/ 342520 w 1401318"/>
                <a:gd name="connsiteY1-60" fmla="*/ 6571 h 597122"/>
                <a:gd name="connsiteX2-61" fmla="*/ 0 w 1401318"/>
                <a:gd name="connsiteY2-62" fmla="*/ 597122 h 597122"/>
                <a:gd name="connsiteX3-63" fmla="*/ 1398628 w 1401318"/>
                <a:gd name="connsiteY3-64" fmla="*/ 594433 h 597122"/>
                <a:gd name="connsiteX0-65" fmla="*/ 1401318 w 1438969"/>
                <a:gd name="connsiteY0-66" fmla="*/ 0 h 597122"/>
                <a:gd name="connsiteX1-67" fmla="*/ 342520 w 1438969"/>
                <a:gd name="connsiteY1-68" fmla="*/ 6571 h 597122"/>
                <a:gd name="connsiteX2-69" fmla="*/ 0 w 1438969"/>
                <a:gd name="connsiteY2-70" fmla="*/ 597122 h 597122"/>
                <a:gd name="connsiteX3-71" fmla="*/ 1438969 w 1438969"/>
                <a:gd name="connsiteY3-72" fmla="*/ 594433 h 597122"/>
                <a:gd name="connsiteX0-73" fmla="*/ 342520 w 1438969"/>
                <a:gd name="connsiteY0-74" fmla="*/ 0 h 590551"/>
                <a:gd name="connsiteX1-75" fmla="*/ 0 w 1438969"/>
                <a:gd name="connsiteY1-76" fmla="*/ 590551 h 590551"/>
                <a:gd name="connsiteX2-77" fmla="*/ 1438969 w 1438969"/>
                <a:gd name="connsiteY2-78" fmla="*/ 587862 h 590551"/>
                <a:gd name="connsiteX0-79" fmla="*/ 436650 w 1438969"/>
                <a:gd name="connsiteY0-80" fmla="*/ 0 h 765363"/>
                <a:gd name="connsiteX1-81" fmla="*/ 0 w 1438969"/>
                <a:gd name="connsiteY1-82" fmla="*/ 765363 h 765363"/>
                <a:gd name="connsiteX2-83" fmla="*/ 1438969 w 1438969"/>
                <a:gd name="connsiteY2-84" fmla="*/ 762674 h 765363"/>
                <a:gd name="connsiteX0-85" fmla="*/ 409756 w 1438969"/>
                <a:gd name="connsiteY0-86" fmla="*/ 0 h 711574"/>
                <a:gd name="connsiteX1-87" fmla="*/ 0 w 1438969"/>
                <a:gd name="connsiteY1-88" fmla="*/ 711574 h 711574"/>
                <a:gd name="connsiteX2-89" fmla="*/ 1438969 w 1438969"/>
                <a:gd name="connsiteY2-90" fmla="*/ 708885 h 71157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438969" h="711574">
                  <a:moveTo>
                    <a:pt x="409756" y="0"/>
                  </a:moveTo>
                  <a:lnTo>
                    <a:pt x="0" y="711574"/>
                  </a:lnTo>
                  <a:lnTo>
                    <a:pt x="1438969" y="708885"/>
                  </a:lnTo>
                </a:path>
              </a:pathLst>
            </a:custGeom>
            <a:noFill/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6" name="任意多边形 25"/>
            <p:cNvSpPr/>
            <p:nvPr/>
          </p:nvSpPr>
          <p:spPr>
            <a:xfrm flipV="1">
              <a:off x="2757191" y="4066311"/>
              <a:ext cx="2001754" cy="1719078"/>
            </a:xfrm>
            <a:custGeom>
              <a:avLst/>
              <a:gdLst>
                <a:gd name="connsiteX0" fmla="*/ 0 w 996314"/>
                <a:gd name="connsiteY0" fmla="*/ 858892 h 858892"/>
                <a:gd name="connsiteX1" fmla="*/ 996314 w 996314"/>
                <a:gd name="connsiteY1" fmla="*/ 858892 h 858892"/>
                <a:gd name="connsiteX2" fmla="*/ 498157 w 996314"/>
                <a:gd name="connsiteY2" fmla="*/ 0 h 858892"/>
                <a:gd name="connsiteX3" fmla="*/ 0 w 996314"/>
                <a:gd name="connsiteY3" fmla="*/ 858892 h 858892"/>
                <a:gd name="connsiteX0-1" fmla="*/ 904874 w 904874"/>
                <a:gd name="connsiteY0-2" fmla="*/ 858892 h 950332"/>
                <a:gd name="connsiteX1-3" fmla="*/ 406717 w 904874"/>
                <a:gd name="connsiteY1-4" fmla="*/ 0 h 950332"/>
                <a:gd name="connsiteX2-5" fmla="*/ 0 w 904874"/>
                <a:gd name="connsiteY2-6" fmla="*/ 950332 h 950332"/>
                <a:gd name="connsiteX0-7" fmla="*/ 1000124 w 1000124"/>
                <a:gd name="connsiteY0-8" fmla="*/ 858892 h 858892"/>
                <a:gd name="connsiteX1-9" fmla="*/ 501967 w 1000124"/>
                <a:gd name="connsiteY1-10" fmla="*/ 0 h 858892"/>
                <a:gd name="connsiteX2-11" fmla="*/ 0 w 1000124"/>
                <a:gd name="connsiteY2-12" fmla="*/ 855082 h 85889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124" h="858892">
                  <a:moveTo>
                    <a:pt x="1000124" y="858892"/>
                  </a:moveTo>
                  <a:lnTo>
                    <a:pt x="501967" y="0"/>
                  </a:lnTo>
                  <a:cubicBezTo>
                    <a:pt x="335915" y="286297"/>
                    <a:pt x="0" y="855082"/>
                    <a:pt x="0" y="855082"/>
                  </a:cubicBezTo>
                </a:path>
              </a:pathLst>
            </a:custGeom>
            <a:noFill/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7" name="任意多边形 26"/>
            <p:cNvSpPr/>
            <p:nvPr/>
          </p:nvSpPr>
          <p:spPr>
            <a:xfrm flipH="1" flipV="1">
              <a:off x="4536989" y="1632022"/>
              <a:ext cx="1710690" cy="895350"/>
            </a:xfrm>
            <a:custGeom>
              <a:avLst/>
              <a:gdLst>
                <a:gd name="connsiteX0" fmla="*/ 0 w 1657350"/>
                <a:gd name="connsiteY0" fmla="*/ 895350 h 895350"/>
                <a:gd name="connsiteX1" fmla="*/ 1657350 w 1657350"/>
                <a:gd name="connsiteY1" fmla="*/ 895350 h 895350"/>
                <a:gd name="connsiteX2" fmla="*/ 1657350 w 1657350"/>
                <a:gd name="connsiteY2" fmla="*/ 25493 h 895350"/>
                <a:gd name="connsiteX3" fmla="*/ 519303 w 1657350"/>
                <a:gd name="connsiteY3" fmla="*/ 0 h 895350"/>
                <a:gd name="connsiteX4" fmla="*/ 0 w 1657350"/>
                <a:gd name="connsiteY4" fmla="*/ 895350 h 895350"/>
                <a:gd name="connsiteX0-1" fmla="*/ 1657350 w 1748790"/>
                <a:gd name="connsiteY0-2" fmla="*/ 25493 h 986790"/>
                <a:gd name="connsiteX1-3" fmla="*/ 519303 w 1748790"/>
                <a:gd name="connsiteY1-4" fmla="*/ 0 h 986790"/>
                <a:gd name="connsiteX2-5" fmla="*/ 0 w 1748790"/>
                <a:gd name="connsiteY2-6" fmla="*/ 895350 h 986790"/>
                <a:gd name="connsiteX3-7" fmla="*/ 1748790 w 1748790"/>
                <a:gd name="connsiteY3-8" fmla="*/ 986790 h 986790"/>
                <a:gd name="connsiteX0-9" fmla="*/ 1657350 w 1710690"/>
                <a:gd name="connsiteY0-10" fmla="*/ 25493 h 895350"/>
                <a:gd name="connsiteX1-11" fmla="*/ 519303 w 1710690"/>
                <a:gd name="connsiteY1-12" fmla="*/ 0 h 895350"/>
                <a:gd name="connsiteX2-13" fmla="*/ 0 w 1710690"/>
                <a:gd name="connsiteY2-14" fmla="*/ 895350 h 895350"/>
                <a:gd name="connsiteX3-15" fmla="*/ 1710690 w 1710690"/>
                <a:gd name="connsiteY3-16" fmla="*/ 891540 h 895350"/>
                <a:gd name="connsiteX0-17" fmla="*/ 1657350 w 1710690"/>
                <a:gd name="connsiteY0-18" fmla="*/ 0 h 896751"/>
                <a:gd name="connsiteX1-19" fmla="*/ 519303 w 1710690"/>
                <a:gd name="connsiteY1-20" fmla="*/ 1401 h 896751"/>
                <a:gd name="connsiteX2-21" fmla="*/ 0 w 1710690"/>
                <a:gd name="connsiteY2-22" fmla="*/ 896751 h 896751"/>
                <a:gd name="connsiteX3-23" fmla="*/ 1710690 w 1710690"/>
                <a:gd name="connsiteY3-24" fmla="*/ 892941 h 896751"/>
                <a:gd name="connsiteX0-25" fmla="*/ 519303 w 1710690"/>
                <a:gd name="connsiteY0-26" fmla="*/ 0 h 895350"/>
                <a:gd name="connsiteX1-27" fmla="*/ 0 w 1710690"/>
                <a:gd name="connsiteY1-28" fmla="*/ 895350 h 895350"/>
                <a:gd name="connsiteX2-29" fmla="*/ 1710690 w 1710690"/>
                <a:gd name="connsiteY2-30" fmla="*/ 891540 h 8953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710690" h="895350">
                  <a:moveTo>
                    <a:pt x="519303" y="0"/>
                  </a:moveTo>
                  <a:lnTo>
                    <a:pt x="0" y="895350"/>
                  </a:lnTo>
                  <a:lnTo>
                    <a:pt x="1710690" y="89154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sp>
          <p:nvSpPr>
            <p:cNvPr id="28" name="任意多边形 27"/>
            <p:cNvSpPr/>
            <p:nvPr/>
          </p:nvSpPr>
          <p:spPr>
            <a:xfrm flipH="1" flipV="1">
              <a:off x="4534298" y="1784421"/>
              <a:ext cx="1438969" cy="711574"/>
            </a:xfrm>
            <a:custGeom>
              <a:avLst/>
              <a:gdLst>
                <a:gd name="connsiteX0" fmla="*/ 0 w 1401318"/>
                <a:gd name="connsiteY0" fmla="*/ 597122 h 597122"/>
                <a:gd name="connsiteX1" fmla="*/ 1401318 w 1401318"/>
                <a:gd name="connsiteY1" fmla="*/ 597122 h 597122"/>
                <a:gd name="connsiteX2" fmla="*/ 1401318 w 1401318"/>
                <a:gd name="connsiteY2" fmla="*/ 0 h 597122"/>
                <a:gd name="connsiteX3" fmla="*/ 342520 w 1401318"/>
                <a:gd name="connsiteY3" fmla="*/ 6571 h 597122"/>
                <a:gd name="connsiteX4" fmla="*/ 0 w 1401318"/>
                <a:gd name="connsiteY4" fmla="*/ 597122 h 597122"/>
                <a:gd name="connsiteX0-1" fmla="*/ 1401318 w 1492758"/>
                <a:gd name="connsiteY0-2" fmla="*/ 0 h 688562"/>
                <a:gd name="connsiteX1-3" fmla="*/ 342520 w 1492758"/>
                <a:gd name="connsiteY1-4" fmla="*/ 6571 h 688562"/>
                <a:gd name="connsiteX2-5" fmla="*/ 0 w 1492758"/>
                <a:gd name="connsiteY2-6" fmla="*/ 597122 h 688562"/>
                <a:gd name="connsiteX3-7" fmla="*/ 1492758 w 1492758"/>
                <a:gd name="connsiteY3-8" fmla="*/ 688562 h 688562"/>
                <a:gd name="connsiteX0-9" fmla="*/ 1401318 w 1479311"/>
                <a:gd name="connsiteY0-10" fmla="*/ 0 h 597122"/>
                <a:gd name="connsiteX1-11" fmla="*/ 342520 w 1479311"/>
                <a:gd name="connsiteY1-12" fmla="*/ 6571 h 597122"/>
                <a:gd name="connsiteX2-13" fmla="*/ 0 w 1479311"/>
                <a:gd name="connsiteY2-14" fmla="*/ 597122 h 597122"/>
                <a:gd name="connsiteX3-15" fmla="*/ 1479311 w 1479311"/>
                <a:gd name="connsiteY3-16" fmla="*/ 580985 h 597122"/>
                <a:gd name="connsiteX0-17" fmla="*/ 1401318 w 1519652"/>
                <a:gd name="connsiteY0-18" fmla="*/ 0 h 597122"/>
                <a:gd name="connsiteX1-19" fmla="*/ 342520 w 1519652"/>
                <a:gd name="connsiteY1-20" fmla="*/ 6571 h 597122"/>
                <a:gd name="connsiteX2-21" fmla="*/ 0 w 1519652"/>
                <a:gd name="connsiteY2-22" fmla="*/ 597122 h 597122"/>
                <a:gd name="connsiteX3-23" fmla="*/ 1519652 w 1519652"/>
                <a:gd name="connsiteY3-24" fmla="*/ 594432 h 597122"/>
                <a:gd name="connsiteX0-25" fmla="*/ 1401318 w 1438969"/>
                <a:gd name="connsiteY0-26" fmla="*/ 0 h 607880"/>
                <a:gd name="connsiteX1-27" fmla="*/ 342520 w 1438969"/>
                <a:gd name="connsiteY1-28" fmla="*/ 6571 h 607880"/>
                <a:gd name="connsiteX2-29" fmla="*/ 0 w 1438969"/>
                <a:gd name="connsiteY2-30" fmla="*/ 597122 h 607880"/>
                <a:gd name="connsiteX3-31" fmla="*/ 1438969 w 1438969"/>
                <a:gd name="connsiteY3-32" fmla="*/ 607880 h 607880"/>
                <a:gd name="connsiteX0-33" fmla="*/ 1401318 w 1438969"/>
                <a:gd name="connsiteY0-34" fmla="*/ 0 h 597122"/>
                <a:gd name="connsiteX1-35" fmla="*/ 342520 w 1438969"/>
                <a:gd name="connsiteY1-36" fmla="*/ 6571 h 597122"/>
                <a:gd name="connsiteX2-37" fmla="*/ 0 w 1438969"/>
                <a:gd name="connsiteY2-38" fmla="*/ 597122 h 597122"/>
                <a:gd name="connsiteX3-39" fmla="*/ 1438969 w 1438969"/>
                <a:gd name="connsiteY3-40" fmla="*/ 580986 h 597122"/>
                <a:gd name="connsiteX0-41" fmla="*/ 1401318 w 1438969"/>
                <a:gd name="connsiteY0-42" fmla="*/ 0 h 597122"/>
                <a:gd name="connsiteX1-43" fmla="*/ 342520 w 1438969"/>
                <a:gd name="connsiteY1-44" fmla="*/ 6571 h 597122"/>
                <a:gd name="connsiteX2-45" fmla="*/ 0 w 1438969"/>
                <a:gd name="connsiteY2-46" fmla="*/ 597122 h 597122"/>
                <a:gd name="connsiteX3-47" fmla="*/ 1438969 w 1438969"/>
                <a:gd name="connsiteY3-48" fmla="*/ 594433 h 597122"/>
                <a:gd name="connsiteX0-49" fmla="*/ 1401318 w 1401318"/>
                <a:gd name="connsiteY0-50" fmla="*/ 0 h 597122"/>
                <a:gd name="connsiteX1-51" fmla="*/ 342520 w 1401318"/>
                <a:gd name="connsiteY1-52" fmla="*/ 6571 h 597122"/>
                <a:gd name="connsiteX2-53" fmla="*/ 0 w 1401318"/>
                <a:gd name="connsiteY2-54" fmla="*/ 597122 h 597122"/>
                <a:gd name="connsiteX3-55" fmla="*/ 1385181 w 1401318"/>
                <a:gd name="connsiteY3-56" fmla="*/ 594433 h 597122"/>
                <a:gd name="connsiteX0-57" fmla="*/ 1401318 w 1401318"/>
                <a:gd name="connsiteY0-58" fmla="*/ 0 h 597122"/>
                <a:gd name="connsiteX1-59" fmla="*/ 342520 w 1401318"/>
                <a:gd name="connsiteY1-60" fmla="*/ 6571 h 597122"/>
                <a:gd name="connsiteX2-61" fmla="*/ 0 w 1401318"/>
                <a:gd name="connsiteY2-62" fmla="*/ 597122 h 597122"/>
                <a:gd name="connsiteX3-63" fmla="*/ 1398628 w 1401318"/>
                <a:gd name="connsiteY3-64" fmla="*/ 594433 h 597122"/>
                <a:gd name="connsiteX0-65" fmla="*/ 1401318 w 1438969"/>
                <a:gd name="connsiteY0-66" fmla="*/ 0 h 597122"/>
                <a:gd name="connsiteX1-67" fmla="*/ 342520 w 1438969"/>
                <a:gd name="connsiteY1-68" fmla="*/ 6571 h 597122"/>
                <a:gd name="connsiteX2-69" fmla="*/ 0 w 1438969"/>
                <a:gd name="connsiteY2-70" fmla="*/ 597122 h 597122"/>
                <a:gd name="connsiteX3-71" fmla="*/ 1438969 w 1438969"/>
                <a:gd name="connsiteY3-72" fmla="*/ 594433 h 597122"/>
                <a:gd name="connsiteX0-73" fmla="*/ 342520 w 1438969"/>
                <a:gd name="connsiteY0-74" fmla="*/ 0 h 590551"/>
                <a:gd name="connsiteX1-75" fmla="*/ 0 w 1438969"/>
                <a:gd name="connsiteY1-76" fmla="*/ 590551 h 590551"/>
                <a:gd name="connsiteX2-77" fmla="*/ 1438969 w 1438969"/>
                <a:gd name="connsiteY2-78" fmla="*/ 587862 h 590551"/>
                <a:gd name="connsiteX0-79" fmla="*/ 436650 w 1438969"/>
                <a:gd name="connsiteY0-80" fmla="*/ 0 h 765363"/>
                <a:gd name="connsiteX1-81" fmla="*/ 0 w 1438969"/>
                <a:gd name="connsiteY1-82" fmla="*/ 765363 h 765363"/>
                <a:gd name="connsiteX2-83" fmla="*/ 1438969 w 1438969"/>
                <a:gd name="connsiteY2-84" fmla="*/ 762674 h 765363"/>
                <a:gd name="connsiteX0-85" fmla="*/ 409756 w 1438969"/>
                <a:gd name="connsiteY0-86" fmla="*/ 0 h 711574"/>
                <a:gd name="connsiteX1-87" fmla="*/ 0 w 1438969"/>
                <a:gd name="connsiteY1-88" fmla="*/ 711574 h 711574"/>
                <a:gd name="connsiteX2-89" fmla="*/ 1438969 w 1438969"/>
                <a:gd name="connsiteY2-90" fmla="*/ 708885 h 71157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438969" h="711574">
                  <a:moveTo>
                    <a:pt x="409756" y="0"/>
                  </a:moveTo>
                  <a:lnTo>
                    <a:pt x="0" y="711574"/>
                  </a:lnTo>
                  <a:lnTo>
                    <a:pt x="1438969" y="708885"/>
                  </a:lnTo>
                </a:path>
              </a:pathLst>
            </a:custGeom>
            <a:noFill/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2982602" y="996543"/>
              <a:ext cx="1593372" cy="1133196"/>
              <a:chOff x="1743075" y="720725"/>
              <a:chExt cx="5573713" cy="3963988"/>
            </a:xfrm>
            <a:solidFill>
              <a:schemeClr val="bg1"/>
            </a:solidFill>
          </p:grpSpPr>
          <p:sp>
            <p:nvSpPr>
              <p:cNvPr id="30" name="Freeform 27"/>
              <p:cNvSpPr/>
              <p:nvPr/>
            </p:nvSpPr>
            <p:spPr bwMode="auto">
              <a:xfrm>
                <a:off x="1743075" y="720725"/>
                <a:ext cx="5573713" cy="2676525"/>
              </a:xfrm>
              <a:custGeom>
                <a:avLst/>
                <a:gdLst>
                  <a:gd name="T0" fmla="*/ 944 w 2050"/>
                  <a:gd name="T1" fmla="*/ 28 h 988"/>
                  <a:gd name="T2" fmla="*/ 1101 w 2050"/>
                  <a:gd name="T3" fmla="*/ 25 h 988"/>
                  <a:gd name="T4" fmla="*/ 2021 w 2050"/>
                  <a:gd name="T5" fmla="*/ 464 h 988"/>
                  <a:gd name="T6" fmla="*/ 2049 w 2050"/>
                  <a:gd name="T7" fmla="*/ 497 h 988"/>
                  <a:gd name="T8" fmla="*/ 2022 w 2050"/>
                  <a:gd name="T9" fmla="*/ 526 h 988"/>
                  <a:gd name="T10" fmla="*/ 1090 w 2050"/>
                  <a:gd name="T11" fmla="*/ 970 h 988"/>
                  <a:gd name="T12" fmla="*/ 966 w 2050"/>
                  <a:gd name="T13" fmla="*/ 973 h 988"/>
                  <a:gd name="T14" fmla="*/ 637 w 2050"/>
                  <a:gd name="T15" fmla="*/ 817 h 988"/>
                  <a:gd name="T16" fmla="*/ 573 w 2050"/>
                  <a:gd name="T17" fmla="*/ 784 h 988"/>
                  <a:gd name="T18" fmla="*/ 579 w 2050"/>
                  <a:gd name="T19" fmla="*/ 763 h 988"/>
                  <a:gd name="T20" fmla="*/ 972 w 2050"/>
                  <a:gd name="T21" fmla="*/ 559 h 988"/>
                  <a:gd name="T22" fmla="*/ 1099 w 2050"/>
                  <a:gd name="T23" fmla="*/ 550 h 988"/>
                  <a:gd name="T24" fmla="*/ 1138 w 2050"/>
                  <a:gd name="T25" fmla="*/ 500 h 988"/>
                  <a:gd name="T26" fmla="*/ 1110 w 2050"/>
                  <a:gd name="T27" fmla="*/ 448 h 988"/>
                  <a:gd name="T28" fmla="*/ 996 w 2050"/>
                  <a:gd name="T29" fmla="*/ 427 h 988"/>
                  <a:gd name="T30" fmla="*/ 922 w 2050"/>
                  <a:gd name="T31" fmla="*/ 466 h 988"/>
                  <a:gd name="T32" fmla="*/ 916 w 2050"/>
                  <a:gd name="T33" fmla="*/ 516 h 988"/>
                  <a:gd name="T34" fmla="*/ 521 w 2050"/>
                  <a:gd name="T35" fmla="*/ 721 h 988"/>
                  <a:gd name="T36" fmla="*/ 500 w 2050"/>
                  <a:gd name="T37" fmla="*/ 749 h 988"/>
                  <a:gd name="T38" fmla="*/ 269 w 2050"/>
                  <a:gd name="T39" fmla="*/ 641 h 988"/>
                  <a:gd name="T40" fmla="*/ 28 w 2050"/>
                  <a:gd name="T41" fmla="*/ 526 h 988"/>
                  <a:gd name="T42" fmla="*/ 1 w 2050"/>
                  <a:gd name="T43" fmla="*/ 493 h 988"/>
                  <a:gd name="T44" fmla="*/ 31 w 2050"/>
                  <a:gd name="T45" fmla="*/ 463 h 988"/>
                  <a:gd name="T46" fmla="*/ 944 w 2050"/>
                  <a:gd name="T47" fmla="*/ 28 h 9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050" h="988">
                    <a:moveTo>
                      <a:pt x="944" y="28"/>
                    </a:moveTo>
                    <a:cubicBezTo>
                      <a:pt x="992" y="1"/>
                      <a:pt x="1053" y="0"/>
                      <a:pt x="1101" y="25"/>
                    </a:cubicBezTo>
                    <a:cubicBezTo>
                      <a:pt x="1408" y="172"/>
                      <a:pt x="1715" y="318"/>
                      <a:pt x="2021" y="464"/>
                    </a:cubicBezTo>
                    <a:cubicBezTo>
                      <a:pt x="2035" y="470"/>
                      <a:pt x="2050" y="481"/>
                      <a:pt x="2049" y="497"/>
                    </a:cubicBezTo>
                    <a:cubicBezTo>
                      <a:pt x="2047" y="512"/>
                      <a:pt x="2034" y="521"/>
                      <a:pt x="2022" y="526"/>
                    </a:cubicBezTo>
                    <a:cubicBezTo>
                      <a:pt x="1711" y="674"/>
                      <a:pt x="1400" y="822"/>
                      <a:pt x="1090" y="970"/>
                    </a:cubicBezTo>
                    <a:cubicBezTo>
                      <a:pt x="1051" y="988"/>
                      <a:pt x="1005" y="988"/>
                      <a:pt x="966" y="973"/>
                    </a:cubicBezTo>
                    <a:cubicBezTo>
                      <a:pt x="856" y="921"/>
                      <a:pt x="747" y="869"/>
                      <a:pt x="637" y="817"/>
                    </a:cubicBezTo>
                    <a:cubicBezTo>
                      <a:pt x="616" y="806"/>
                      <a:pt x="594" y="797"/>
                      <a:pt x="573" y="784"/>
                    </a:cubicBezTo>
                    <a:cubicBezTo>
                      <a:pt x="567" y="777"/>
                      <a:pt x="570" y="766"/>
                      <a:pt x="579" y="763"/>
                    </a:cubicBezTo>
                    <a:cubicBezTo>
                      <a:pt x="710" y="695"/>
                      <a:pt x="841" y="627"/>
                      <a:pt x="972" y="559"/>
                    </a:cubicBezTo>
                    <a:cubicBezTo>
                      <a:pt x="1013" y="572"/>
                      <a:pt x="1060" y="570"/>
                      <a:pt x="1099" y="550"/>
                    </a:cubicBezTo>
                    <a:cubicBezTo>
                      <a:pt x="1118" y="540"/>
                      <a:pt x="1136" y="523"/>
                      <a:pt x="1138" y="500"/>
                    </a:cubicBezTo>
                    <a:cubicBezTo>
                      <a:pt x="1141" y="479"/>
                      <a:pt x="1126" y="460"/>
                      <a:pt x="1110" y="448"/>
                    </a:cubicBezTo>
                    <a:cubicBezTo>
                      <a:pt x="1077" y="426"/>
                      <a:pt x="1035" y="421"/>
                      <a:pt x="996" y="427"/>
                    </a:cubicBezTo>
                    <a:cubicBezTo>
                      <a:pt x="968" y="432"/>
                      <a:pt x="940" y="443"/>
                      <a:pt x="922" y="466"/>
                    </a:cubicBezTo>
                    <a:cubicBezTo>
                      <a:pt x="911" y="480"/>
                      <a:pt x="908" y="499"/>
                      <a:pt x="916" y="516"/>
                    </a:cubicBezTo>
                    <a:cubicBezTo>
                      <a:pt x="784" y="584"/>
                      <a:pt x="652" y="652"/>
                      <a:pt x="521" y="721"/>
                    </a:cubicBezTo>
                    <a:cubicBezTo>
                      <a:pt x="509" y="725"/>
                      <a:pt x="500" y="736"/>
                      <a:pt x="500" y="749"/>
                    </a:cubicBezTo>
                    <a:cubicBezTo>
                      <a:pt x="422" y="715"/>
                      <a:pt x="346" y="677"/>
                      <a:pt x="269" y="641"/>
                    </a:cubicBezTo>
                    <a:cubicBezTo>
                      <a:pt x="189" y="602"/>
                      <a:pt x="108" y="564"/>
                      <a:pt x="28" y="526"/>
                    </a:cubicBezTo>
                    <a:cubicBezTo>
                      <a:pt x="15" y="520"/>
                      <a:pt x="0" y="509"/>
                      <a:pt x="1" y="493"/>
                    </a:cubicBezTo>
                    <a:cubicBezTo>
                      <a:pt x="3" y="478"/>
                      <a:pt x="18" y="469"/>
                      <a:pt x="31" y="463"/>
                    </a:cubicBezTo>
                    <a:cubicBezTo>
                      <a:pt x="335" y="318"/>
                      <a:pt x="640" y="173"/>
                      <a:pt x="944" y="2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  <p:sp>
            <p:nvSpPr>
              <p:cNvPr id="31" name="Freeform 28"/>
              <p:cNvSpPr/>
              <p:nvPr/>
            </p:nvSpPr>
            <p:spPr bwMode="auto">
              <a:xfrm>
                <a:off x="2773363" y="2760663"/>
                <a:ext cx="236538" cy="971550"/>
              </a:xfrm>
              <a:custGeom>
                <a:avLst/>
                <a:gdLst>
                  <a:gd name="T0" fmla="*/ 0 w 87"/>
                  <a:gd name="T1" fmla="*/ 0 h 359"/>
                  <a:gd name="T2" fmla="*/ 87 w 87"/>
                  <a:gd name="T3" fmla="*/ 42 h 359"/>
                  <a:gd name="T4" fmla="*/ 48 w 87"/>
                  <a:gd name="T5" fmla="*/ 359 h 359"/>
                  <a:gd name="T6" fmla="*/ 0 w 87"/>
                  <a:gd name="T7" fmla="*/ 252 h 359"/>
                  <a:gd name="T8" fmla="*/ 0 w 87"/>
                  <a:gd name="T9" fmla="*/ 0 h 3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7" h="359">
                    <a:moveTo>
                      <a:pt x="0" y="0"/>
                    </a:moveTo>
                    <a:cubicBezTo>
                      <a:pt x="29" y="14"/>
                      <a:pt x="58" y="28"/>
                      <a:pt x="87" y="42"/>
                    </a:cubicBezTo>
                    <a:cubicBezTo>
                      <a:pt x="74" y="148"/>
                      <a:pt x="61" y="253"/>
                      <a:pt x="48" y="359"/>
                    </a:cubicBezTo>
                    <a:cubicBezTo>
                      <a:pt x="23" y="328"/>
                      <a:pt x="0" y="293"/>
                      <a:pt x="0" y="252"/>
                    </a:cubicBezTo>
                    <a:cubicBezTo>
                      <a:pt x="1" y="168"/>
                      <a:pt x="0" y="8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  <p:sp>
            <p:nvSpPr>
              <p:cNvPr id="32" name="Freeform 29"/>
              <p:cNvSpPr/>
              <p:nvPr/>
            </p:nvSpPr>
            <p:spPr bwMode="auto">
              <a:xfrm>
                <a:off x="3363913" y="2768600"/>
                <a:ext cx="2900363" cy="1693863"/>
              </a:xfrm>
              <a:custGeom>
                <a:avLst/>
                <a:gdLst>
                  <a:gd name="T0" fmla="*/ 496 w 1067"/>
                  <a:gd name="T1" fmla="*/ 275 h 625"/>
                  <a:gd name="T2" fmla="*/ 1067 w 1067"/>
                  <a:gd name="T3" fmla="*/ 0 h 625"/>
                  <a:gd name="T4" fmla="*/ 1067 w 1067"/>
                  <a:gd name="T5" fmla="*/ 253 h 625"/>
                  <a:gd name="T6" fmla="*/ 1022 w 1067"/>
                  <a:gd name="T7" fmla="*/ 353 h 625"/>
                  <a:gd name="T8" fmla="*/ 871 w 1067"/>
                  <a:gd name="T9" fmla="*/ 479 h 625"/>
                  <a:gd name="T10" fmla="*/ 285 w 1067"/>
                  <a:gd name="T11" fmla="*/ 591 h 625"/>
                  <a:gd name="T12" fmla="*/ 52 w 1067"/>
                  <a:gd name="T13" fmla="*/ 518 h 625"/>
                  <a:gd name="T14" fmla="*/ 0 w 1067"/>
                  <a:gd name="T15" fmla="*/ 101 h 625"/>
                  <a:gd name="T16" fmla="*/ 356 w 1067"/>
                  <a:gd name="T17" fmla="*/ 273 h 625"/>
                  <a:gd name="T18" fmla="*/ 496 w 1067"/>
                  <a:gd name="T19" fmla="*/ 275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67" h="625">
                    <a:moveTo>
                      <a:pt x="496" y="275"/>
                    </a:moveTo>
                    <a:cubicBezTo>
                      <a:pt x="686" y="184"/>
                      <a:pt x="876" y="92"/>
                      <a:pt x="1067" y="0"/>
                    </a:cubicBezTo>
                    <a:cubicBezTo>
                      <a:pt x="1066" y="85"/>
                      <a:pt x="1067" y="169"/>
                      <a:pt x="1067" y="253"/>
                    </a:cubicBezTo>
                    <a:cubicBezTo>
                      <a:pt x="1065" y="291"/>
                      <a:pt x="1044" y="324"/>
                      <a:pt x="1022" y="353"/>
                    </a:cubicBezTo>
                    <a:cubicBezTo>
                      <a:pt x="980" y="404"/>
                      <a:pt x="927" y="445"/>
                      <a:pt x="871" y="479"/>
                    </a:cubicBezTo>
                    <a:cubicBezTo>
                      <a:pt x="697" y="583"/>
                      <a:pt x="486" y="625"/>
                      <a:pt x="285" y="591"/>
                    </a:cubicBezTo>
                    <a:cubicBezTo>
                      <a:pt x="204" y="578"/>
                      <a:pt x="126" y="552"/>
                      <a:pt x="52" y="518"/>
                    </a:cubicBezTo>
                    <a:cubicBezTo>
                      <a:pt x="34" y="379"/>
                      <a:pt x="17" y="240"/>
                      <a:pt x="0" y="101"/>
                    </a:cubicBezTo>
                    <a:cubicBezTo>
                      <a:pt x="118" y="159"/>
                      <a:pt x="238" y="216"/>
                      <a:pt x="356" y="273"/>
                    </a:cubicBezTo>
                    <a:cubicBezTo>
                      <a:pt x="400" y="295"/>
                      <a:pt x="452" y="297"/>
                      <a:pt x="496" y="27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  <p:sp>
            <p:nvSpPr>
              <p:cNvPr id="33" name="Freeform 30"/>
              <p:cNvSpPr/>
              <p:nvPr/>
            </p:nvSpPr>
            <p:spPr bwMode="auto">
              <a:xfrm>
                <a:off x="2974975" y="2955925"/>
                <a:ext cx="404813" cy="1728788"/>
              </a:xfrm>
              <a:custGeom>
                <a:avLst/>
                <a:gdLst>
                  <a:gd name="T0" fmla="*/ 0 w 149"/>
                  <a:gd name="T1" fmla="*/ 568 h 638"/>
                  <a:gd name="T2" fmla="*/ 74 w 149"/>
                  <a:gd name="T3" fmla="*/ 0 h 638"/>
                  <a:gd name="T4" fmla="*/ 145 w 149"/>
                  <a:gd name="T5" fmla="*/ 538 h 638"/>
                  <a:gd name="T6" fmla="*/ 149 w 149"/>
                  <a:gd name="T7" fmla="*/ 572 h 638"/>
                  <a:gd name="T8" fmla="*/ 101 w 149"/>
                  <a:gd name="T9" fmla="*/ 629 h 638"/>
                  <a:gd name="T10" fmla="*/ 27 w 149"/>
                  <a:gd name="T11" fmla="*/ 617 h 638"/>
                  <a:gd name="T12" fmla="*/ 0 w 149"/>
                  <a:gd name="T13" fmla="*/ 568 h 6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9" h="638">
                    <a:moveTo>
                      <a:pt x="0" y="568"/>
                    </a:moveTo>
                    <a:cubicBezTo>
                      <a:pt x="24" y="379"/>
                      <a:pt x="49" y="190"/>
                      <a:pt x="74" y="0"/>
                    </a:cubicBezTo>
                    <a:cubicBezTo>
                      <a:pt x="98" y="180"/>
                      <a:pt x="121" y="359"/>
                      <a:pt x="145" y="538"/>
                    </a:cubicBezTo>
                    <a:cubicBezTo>
                      <a:pt x="146" y="549"/>
                      <a:pt x="148" y="560"/>
                      <a:pt x="149" y="572"/>
                    </a:cubicBezTo>
                    <a:cubicBezTo>
                      <a:pt x="142" y="596"/>
                      <a:pt x="126" y="620"/>
                      <a:pt x="101" y="629"/>
                    </a:cubicBezTo>
                    <a:cubicBezTo>
                      <a:pt x="77" y="638"/>
                      <a:pt x="47" y="635"/>
                      <a:pt x="27" y="617"/>
                    </a:cubicBezTo>
                    <a:cubicBezTo>
                      <a:pt x="13" y="605"/>
                      <a:pt x="2" y="587"/>
                      <a:pt x="0" y="5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</p:grp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EE9F37DC-ACBC-4277-BE79-0AFB4B0C8D51}"/>
              </a:ext>
            </a:extLst>
          </p:cNvPr>
          <p:cNvSpPr txBox="1"/>
          <p:nvPr/>
        </p:nvSpPr>
        <p:spPr>
          <a:xfrm>
            <a:off x="1329771" y="3117441"/>
            <a:ext cx="1831637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700" b="1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06</a:t>
            </a:r>
            <a:endParaRPr lang="zh-CN" altLang="en-US" sz="87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C9B85F0-3849-4779-8243-2B8CD327DDFD}"/>
              </a:ext>
            </a:extLst>
          </p:cNvPr>
          <p:cNvSpPr txBox="1"/>
          <p:nvPr/>
        </p:nvSpPr>
        <p:spPr>
          <a:xfrm>
            <a:off x="4003876" y="3683067"/>
            <a:ext cx="488045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项目进度与完成情况</a:t>
            </a:r>
            <a:r>
              <a:rPr lang="en-US" altLang="zh-CN" sz="3500" b="1" dirty="0">
                <a:solidFill>
                  <a:schemeClr val="bg1"/>
                </a:solidFill>
              </a:rPr>
              <a:t>Progress and completion</a:t>
            </a:r>
            <a:endParaRPr lang="en-US" altLang="zh-CN" sz="3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1481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5751DC4-1978-4AC5-A8DC-4D33C76ACA51}"/>
              </a:ext>
            </a:extLst>
          </p:cNvPr>
          <p:cNvSpPr/>
          <p:nvPr/>
        </p:nvSpPr>
        <p:spPr>
          <a:xfrm>
            <a:off x="241269" y="1257086"/>
            <a:ext cx="8661461" cy="541101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25400" sx="102000" sy="102000" algn="ctr" rotWithShape="0">
              <a:schemeClr val="bg1">
                <a:lumMod val="65000"/>
                <a:alpha val="3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B18DEFE-A472-477C-B0C6-4C3FC2B932C7}"/>
              </a:ext>
            </a:extLst>
          </p:cNvPr>
          <p:cNvGrpSpPr/>
          <p:nvPr/>
        </p:nvGrpSpPr>
        <p:grpSpPr>
          <a:xfrm>
            <a:off x="458681" y="1401003"/>
            <a:ext cx="3728522" cy="679624"/>
            <a:chOff x="797386" y="544892"/>
            <a:chExt cx="3728522" cy="679624"/>
          </a:xfrm>
        </p:grpSpPr>
        <p:sp>
          <p:nvSpPr>
            <p:cNvPr id="12" name="任意多边形 31">
              <a:extLst>
                <a:ext uri="{FF2B5EF4-FFF2-40B4-BE49-F238E27FC236}">
                  <a16:creationId xmlns:a16="http://schemas.microsoft.com/office/drawing/2014/main" id="{66CA63CA-8EDF-4885-9BC2-BD8D4883DF67}"/>
                </a:ext>
              </a:extLst>
            </p:cNvPr>
            <p:cNvSpPr/>
            <p:nvPr/>
          </p:nvSpPr>
          <p:spPr>
            <a:xfrm>
              <a:off x="1456183" y="551543"/>
              <a:ext cx="3069725" cy="663153"/>
            </a:xfrm>
            <a:custGeom>
              <a:avLst/>
              <a:gdLst>
                <a:gd name="connsiteX0" fmla="*/ 0 w 3153856"/>
                <a:gd name="connsiteY0" fmla="*/ 0 h 663153"/>
                <a:gd name="connsiteX1" fmla="*/ 3153856 w 3153856"/>
                <a:gd name="connsiteY1" fmla="*/ 0 h 663153"/>
                <a:gd name="connsiteX2" fmla="*/ 3153856 w 3153856"/>
                <a:gd name="connsiteY2" fmla="*/ 663153 h 663153"/>
                <a:gd name="connsiteX3" fmla="*/ 84132 w 3153856"/>
                <a:gd name="connsiteY3" fmla="*/ 663153 h 663153"/>
                <a:gd name="connsiteX4" fmla="*/ 249919 w 3153856"/>
                <a:gd name="connsiteY4" fmla="*/ 331578 h 663153"/>
                <a:gd name="connsiteX5" fmla="*/ 84131 w 3153856"/>
                <a:gd name="connsiteY5" fmla="*/ 1 h 663153"/>
                <a:gd name="connsiteX6" fmla="*/ 0 w 3153856"/>
                <a:gd name="connsiteY6" fmla="*/ 1 h 663153"/>
                <a:gd name="connsiteX7" fmla="*/ 0 w 3153856"/>
                <a:gd name="connsiteY7" fmla="*/ 0 h 663153"/>
                <a:gd name="connsiteX0-1" fmla="*/ 0 w 3153856"/>
                <a:gd name="connsiteY0-2" fmla="*/ 1 h 663153"/>
                <a:gd name="connsiteX1-3" fmla="*/ 3153856 w 3153856"/>
                <a:gd name="connsiteY1-4" fmla="*/ 0 h 663153"/>
                <a:gd name="connsiteX2-5" fmla="*/ 3153856 w 3153856"/>
                <a:gd name="connsiteY2-6" fmla="*/ 663153 h 663153"/>
                <a:gd name="connsiteX3-7" fmla="*/ 84132 w 3153856"/>
                <a:gd name="connsiteY3-8" fmla="*/ 663153 h 663153"/>
                <a:gd name="connsiteX4-9" fmla="*/ 249919 w 3153856"/>
                <a:gd name="connsiteY4-10" fmla="*/ 331578 h 663153"/>
                <a:gd name="connsiteX5-11" fmla="*/ 84131 w 3153856"/>
                <a:gd name="connsiteY5-12" fmla="*/ 1 h 663153"/>
                <a:gd name="connsiteX6-13" fmla="*/ 0 w 3153856"/>
                <a:gd name="connsiteY6-14" fmla="*/ 1 h 663153"/>
                <a:gd name="connsiteX0-15" fmla="*/ 0 w 3069725"/>
                <a:gd name="connsiteY0-16" fmla="*/ 1 h 663153"/>
                <a:gd name="connsiteX1-17" fmla="*/ 3069725 w 3069725"/>
                <a:gd name="connsiteY1-18" fmla="*/ 0 h 663153"/>
                <a:gd name="connsiteX2-19" fmla="*/ 3069725 w 3069725"/>
                <a:gd name="connsiteY2-20" fmla="*/ 663153 h 663153"/>
                <a:gd name="connsiteX3-21" fmla="*/ 1 w 3069725"/>
                <a:gd name="connsiteY3-22" fmla="*/ 663153 h 663153"/>
                <a:gd name="connsiteX4-23" fmla="*/ 165788 w 3069725"/>
                <a:gd name="connsiteY4-24" fmla="*/ 331578 h 663153"/>
                <a:gd name="connsiteX5-25" fmla="*/ 0 w 3069725"/>
                <a:gd name="connsiteY5-26" fmla="*/ 1 h 6631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3069725" h="663153">
                  <a:moveTo>
                    <a:pt x="0" y="1"/>
                  </a:moveTo>
                  <a:lnTo>
                    <a:pt x="3069725" y="0"/>
                  </a:lnTo>
                  <a:lnTo>
                    <a:pt x="3069725" y="663153"/>
                  </a:lnTo>
                  <a:lnTo>
                    <a:pt x="1" y="663153"/>
                  </a:lnTo>
                  <a:lnTo>
                    <a:pt x="165788" y="33157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89D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六边形 12">
              <a:extLst>
                <a:ext uri="{FF2B5EF4-FFF2-40B4-BE49-F238E27FC236}">
                  <a16:creationId xmlns:a16="http://schemas.microsoft.com/office/drawing/2014/main" id="{D6679E47-B08C-44C5-A7CE-4361E822E747}"/>
                </a:ext>
              </a:extLst>
            </p:cNvPr>
            <p:cNvSpPr/>
            <p:nvPr/>
          </p:nvSpPr>
          <p:spPr>
            <a:xfrm>
              <a:off x="824312" y="551544"/>
              <a:ext cx="769257" cy="663153"/>
            </a:xfrm>
            <a:prstGeom prst="hexagon">
              <a:avLst/>
            </a:prstGeom>
            <a:solidFill>
              <a:srgbClr val="089D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3BE5E32-FE1C-45DA-8033-E84D76242E5D}"/>
                </a:ext>
              </a:extLst>
            </p:cNvPr>
            <p:cNvSpPr txBox="1"/>
            <p:nvPr/>
          </p:nvSpPr>
          <p:spPr>
            <a:xfrm>
              <a:off x="797386" y="592158"/>
              <a:ext cx="7954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</a:rPr>
                <a:t>06</a:t>
              </a:r>
              <a:endParaRPr lang="zh-CN" altLang="en-US" sz="3200" dirty="0">
                <a:solidFill>
                  <a:schemeClr val="bg1"/>
                </a:solidFill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963386E-C23E-4470-981F-89A8AC0F32D7}"/>
                </a:ext>
              </a:extLst>
            </p:cNvPr>
            <p:cNvSpPr txBox="1"/>
            <p:nvPr/>
          </p:nvSpPr>
          <p:spPr>
            <a:xfrm>
              <a:off x="1669948" y="544892"/>
              <a:ext cx="2555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kern="1200" dirty="0">
                  <a:solidFill>
                    <a:srgbClr val="FFFF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</a:t>
              </a:r>
              <a:r>
                <a:rPr lang="zh-CN" altLang="zh-CN" sz="1800" kern="1200" dirty="0">
                  <a:solidFill>
                    <a:srgbClr val="FFFF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进度与完成情况</a:t>
              </a:r>
              <a:endPara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B21AED5-78CE-4C30-8CDA-5F5AC0A2B4AE}"/>
                </a:ext>
              </a:extLst>
            </p:cNvPr>
            <p:cNvSpPr txBox="1"/>
            <p:nvPr/>
          </p:nvSpPr>
          <p:spPr>
            <a:xfrm>
              <a:off x="1669948" y="855184"/>
              <a:ext cx="2813057" cy="369332"/>
            </a:xfrm>
            <a:prstGeom prst="snip1Rect">
              <a:avLst>
                <a:gd name="adj" fmla="val 0"/>
              </a:avLst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rPr>
                <a:t>Progress and completion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华文仿宋" panose="02010600040101010101" pitchFamily="2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5AA263F4-EFE7-4E12-B5BA-CC22B00B9D3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58681" y="2224543"/>
            <a:ext cx="8280000" cy="14400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4AE7862A-6778-4447-A9B2-5C570023292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58681" y="3649043"/>
            <a:ext cx="8280000" cy="14400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82FE9A6-49EA-47DE-9334-BEB188F148FA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58681" y="5073543"/>
            <a:ext cx="828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3446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DA9EA3CE-7BDB-487E-9DF9-8770C4A33101}"/>
              </a:ext>
            </a:extLst>
          </p:cNvPr>
          <p:cNvSpPr/>
          <p:nvPr/>
        </p:nvSpPr>
        <p:spPr>
          <a:xfrm>
            <a:off x="237465" y="1383602"/>
            <a:ext cx="8661461" cy="5367718"/>
          </a:xfrm>
          <a:prstGeom prst="rect">
            <a:avLst/>
          </a:prstGeom>
          <a:solidFill>
            <a:srgbClr val="089DA3"/>
          </a:solidFill>
          <a:ln>
            <a:noFill/>
          </a:ln>
          <a:effectLst>
            <a:outerShdw blurRad="50800" dist="25400" sx="102000" sy="102000" algn="ctr" rotWithShape="0">
              <a:schemeClr val="bg1">
                <a:lumMod val="65000"/>
                <a:alpha val="3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grpSp>
        <p:nvGrpSpPr>
          <p:cNvPr id="22" name="组合 21"/>
          <p:cNvGrpSpPr/>
          <p:nvPr/>
        </p:nvGrpSpPr>
        <p:grpSpPr>
          <a:xfrm>
            <a:off x="537428" y="2320416"/>
            <a:ext cx="3420000" cy="3420000"/>
            <a:chOff x="1245373" y="996543"/>
            <a:chExt cx="5002306" cy="4970205"/>
          </a:xfrm>
        </p:grpSpPr>
        <p:sp>
          <p:nvSpPr>
            <p:cNvPr id="23" name="任意多边形 22"/>
            <p:cNvSpPr/>
            <p:nvPr/>
          </p:nvSpPr>
          <p:spPr>
            <a:xfrm flipV="1">
              <a:off x="1245373" y="1632022"/>
              <a:ext cx="1710690" cy="895350"/>
            </a:xfrm>
            <a:custGeom>
              <a:avLst/>
              <a:gdLst>
                <a:gd name="connsiteX0" fmla="*/ 0 w 1657350"/>
                <a:gd name="connsiteY0" fmla="*/ 895350 h 895350"/>
                <a:gd name="connsiteX1" fmla="*/ 1657350 w 1657350"/>
                <a:gd name="connsiteY1" fmla="*/ 895350 h 895350"/>
                <a:gd name="connsiteX2" fmla="*/ 1657350 w 1657350"/>
                <a:gd name="connsiteY2" fmla="*/ 25493 h 895350"/>
                <a:gd name="connsiteX3" fmla="*/ 519303 w 1657350"/>
                <a:gd name="connsiteY3" fmla="*/ 0 h 895350"/>
                <a:gd name="connsiteX4" fmla="*/ 0 w 1657350"/>
                <a:gd name="connsiteY4" fmla="*/ 895350 h 895350"/>
                <a:gd name="connsiteX0-1" fmla="*/ 1657350 w 1748790"/>
                <a:gd name="connsiteY0-2" fmla="*/ 25493 h 986790"/>
                <a:gd name="connsiteX1-3" fmla="*/ 519303 w 1748790"/>
                <a:gd name="connsiteY1-4" fmla="*/ 0 h 986790"/>
                <a:gd name="connsiteX2-5" fmla="*/ 0 w 1748790"/>
                <a:gd name="connsiteY2-6" fmla="*/ 895350 h 986790"/>
                <a:gd name="connsiteX3-7" fmla="*/ 1748790 w 1748790"/>
                <a:gd name="connsiteY3-8" fmla="*/ 986790 h 986790"/>
                <a:gd name="connsiteX0-9" fmla="*/ 1657350 w 1710690"/>
                <a:gd name="connsiteY0-10" fmla="*/ 25493 h 895350"/>
                <a:gd name="connsiteX1-11" fmla="*/ 519303 w 1710690"/>
                <a:gd name="connsiteY1-12" fmla="*/ 0 h 895350"/>
                <a:gd name="connsiteX2-13" fmla="*/ 0 w 1710690"/>
                <a:gd name="connsiteY2-14" fmla="*/ 895350 h 895350"/>
                <a:gd name="connsiteX3-15" fmla="*/ 1710690 w 1710690"/>
                <a:gd name="connsiteY3-16" fmla="*/ 891540 h 895350"/>
                <a:gd name="connsiteX0-17" fmla="*/ 1657350 w 1710690"/>
                <a:gd name="connsiteY0-18" fmla="*/ 0 h 896751"/>
                <a:gd name="connsiteX1-19" fmla="*/ 519303 w 1710690"/>
                <a:gd name="connsiteY1-20" fmla="*/ 1401 h 896751"/>
                <a:gd name="connsiteX2-21" fmla="*/ 0 w 1710690"/>
                <a:gd name="connsiteY2-22" fmla="*/ 896751 h 896751"/>
                <a:gd name="connsiteX3-23" fmla="*/ 1710690 w 1710690"/>
                <a:gd name="connsiteY3-24" fmla="*/ 892941 h 896751"/>
                <a:gd name="connsiteX0-25" fmla="*/ 519303 w 1710690"/>
                <a:gd name="connsiteY0-26" fmla="*/ 0 h 895350"/>
                <a:gd name="connsiteX1-27" fmla="*/ 0 w 1710690"/>
                <a:gd name="connsiteY1-28" fmla="*/ 895350 h 895350"/>
                <a:gd name="connsiteX2-29" fmla="*/ 1710690 w 1710690"/>
                <a:gd name="connsiteY2-30" fmla="*/ 891540 h 8953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710690" h="895350">
                  <a:moveTo>
                    <a:pt x="519303" y="0"/>
                  </a:moveTo>
                  <a:lnTo>
                    <a:pt x="0" y="895350"/>
                  </a:lnTo>
                  <a:lnTo>
                    <a:pt x="1710690" y="89154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4" name="任意多边形 23"/>
            <p:cNvSpPr/>
            <p:nvPr/>
          </p:nvSpPr>
          <p:spPr>
            <a:xfrm flipV="1">
              <a:off x="2568775" y="3966812"/>
              <a:ext cx="2359540" cy="1999936"/>
            </a:xfrm>
            <a:custGeom>
              <a:avLst/>
              <a:gdLst>
                <a:gd name="connsiteX0" fmla="*/ 0 w 1338835"/>
                <a:gd name="connsiteY0" fmla="*/ 1154168 h 1154168"/>
                <a:gd name="connsiteX1" fmla="*/ 1338835 w 1338835"/>
                <a:gd name="connsiteY1" fmla="*/ 1154168 h 1154168"/>
                <a:gd name="connsiteX2" fmla="*/ 669417 w 1338835"/>
                <a:gd name="connsiteY2" fmla="*/ 0 h 1154168"/>
                <a:gd name="connsiteX3" fmla="*/ 0 w 1338835"/>
                <a:gd name="connsiteY3" fmla="*/ 1154168 h 1154168"/>
                <a:gd name="connsiteX0-1" fmla="*/ 1247395 w 1247395"/>
                <a:gd name="connsiteY0-2" fmla="*/ 1154168 h 1245608"/>
                <a:gd name="connsiteX1-3" fmla="*/ 577977 w 1247395"/>
                <a:gd name="connsiteY1-4" fmla="*/ 0 h 1245608"/>
                <a:gd name="connsiteX2-5" fmla="*/ 0 w 1247395"/>
                <a:gd name="connsiteY2-6" fmla="*/ 1245608 h 1245608"/>
                <a:gd name="connsiteX0-7" fmla="*/ 1361695 w 1361695"/>
                <a:gd name="connsiteY0-8" fmla="*/ 1154168 h 1154168"/>
                <a:gd name="connsiteX1-9" fmla="*/ 692277 w 1361695"/>
                <a:gd name="connsiteY1-10" fmla="*/ 0 h 1154168"/>
                <a:gd name="connsiteX2-11" fmla="*/ 0 w 1361695"/>
                <a:gd name="connsiteY2-12" fmla="*/ 1150358 h 11541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361695" h="1154168">
                  <a:moveTo>
                    <a:pt x="1361695" y="1154168"/>
                  </a:moveTo>
                  <a:lnTo>
                    <a:pt x="692277" y="0"/>
                  </a:lnTo>
                  <a:cubicBezTo>
                    <a:pt x="469138" y="384723"/>
                    <a:pt x="0" y="1150358"/>
                    <a:pt x="0" y="1150358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5" name="任意多边形 24"/>
            <p:cNvSpPr/>
            <p:nvPr/>
          </p:nvSpPr>
          <p:spPr>
            <a:xfrm flipV="1">
              <a:off x="1514403" y="1784421"/>
              <a:ext cx="1438969" cy="711574"/>
            </a:xfrm>
            <a:custGeom>
              <a:avLst/>
              <a:gdLst>
                <a:gd name="connsiteX0" fmla="*/ 0 w 1401318"/>
                <a:gd name="connsiteY0" fmla="*/ 597122 h 597122"/>
                <a:gd name="connsiteX1" fmla="*/ 1401318 w 1401318"/>
                <a:gd name="connsiteY1" fmla="*/ 597122 h 597122"/>
                <a:gd name="connsiteX2" fmla="*/ 1401318 w 1401318"/>
                <a:gd name="connsiteY2" fmla="*/ 0 h 597122"/>
                <a:gd name="connsiteX3" fmla="*/ 342520 w 1401318"/>
                <a:gd name="connsiteY3" fmla="*/ 6571 h 597122"/>
                <a:gd name="connsiteX4" fmla="*/ 0 w 1401318"/>
                <a:gd name="connsiteY4" fmla="*/ 597122 h 597122"/>
                <a:gd name="connsiteX0-1" fmla="*/ 1401318 w 1492758"/>
                <a:gd name="connsiteY0-2" fmla="*/ 0 h 688562"/>
                <a:gd name="connsiteX1-3" fmla="*/ 342520 w 1492758"/>
                <a:gd name="connsiteY1-4" fmla="*/ 6571 h 688562"/>
                <a:gd name="connsiteX2-5" fmla="*/ 0 w 1492758"/>
                <a:gd name="connsiteY2-6" fmla="*/ 597122 h 688562"/>
                <a:gd name="connsiteX3-7" fmla="*/ 1492758 w 1492758"/>
                <a:gd name="connsiteY3-8" fmla="*/ 688562 h 688562"/>
                <a:gd name="connsiteX0-9" fmla="*/ 1401318 w 1479311"/>
                <a:gd name="connsiteY0-10" fmla="*/ 0 h 597122"/>
                <a:gd name="connsiteX1-11" fmla="*/ 342520 w 1479311"/>
                <a:gd name="connsiteY1-12" fmla="*/ 6571 h 597122"/>
                <a:gd name="connsiteX2-13" fmla="*/ 0 w 1479311"/>
                <a:gd name="connsiteY2-14" fmla="*/ 597122 h 597122"/>
                <a:gd name="connsiteX3-15" fmla="*/ 1479311 w 1479311"/>
                <a:gd name="connsiteY3-16" fmla="*/ 580985 h 597122"/>
                <a:gd name="connsiteX0-17" fmla="*/ 1401318 w 1519652"/>
                <a:gd name="connsiteY0-18" fmla="*/ 0 h 597122"/>
                <a:gd name="connsiteX1-19" fmla="*/ 342520 w 1519652"/>
                <a:gd name="connsiteY1-20" fmla="*/ 6571 h 597122"/>
                <a:gd name="connsiteX2-21" fmla="*/ 0 w 1519652"/>
                <a:gd name="connsiteY2-22" fmla="*/ 597122 h 597122"/>
                <a:gd name="connsiteX3-23" fmla="*/ 1519652 w 1519652"/>
                <a:gd name="connsiteY3-24" fmla="*/ 594432 h 597122"/>
                <a:gd name="connsiteX0-25" fmla="*/ 1401318 w 1438969"/>
                <a:gd name="connsiteY0-26" fmla="*/ 0 h 607880"/>
                <a:gd name="connsiteX1-27" fmla="*/ 342520 w 1438969"/>
                <a:gd name="connsiteY1-28" fmla="*/ 6571 h 607880"/>
                <a:gd name="connsiteX2-29" fmla="*/ 0 w 1438969"/>
                <a:gd name="connsiteY2-30" fmla="*/ 597122 h 607880"/>
                <a:gd name="connsiteX3-31" fmla="*/ 1438969 w 1438969"/>
                <a:gd name="connsiteY3-32" fmla="*/ 607880 h 607880"/>
                <a:gd name="connsiteX0-33" fmla="*/ 1401318 w 1438969"/>
                <a:gd name="connsiteY0-34" fmla="*/ 0 h 597122"/>
                <a:gd name="connsiteX1-35" fmla="*/ 342520 w 1438969"/>
                <a:gd name="connsiteY1-36" fmla="*/ 6571 h 597122"/>
                <a:gd name="connsiteX2-37" fmla="*/ 0 w 1438969"/>
                <a:gd name="connsiteY2-38" fmla="*/ 597122 h 597122"/>
                <a:gd name="connsiteX3-39" fmla="*/ 1438969 w 1438969"/>
                <a:gd name="connsiteY3-40" fmla="*/ 580986 h 597122"/>
                <a:gd name="connsiteX0-41" fmla="*/ 1401318 w 1438969"/>
                <a:gd name="connsiteY0-42" fmla="*/ 0 h 597122"/>
                <a:gd name="connsiteX1-43" fmla="*/ 342520 w 1438969"/>
                <a:gd name="connsiteY1-44" fmla="*/ 6571 h 597122"/>
                <a:gd name="connsiteX2-45" fmla="*/ 0 w 1438969"/>
                <a:gd name="connsiteY2-46" fmla="*/ 597122 h 597122"/>
                <a:gd name="connsiteX3-47" fmla="*/ 1438969 w 1438969"/>
                <a:gd name="connsiteY3-48" fmla="*/ 594433 h 597122"/>
                <a:gd name="connsiteX0-49" fmla="*/ 1401318 w 1401318"/>
                <a:gd name="connsiteY0-50" fmla="*/ 0 h 597122"/>
                <a:gd name="connsiteX1-51" fmla="*/ 342520 w 1401318"/>
                <a:gd name="connsiteY1-52" fmla="*/ 6571 h 597122"/>
                <a:gd name="connsiteX2-53" fmla="*/ 0 w 1401318"/>
                <a:gd name="connsiteY2-54" fmla="*/ 597122 h 597122"/>
                <a:gd name="connsiteX3-55" fmla="*/ 1385181 w 1401318"/>
                <a:gd name="connsiteY3-56" fmla="*/ 594433 h 597122"/>
                <a:gd name="connsiteX0-57" fmla="*/ 1401318 w 1401318"/>
                <a:gd name="connsiteY0-58" fmla="*/ 0 h 597122"/>
                <a:gd name="connsiteX1-59" fmla="*/ 342520 w 1401318"/>
                <a:gd name="connsiteY1-60" fmla="*/ 6571 h 597122"/>
                <a:gd name="connsiteX2-61" fmla="*/ 0 w 1401318"/>
                <a:gd name="connsiteY2-62" fmla="*/ 597122 h 597122"/>
                <a:gd name="connsiteX3-63" fmla="*/ 1398628 w 1401318"/>
                <a:gd name="connsiteY3-64" fmla="*/ 594433 h 597122"/>
                <a:gd name="connsiteX0-65" fmla="*/ 1401318 w 1438969"/>
                <a:gd name="connsiteY0-66" fmla="*/ 0 h 597122"/>
                <a:gd name="connsiteX1-67" fmla="*/ 342520 w 1438969"/>
                <a:gd name="connsiteY1-68" fmla="*/ 6571 h 597122"/>
                <a:gd name="connsiteX2-69" fmla="*/ 0 w 1438969"/>
                <a:gd name="connsiteY2-70" fmla="*/ 597122 h 597122"/>
                <a:gd name="connsiteX3-71" fmla="*/ 1438969 w 1438969"/>
                <a:gd name="connsiteY3-72" fmla="*/ 594433 h 597122"/>
                <a:gd name="connsiteX0-73" fmla="*/ 342520 w 1438969"/>
                <a:gd name="connsiteY0-74" fmla="*/ 0 h 590551"/>
                <a:gd name="connsiteX1-75" fmla="*/ 0 w 1438969"/>
                <a:gd name="connsiteY1-76" fmla="*/ 590551 h 590551"/>
                <a:gd name="connsiteX2-77" fmla="*/ 1438969 w 1438969"/>
                <a:gd name="connsiteY2-78" fmla="*/ 587862 h 590551"/>
                <a:gd name="connsiteX0-79" fmla="*/ 436650 w 1438969"/>
                <a:gd name="connsiteY0-80" fmla="*/ 0 h 765363"/>
                <a:gd name="connsiteX1-81" fmla="*/ 0 w 1438969"/>
                <a:gd name="connsiteY1-82" fmla="*/ 765363 h 765363"/>
                <a:gd name="connsiteX2-83" fmla="*/ 1438969 w 1438969"/>
                <a:gd name="connsiteY2-84" fmla="*/ 762674 h 765363"/>
                <a:gd name="connsiteX0-85" fmla="*/ 409756 w 1438969"/>
                <a:gd name="connsiteY0-86" fmla="*/ 0 h 711574"/>
                <a:gd name="connsiteX1-87" fmla="*/ 0 w 1438969"/>
                <a:gd name="connsiteY1-88" fmla="*/ 711574 h 711574"/>
                <a:gd name="connsiteX2-89" fmla="*/ 1438969 w 1438969"/>
                <a:gd name="connsiteY2-90" fmla="*/ 708885 h 71157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438969" h="711574">
                  <a:moveTo>
                    <a:pt x="409756" y="0"/>
                  </a:moveTo>
                  <a:lnTo>
                    <a:pt x="0" y="711574"/>
                  </a:lnTo>
                  <a:lnTo>
                    <a:pt x="1438969" y="708885"/>
                  </a:lnTo>
                </a:path>
              </a:pathLst>
            </a:custGeom>
            <a:noFill/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6" name="任意多边形 25"/>
            <p:cNvSpPr/>
            <p:nvPr/>
          </p:nvSpPr>
          <p:spPr>
            <a:xfrm flipV="1">
              <a:off x="2757191" y="4066311"/>
              <a:ext cx="2001754" cy="1719078"/>
            </a:xfrm>
            <a:custGeom>
              <a:avLst/>
              <a:gdLst>
                <a:gd name="connsiteX0" fmla="*/ 0 w 996314"/>
                <a:gd name="connsiteY0" fmla="*/ 858892 h 858892"/>
                <a:gd name="connsiteX1" fmla="*/ 996314 w 996314"/>
                <a:gd name="connsiteY1" fmla="*/ 858892 h 858892"/>
                <a:gd name="connsiteX2" fmla="*/ 498157 w 996314"/>
                <a:gd name="connsiteY2" fmla="*/ 0 h 858892"/>
                <a:gd name="connsiteX3" fmla="*/ 0 w 996314"/>
                <a:gd name="connsiteY3" fmla="*/ 858892 h 858892"/>
                <a:gd name="connsiteX0-1" fmla="*/ 904874 w 904874"/>
                <a:gd name="connsiteY0-2" fmla="*/ 858892 h 950332"/>
                <a:gd name="connsiteX1-3" fmla="*/ 406717 w 904874"/>
                <a:gd name="connsiteY1-4" fmla="*/ 0 h 950332"/>
                <a:gd name="connsiteX2-5" fmla="*/ 0 w 904874"/>
                <a:gd name="connsiteY2-6" fmla="*/ 950332 h 950332"/>
                <a:gd name="connsiteX0-7" fmla="*/ 1000124 w 1000124"/>
                <a:gd name="connsiteY0-8" fmla="*/ 858892 h 858892"/>
                <a:gd name="connsiteX1-9" fmla="*/ 501967 w 1000124"/>
                <a:gd name="connsiteY1-10" fmla="*/ 0 h 858892"/>
                <a:gd name="connsiteX2-11" fmla="*/ 0 w 1000124"/>
                <a:gd name="connsiteY2-12" fmla="*/ 855082 h 85889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124" h="858892">
                  <a:moveTo>
                    <a:pt x="1000124" y="858892"/>
                  </a:moveTo>
                  <a:lnTo>
                    <a:pt x="501967" y="0"/>
                  </a:lnTo>
                  <a:cubicBezTo>
                    <a:pt x="335915" y="286297"/>
                    <a:pt x="0" y="855082"/>
                    <a:pt x="0" y="855082"/>
                  </a:cubicBezTo>
                </a:path>
              </a:pathLst>
            </a:custGeom>
            <a:noFill/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7" name="任意多边形 26"/>
            <p:cNvSpPr/>
            <p:nvPr/>
          </p:nvSpPr>
          <p:spPr>
            <a:xfrm flipH="1" flipV="1">
              <a:off x="4536989" y="1632022"/>
              <a:ext cx="1710690" cy="895350"/>
            </a:xfrm>
            <a:custGeom>
              <a:avLst/>
              <a:gdLst>
                <a:gd name="connsiteX0" fmla="*/ 0 w 1657350"/>
                <a:gd name="connsiteY0" fmla="*/ 895350 h 895350"/>
                <a:gd name="connsiteX1" fmla="*/ 1657350 w 1657350"/>
                <a:gd name="connsiteY1" fmla="*/ 895350 h 895350"/>
                <a:gd name="connsiteX2" fmla="*/ 1657350 w 1657350"/>
                <a:gd name="connsiteY2" fmla="*/ 25493 h 895350"/>
                <a:gd name="connsiteX3" fmla="*/ 519303 w 1657350"/>
                <a:gd name="connsiteY3" fmla="*/ 0 h 895350"/>
                <a:gd name="connsiteX4" fmla="*/ 0 w 1657350"/>
                <a:gd name="connsiteY4" fmla="*/ 895350 h 895350"/>
                <a:gd name="connsiteX0-1" fmla="*/ 1657350 w 1748790"/>
                <a:gd name="connsiteY0-2" fmla="*/ 25493 h 986790"/>
                <a:gd name="connsiteX1-3" fmla="*/ 519303 w 1748790"/>
                <a:gd name="connsiteY1-4" fmla="*/ 0 h 986790"/>
                <a:gd name="connsiteX2-5" fmla="*/ 0 w 1748790"/>
                <a:gd name="connsiteY2-6" fmla="*/ 895350 h 986790"/>
                <a:gd name="connsiteX3-7" fmla="*/ 1748790 w 1748790"/>
                <a:gd name="connsiteY3-8" fmla="*/ 986790 h 986790"/>
                <a:gd name="connsiteX0-9" fmla="*/ 1657350 w 1710690"/>
                <a:gd name="connsiteY0-10" fmla="*/ 25493 h 895350"/>
                <a:gd name="connsiteX1-11" fmla="*/ 519303 w 1710690"/>
                <a:gd name="connsiteY1-12" fmla="*/ 0 h 895350"/>
                <a:gd name="connsiteX2-13" fmla="*/ 0 w 1710690"/>
                <a:gd name="connsiteY2-14" fmla="*/ 895350 h 895350"/>
                <a:gd name="connsiteX3-15" fmla="*/ 1710690 w 1710690"/>
                <a:gd name="connsiteY3-16" fmla="*/ 891540 h 895350"/>
                <a:gd name="connsiteX0-17" fmla="*/ 1657350 w 1710690"/>
                <a:gd name="connsiteY0-18" fmla="*/ 0 h 896751"/>
                <a:gd name="connsiteX1-19" fmla="*/ 519303 w 1710690"/>
                <a:gd name="connsiteY1-20" fmla="*/ 1401 h 896751"/>
                <a:gd name="connsiteX2-21" fmla="*/ 0 w 1710690"/>
                <a:gd name="connsiteY2-22" fmla="*/ 896751 h 896751"/>
                <a:gd name="connsiteX3-23" fmla="*/ 1710690 w 1710690"/>
                <a:gd name="connsiteY3-24" fmla="*/ 892941 h 896751"/>
                <a:gd name="connsiteX0-25" fmla="*/ 519303 w 1710690"/>
                <a:gd name="connsiteY0-26" fmla="*/ 0 h 895350"/>
                <a:gd name="connsiteX1-27" fmla="*/ 0 w 1710690"/>
                <a:gd name="connsiteY1-28" fmla="*/ 895350 h 895350"/>
                <a:gd name="connsiteX2-29" fmla="*/ 1710690 w 1710690"/>
                <a:gd name="connsiteY2-30" fmla="*/ 891540 h 8953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710690" h="895350">
                  <a:moveTo>
                    <a:pt x="519303" y="0"/>
                  </a:moveTo>
                  <a:lnTo>
                    <a:pt x="0" y="895350"/>
                  </a:lnTo>
                  <a:lnTo>
                    <a:pt x="1710690" y="89154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sp>
          <p:nvSpPr>
            <p:cNvPr id="28" name="任意多边形 27"/>
            <p:cNvSpPr/>
            <p:nvPr/>
          </p:nvSpPr>
          <p:spPr>
            <a:xfrm flipH="1" flipV="1">
              <a:off x="4534298" y="1784421"/>
              <a:ext cx="1438969" cy="711574"/>
            </a:xfrm>
            <a:custGeom>
              <a:avLst/>
              <a:gdLst>
                <a:gd name="connsiteX0" fmla="*/ 0 w 1401318"/>
                <a:gd name="connsiteY0" fmla="*/ 597122 h 597122"/>
                <a:gd name="connsiteX1" fmla="*/ 1401318 w 1401318"/>
                <a:gd name="connsiteY1" fmla="*/ 597122 h 597122"/>
                <a:gd name="connsiteX2" fmla="*/ 1401318 w 1401318"/>
                <a:gd name="connsiteY2" fmla="*/ 0 h 597122"/>
                <a:gd name="connsiteX3" fmla="*/ 342520 w 1401318"/>
                <a:gd name="connsiteY3" fmla="*/ 6571 h 597122"/>
                <a:gd name="connsiteX4" fmla="*/ 0 w 1401318"/>
                <a:gd name="connsiteY4" fmla="*/ 597122 h 597122"/>
                <a:gd name="connsiteX0-1" fmla="*/ 1401318 w 1492758"/>
                <a:gd name="connsiteY0-2" fmla="*/ 0 h 688562"/>
                <a:gd name="connsiteX1-3" fmla="*/ 342520 w 1492758"/>
                <a:gd name="connsiteY1-4" fmla="*/ 6571 h 688562"/>
                <a:gd name="connsiteX2-5" fmla="*/ 0 w 1492758"/>
                <a:gd name="connsiteY2-6" fmla="*/ 597122 h 688562"/>
                <a:gd name="connsiteX3-7" fmla="*/ 1492758 w 1492758"/>
                <a:gd name="connsiteY3-8" fmla="*/ 688562 h 688562"/>
                <a:gd name="connsiteX0-9" fmla="*/ 1401318 w 1479311"/>
                <a:gd name="connsiteY0-10" fmla="*/ 0 h 597122"/>
                <a:gd name="connsiteX1-11" fmla="*/ 342520 w 1479311"/>
                <a:gd name="connsiteY1-12" fmla="*/ 6571 h 597122"/>
                <a:gd name="connsiteX2-13" fmla="*/ 0 w 1479311"/>
                <a:gd name="connsiteY2-14" fmla="*/ 597122 h 597122"/>
                <a:gd name="connsiteX3-15" fmla="*/ 1479311 w 1479311"/>
                <a:gd name="connsiteY3-16" fmla="*/ 580985 h 597122"/>
                <a:gd name="connsiteX0-17" fmla="*/ 1401318 w 1519652"/>
                <a:gd name="connsiteY0-18" fmla="*/ 0 h 597122"/>
                <a:gd name="connsiteX1-19" fmla="*/ 342520 w 1519652"/>
                <a:gd name="connsiteY1-20" fmla="*/ 6571 h 597122"/>
                <a:gd name="connsiteX2-21" fmla="*/ 0 w 1519652"/>
                <a:gd name="connsiteY2-22" fmla="*/ 597122 h 597122"/>
                <a:gd name="connsiteX3-23" fmla="*/ 1519652 w 1519652"/>
                <a:gd name="connsiteY3-24" fmla="*/ 594432 h 597122"/>
                <a:gd name="connsiteX0-25" fmla="*/ 1401318 w 1438969"/>
                <a:gd name="connsiteY0-26" fmla="*/ 0 h 607880"/>
                <a:gd name="connsiteX1-27" fmla="*/ 342520 w 1438969"/>
                <a:gd name="connsiteY1-28" fmla="*/ 6571 h 607880"/>
                <a:gd name="connsiteX2-29" fmla="*/ 0 w 1438969"/>
                <a:gd name="connsiteY2-30" fmla="*/ 597122 h 607880"/>
                <a:gd name="connsiteX3-31" fmla="*/ 1438969 w 1438969"/>
                <a:gd name="connsiteY3-32" fmla="*/ 607880 h 607880"/>
                <a:gd name="connsiteX0-33" fmla="*/ 1401318 w 1438969"/>
                <a:gd name="connsiteY0-34" fmla="*/ 0 h 597122"/>
                <a:gd name="connsiteX1-35" fmla="*/ 342520 w 1438969"/>
                <a:gd name="connsiteY1-36" fmla="*/ 6571 h 597122"/>
                <a:gd name="connsiteX2-37" fmla="*/ 0 w 1438969"/>
                <a:gd name="connsiteY2-38" fmla="*/ 597122 h 597122"/>
                <a:gd name="connsiteX3-39" fmla="*/ 1438969 w 1438969"/>
                <a:gd name="connsiteY3-40" fmla="*/ 580986 h 597122"/>
                <a:gd name="connsiteX0-41" fmla="*/ 1401318 w 1438969"/>
                <a:gd name="connsiteY0-42" fmla="*/ 0 h 597122"/>
                <a:gd name="connsiteX1-43" fmla="*/ 342520 w 1438969"/>
                <a:gd name="connsiteY1-44" fmla="*/ 6571 h 597122"/>
                <a:gd name="connsiteX2-45" fmla="*/ 0 w 1438969"/>
                <a:gd name="connsiteY2-46" fmla="*/ 597122 h 597122"/>
                <a:gd name="connsiteX3-47" fmla="*/ 1438969 w 1438969"/>
                <a:gd name="connsiteY3-48" fmla="*/ 594433 h 597122"/>
                <a:gd name="connsiteX0-49" fmla="*/ 1401318 w 1401318"/>
                <a:gd name="connsiteY0-50" fmla="*/ 0 h 597122"/>
                <a:gd name="connsiteX1-51" fmla="*/ 342520 w 1401318"/>
                <a:gd name="connsiteY1-52" fmla="*/ 6571 h 597122"/>
                <a:gd name="connsiteX2-53" fmla="*/ 0 w 1401318"/>
                <a:gd name="connsiteY2-54" fmla="*/ 597122 h 597122"/>
                <a:gd name="connsiteX3-55" fmla="*/ 1385181 w 1401318"/>
                <a:gd name="connsiteY3-56" fmla="*/ 594433 h 597122"/>
                <a:gd name="connsiteX0-57" fmla="*/ 1401318 w 1401318"/>
                <a:gd name="connsiteY0-58" fmla="*/ 0 h 597122"/>
                <a:gd name="connsiteX1-59" fmla="*/ 342520 w 1401318"/>
                <a:gd name="connsiteY1-60" fmla="*/ 6571 h 597122"/>
                <a:gd name="connsiteX2-61" fmla="*/ 0 w 1401318"/>
                <a:gd name="connsiteY2-62" fmla="*/ 597122 h 597122"/>
                <a:gd name="connsiteX3-63" fmla="*/ 1398628 w 1401318"/>
                <a:gd name="connsiteY3-64" fmla="*/ 594433 h 597122"/>
                <a:gd name="connsiteX0-65" fmla="*/ 1401318 w 1438969"/>
                <a:gd name="connsiteY0-66" fmla="*/ 0 h 597122"/>
                <a:gd name="connsiteX1-67" fmla="*/ 342520 w 1438969"/>
                <a:gd name="connsiteY1-68" fmla="*/ 6571 h 597122"/>
                <a:gd name="connsiteX2-69" fmla="*/ 0 w 1438969"/>
                <a:gd name="connsiteY2-70" fmla="*/ 597122 h 597122"/>
                <a:gd name="connsiteX3-71" fmla="*/ 1438969 w 1438969"/>
                <a:gd name="connsiteY3-72" fmla="*/ 594433 h 597122"/>
                <a:gd name="connsiteX0-73" fmla="*/ 342520 w 1438969"/>
                <a:gd name="connsiteY0-74" fmla="*/ 0 h 590551"/>
                <a:gd name="connsiteX1-75" fmla="*/ 0 w 1438969"/>
                <a:gd name="connsiteY1-76" fmla="*/ 590551 h 590551"/>
                <a:gd name="connsiteX2-77" fmla="*/ 1438969 w 1438969"/>
                <a:gd name="connsiteY2-78" fmla="*/ 587862 h 590551"/>
                <a:gd name="connsiteX0-79" fmla="*/ 436650 w 1438969"/>
                <a:gd name="connsiteY0-80" fmla="*/ 0 h 765363"/>
                <a:gd name="connsiteX1-81" fmla="*/ 0 w 1438969"/>
                <a:gd name="connsiteY1-82" fmla="*/ 765363 h 765363"/>
                <a:gd name="connsiteX2-83" fmla="*/ 1438969 w 1438969"/>
                <a:gd name="connsiteY2-84" fmla="*/ 762674 h 765363"/>
                <a:gd name="connsiteX0-85" fmla="*/ 409756 w 1438969"/>
                <a:gd name="connsiteY0-86" fmla="*/ 0 h 711574"/>
                <a:gd name="connsiteX1-87" fmla="*/ 0 w 1438969"/>
                <a:gd name="connsiteY1-88" fmla="*/ 711574 h 711574"/>
                <a:gd name="connsiteX2-89" fmla="*/ 1438969 w 1438969"/>
                <a:gd name="connsiteY2-90" fmla="*/ 708885 h 71157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438969" h="711574">
                  <a:moveTo>
                    <a:pt x="409756" y="0"/>
                  </a:moveTo>
                  <a:lnTo>
                    <a:pt x="0" y="711574"/>
                  </a:lnTo>
                  <a:lnTo>
                    <a:pt x="1438969" y="708885"/>
                  </a:lnTo>
                </a:path>
              </a:pathLst>
            </a:custGeom>
            <a:noFill/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2982602" y="996543"/>
              <a:ext cx="1593372" cy="1133196"/>
              <a:chOff x="1743075" y="720725"/>
              <a:chExt cx="5573713" cy="3963988"/>
            </a:xfrm>
            <a:solidFill>
              <a:schemeClr val="bg1"/>
            </a:solidFill>
          </p:grpSpPr>
          <p:sp>
            <p:nvSpPr>
              <p:cNvPr id="30" name="Freeform 27"/>
              <p:cNvSpPr/>
              <p:nvPr/>
            </p:nvSpPr>
            <p:spPr bwMode="auto">
              <a:xfrm>
                <a:off x="1743075" y="720725"/>
                <a:ext cx="5573713" cy="2676525"/>
              </a:xfrm>
              <a:custGeom>
                <a:avLst/>
                <a:gdLst>
                  <a:gd name="T0" fmla="*/ 944 w 2050"/>
                  <a:gd name="T1" fmla="*/ 28 h 988"/>
                  <a:gd name="T2" fmla="*/ 1101 w 2050"/>
                  <a:gd name="T3" fmla="*/ 25 h 988"/>
                  <a:gd name="T4" fmla="*/ 2021 w 2050"/>
                  <a:gd name="T5" fmla="*/ 464 h 988"/>
                  <a:gd name="T6" fmla="*/ 2049 w 2050"/>
                  <a:gd name="T7" fmla="*/ 497 h 988"/>
                  <a:gd name="T8" fmla="*/ 2022 w 2050"/>
                  <a:gd name="T9" fmla="*/ 526 h 988"/>
                  <a:gd name="T10" fmla="*/ 1090 w 2050"/>
                  <a:gd name="T11" fmla="*/ 970 h 988"/>
                  <a:gd name="T12" fmla="*/ 966 w 2050"/>
                  <a:gd name="T13" fmla="*/ 973 h 988"/>
                  <a:gd name="T14" fmla="*/ 637 w 2050"/>
                  <a:gd name="T15" fmla="*/ 817 h 988"/>
                  <a:gd name="T16" fmla="*/ 573 w 2050"/>
                  <a:gd name="T17" fmla="*/ 784 h 988"/>
                  <a:gd name="T18" fmla="*/ 579 w 2050"/>
                  <a:gd name="T19" fmla="*/ 763 h 988"/>
                  <a:gd name="T20" fmla="*/ 972 w 2050"/>
                  <a:gd name="T21" fmla="*/ 559 h 988"/>
                  <a:gd name="T22" fmla="*/ 1099 w 2050"/>
                  <a:gd name="T23" fmla="*/ 550 h 988"/>
                  <a:gd name="T24" fmla="*/ 1138 w 2050"/>
                  <a:gd name="T25" fmla="*/ 500 h 988"/>
                  <a:gd name="T26" fmla="*/ 1110 w 2050"/>
                  <a:gd name="T27" fmla="*/ 448 h 988"/>
                  <a:gd name="T28" fmla="*/ 996 w 2050"/>
                  <a:gd name="T29" fmla="*/ 427 h 988"/>
                  <a:gd name="T30" fmla="*/ 922 w 2050"/>
                  <a:gd name="T31" fmla="*/ 466 h 988"/>
                  <a:gd name="T32" fmla="*/ 916 w 2050"/>
                  <a:gd name="T33" fmla="*/ 516 h 988"/>
                  <a:gd name="T34" fmla="*/ 521 w 2050"/>
                  <a:gd name="T35" fmla="*/ 721 h 988"/>
                  <a:gd name="T36" fmla="*/ 500 w 2050"/>
                  <a:gd name="T37" fmla="*/ 749 h 988"/>
                  <a:gd name="T38" fmla="*/ 269 w 2050"/>
                  <a:gd name="T39" fmla="*/ 641 h 988"/>
                  <a:gd name="T40" fmla="*/ 28 w 2050"/>
                  <a:gd name="T41" fmla="*/ 526 h 988"/>
                  <a:gd name="T42" fmla="*/ 1 w 2050"/>
                  <a:gd name="T43" fmla="*/ 493 h 988"/>
                  <a:gd name="T44" fmla="*/ 31 w 2050"/>
                  <a:gd name="T45" fmla="*/ 463 h 988"/>
                  <a:gd name="T46" fmla="*/ 944 w 2050"/>
                  <a:gd name="T47" fmla="*/ 28 h 9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050" h="988">
                    <a:moveTo>
                      <a:pt x="944" y="28"/>
                    </a:moveTo>
                    <a:cubicBezTo>
                      <a:pt x="992" y="1"/>
                      <a:pt x="1053" y="0"/>
                      <a:pt x="1101" y="25"/>
                    </a:cubicBezTo>
                    <a:cubicBezTo>
                      <a:pt x="1408" y="172"/>
                      <a:pt x="1715" y="318"/>
                      <a:pt x="2021" y="464"/>
                    </a:cubicBezTo>
                    <a:cubicBezTo>
                      <a:pt x="2035" y="470"/>
                      <a:pt x="2050" y="481"/>
                      <a:pt x="2049" y="497"/>
                    </a:cubicBezTo>
                    <a:cubicBezTo>
                      <a:pt x="2047" y="512"/>
                      <a:pt x="2034" y="521"/>
                      <a:pt x="2022" y="526"/>
                    </a:cubicBezTo>
                    <a:cubicBezTo>
                      <a:pt x="1711" y="674"/>
                      <a:pt x="1400" y="822"/>
                      <a:pt x="1090" y="970"/>
                    </a:cubicBezTo>
                    <a:cubicBezTo>
                      <a:pt x="1051" y="988"/>
                      <a:pt x="1005" y="988"/>
                      <a:pt x="966" y="973"/>
                    </a:cubicBezTo>
                    <a:cubicBezTo>
                      <a:pt x="856" y="921"/>
                      <a:pt x="747" y="869"/>
                      <a:pt x="637" y="817"/>
                    </a:cubicBezTo>
                    <a:cubicBezTo>
                      <a:pt x="616" y="806"/>
                      <a:pt x="594" y="797"/>
                      <a:pt x="573" y="784"/>
                    </a:cubicBezTo>
                    <a:cubicBezTo>
                      <a:pt x="567" y="777"/>
                      <a:pt x="570" y="766"/>
                      <a:pt x="579" y="763"/>
                    </a:cubicBezTo>
                    <a:cubicBezTo>
                      <a:pt x="710" y="695"/>
                      <a:pt x="841" y="627"/>
                      <a:pt x="972" y="559"/>
                    </a:cubicBezTo>
                    <a:cubicBezTo>
                      <a:pt x="1013" y="572"/>
                      <a:pt x="1060" y="570"/>
                      <a:pt x="1099" y="550"/>
                    </a:cubicBezTo>
                    <a:cubicBezTo>
                      <a:pt x="1118" y="540"/>
                      <a:pt x="1136" y="523"/>
                      <a:pt x="1138" y="500"/>
                    </a:cubicBezTo>
                    <a:cubicBezTo>
                      <a:pt x="1141" y="479"/>
                      <a:pt x="1126" y="460"/>
                      <a:pt x="1110" y="448"/>
                    </a:cubicBezTo>
                    <a:cubicBezTo>
                      <a:pt x="1077" y="426"/>
                      <a:pt x="1035" y="421"/>
                      <a:pt x="996" y="427"/>
                    </a:cubicBezTo>
                    <a:cubicBezTo>
                      <a:pt x="968" y="432"/>
                      <a:pt x="940" y="443"/>
                      <a:pt x="922" y="466"/>
                    </a:cubicBezTo>
                    <a:cubicBezTo>
                      <a:pt x="911" y="480"/>
                      <a:pt x="908" y="499"/>
                      <a:pt x="916" y="516"/>
                    </a:cubicBezTo>
                    <a:cubicBezTo>
                      <a:pt x="784" y="584"/>
                      <a:pt x="652" y="652"/>
                      <a:pt x="521" y="721"/>
                    </a:cubicBezTo>
                    <a:cubicBezTo>
                      <a:pt x="509" y="725"/>
                      <a:pt x="500" y="736"/>
                      <a:pt x="500" y="749"/>
                    </a:cubicBezTo>
                    <a:cubicBezTo>
                      <a:pt x="422" y="715"/>
                      <a:pt x="346" y="677"/>
                      <a:pt x="269" y="641"/>
                    </a:cubicBezTo>
                    <a:cubicBezTo>
                      <a:pt x="189" y="602"/>
                      <a:pt x="108" y="564"/>
                      <a:pt x="28" y="526"/>
                    </a:cubicBezTo>
                    <a:cubicBezTo>
                      <a:pt x="15" y="520"/>
                      <a:pt x="0" y="509"/>
                      <a:pt x="1" y="493"/>
                    </a:cubicBezTo>
                    <a:cubicBezTo>
                      <a:pt x="3" y="478"/>
                      <a:pt x="18" y="469"/>
                      <a:pt x="31" y="463"/>
                    </a:cubicBezTo>
                    <a:cubicBezTo>
                      <a:pt x="335" y="318"/>
                      <a:pt x="640" y="173"/>
                      <a:pt x="944" y="2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  <p:sp>
            <p:nvSpPr>
              <p:cNvPr id="31" name="Freeform 28"/>
              <p:cNvSpPr/>
              <p:nvPr/>
            </p:nvSpPr>
            <p:spPr bwMode="auto">
              <a:xfrm>
                <a:off x="2773363" y="2760663"/>
                <a:ext cx="236538" cy="971550"/>
              </a:xfrm>
              <a:custGeom>
                <a:avLst/>
                <a:gdLst>
                  <a:gd name="T0" fmla="*/ 0 w 87"/>
                  <a:gd name="T1" fmla="*/ 0 h 359"/>
                  <a:gd name="T2" fmla="*/ 87 w 87"/>
                  <a:gd name="T3" fmla="*/ 42 h 359"/>
                  <a:gd name="T4" fmla="*/ 48 w 87"/>
                  <a:gd name="T5" fmla="*/ 359 h 359"/>
                  <a:gd name="T6" fmla="*/ 0 w 87"/>
                  <a:gd name="T7" fmla="*/ 252 h 359"/>
                  <a:gd name="T8" fmla="*/ 0 w 87"/>
                  <a:gd name="T9" fmla="*/ 0 h 3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7" h="359">
                    <a:moveTo>
                      <a:pt x="0" y="0"/>
                    </a:moveTo>
                    <a:cubicBezTo>
                      <a:pt x="29" y="14"/>
                      <a:pt x="58" y="28"/>
                      <a:pt x="87" y="42"/>
                    </a:cubicBezTo>
                    <a:cubicBezTo>
                      <a:pt x="74" y="148"/>
                      <a:pt x="61" y="253"/>
                      <a:pt x="48" y="359"/>
                    </a:cubicBezTo>
                    <a:cubicBezTo>
                      <a:pt x="23" y="328"/>
                      <a:pt x="0" y="293"/>
                      <a:pt x="0" y="252"/>
                    </a:cubicBezTo>
                    <a:cubicBezTo>
                      <a:pt x="1" y="168"/>
                      <a:pt x="0" y="8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  <p:sp>
            <p:nvSpPr>
              <p:cNvPr id="32" name="Freeform 29"/>
              <p:cNvSpPr/>
              <p:nvPr/>
            </p:nvSpPr>
            <p:spPr bwMode="auto">
              <a:xfrm>
                <a:off x="3363913" y="2768600"/>
                <a:ext cx="2900363" cy="1693863"/>
              </a:xfrm>
              <a:custGeom>
                <a:avLst/>
                <a:gdLst>
                  <a:gd name="T0" fmla="*/ 496 w 1067"/>
                  <a:gd name="T1" fmla="*/ 275 h 625"/>
                  <a:gd name="T2" fmla="*/ 1067 w 1067"/>
                  <a:gd name="T3" fmla="*/ 0 h 625"/>
                  <a:gd name="T4" fmla="*/ 1067 w 1067"/>
                  <a:gd name="T5" fmla="*/ 253 h 625"/>
                  <a:gd name="T6" fmla="*/ 1022 w 1067"/>
                  <a:gd name="T7" fmla="*/ 353 h 625"/>
                  <a:gd name="T8" fmla="*/ 871 w 1067"/>
                  <a:gd name="T9" fmla="*/ 479 h 625"/>
                  <a:gd name="T10" fmla="*/ 285 w 1067"/>
                  <a:gd name="T11" fmla="*/ 591 h 625"/>
                  <a:gd name="T12" fmla="*/ 52 w 1067"/>
                  <a:gd name="T13" fmla="*/ 518 h 625"/>
                  <a:gd name="T14" fmla="*/ 0 w 1067"/>
                  <a:gd name="T15" fmla="*/ 101 h 625"/>
                  <a:gd name="T16" fmla="*/ 356 w 1067"/>
                  <a:gd name="T17" fmla="*/ 273 h 625"/>
                  <a:gd name="T18" fmla="*/ 496 w 1067"/>
                  <a:gd name="T19" fmla="*/ 275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67" h="625">
                    <a:moveTo>
                      <a:pt x="496" y="275"/>
                    </a:moveTo>
                    <a:cubicBezTo>
                      <a:pt x="686" y="184"/>
                      <a:pt x="876" y="92"/>
                      <a:pt x="1067" y="0"/>
                    </a:cubicBezTo>
                    <a:cubicBezTo>
                      <a:pt x="1066" y="85"/>
                      <a:pt x="1067" y="169"/>
                      <a:pt x="1067" y="253"/>
                    </a:cubicBezTo>
                    <a:cubicBezTo>
                      <a:pt x="1065" y="291"/>
                      <a:pt x="1044" y="324"/>
                      <a:pt x="1022" y="353"/>
                    </a:cubicBezTo>
                    <a:cubicBezTo>
                      <a:pt x="980" y="404"/>
                      <a:pt x="927" y="445"/>
                      <a:pt x="871" y="479"/>
                    </a:cubicBezTo>
                    <a:cubicBezTo>
                      <a:pt x="697" y="583"/>
                      <a:pt x="486" y="625"/>
                      <a:pt x="285" y="591"/>
                    </a:cubicBezTo>
                    <a:cubicBezTo>
                      <a:pt x="204" y="578"/>
                      <a:pt x="126" y="552"/>
                      <a:pt x="52" y="518"/>
                    </a:cubicBezTo>
                    <a:cubicBezTo>
                      <a:pt x="34" y="379"/>
                      <a:pt x="17" y="240"/>
                      <a:pt x="0" y="101"/>
                    </a:cubicBezTo>
                    <a:cubicBezTo>
                      <a:pt x="118" y="159"/>
                      <a:pt x="238" y="216"/>
                      <a:pt x="356" y="273"/>
                    </a:cubicBezTo>
                    <a:cubicBezTo>
                      <a:pt x="400" y="295"/>
                      <a:pt x="452" y="297"/>
                      <a:pt x="496" y="27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  <p:sp>
            <p:nvSpPr>
              <p:cNvPr id="33" name="Freeform 30"/>
              <p:cNvSpPr/>
              <p:nvPr/>
            </p:nvSpPr>
            <p:spPr bwMode="auto">
              <a:xfrm>
                <a:off x="2974975" y="2955925"/>
                <a:ext cx="404813" cy="1728788"/>
              </a:xfrm>
              <a:custGeom>
                <a:avLst/>
                <a:gdLst>
                  <a:gd name="T0" fmla="*/ 0 w 149"/>
                  <a:gd name="T1" fmla="*/ 568 h 638"/>
                  <a:gd name="T2" fmla="*/ 74 w 149"/>
                  <a:gd name="T3" fmla="*/ 0 h 638"/>
                  <a:gd name="T4" fmla="*/ 145 w 149"/>
                  <a:gd name="T5" fmla="*/ 538 h 638"/>
                  <a:gd name="T6" fmla="*/ 149 w 149"/>
                  <a:gd name="T7" fmla="*/ 572 h 638"/>
                  <a:gd name="T8" fmla="*/ 101 w 149"/>
                  <a:gd name="T9" fmla="*/ 629 h 638"/>
                  <a:gd name="T10" fmla="*/ 27 w 149"/>
                  <a:gd name="T11" fmla="*/ 617 h 638"/>
                  <a:gd name="T12" fmla="*/ 0 w 149"/>
                  <a:gd name="T13" fmla="*/ 568 h 6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9" h="638">
                    <a:moveTo>
                      <a:pt x="0" y="568"/>
                    </a:moveTo>
                    <a:cubicBezTo>
                      <a:pt x="24" y="379"/>
                      <a:pt x="49" y="190"/>
                      <a:pt x="74" y="0"/>
                    </a:cubicBezTo>
                    <a:cubicBezTo>
                      <a:pt x="98" y="180"/>
                      <a:pt x="121" y="359"/>
                      <a:pt x="145" y="538"/>
                    </a:cubicBezTo>
                    <a:cubicBezTo>
                      <a:pt x="146" y="549"/>
                      <a:pt x="148" y="560"/>
                      <a:pt x="149" y="572"/>
                    </a:cubicBezTo>
                    <a:cubicBezTo>
                      <a:pt x="142" y="596"/>
                      <a:pt x="126" y="620"/>
                      <a:pt x="101" y="629"/>
                    </a:cubicBezTo>
                    <a:cubicBezTo>
                      <a:pt x="77" y="638"/>
                      <a:pt x="47" y="635"/>
                      <a:pt x="27" y="617"/>
                    </a:cubicBezTo>
                    <a:cubicBezTo>
                      <a:pt x="13" y="605"/>
                      <a:pt x="2" y="587"/>
                      <a:pt x="0" y="5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srgbClr val="222524"/>
                  </a:solidFill>
                </a:endParaRPr>
              </a:p>
            </p:txBody>
          </p:sp>
        </p:grp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EE9F37DC-ACBC-4277-BE79-0AFB4B0C8D51}"/>
              </a:ext>
            </a:extLst>
          </p:cNvPr>
          <p:cNvSpPr txBox="1"/>
          <p:nvPr/>
        </p:nvSpPr>
        <p:spPr>
          <a:xfrm>
            <a:off x="1329771" y="3117441"/>
            <a:ext cx="1831637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700" b="1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07</a:t>
            </a:r>
            <a:endParaRPr lang="zh-CN" altLang="en-US" sz="87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FBE7B43-9D86-4445-BB11-3F2D4B9D8745}"/>
              </a:ext>
            </a:extLst>
          </p:cNvPr>
          <p:cNvSpPr txBox="1"/>
          <p:nvPr/>
        </p:nvSpPr>
        <p:spPr>
          <a:xfrm>
            <a:off x="4211369" y="3352189"/>
            <a:ext cx="402119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项目总结与愿景</a:t>
            </a:r>
            <a:endParaRPr lang="en-US" altLang="zh-CN" sz="3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3500" b="1" dirty="0">
                <a:solidFill>
                  <a:schemeClr val="bg1"/>
                </a:solidFill>
              </a:rPr>
              <a:t>Summary and vision</a:t>
            </a:r>
            <a:endParaRPr lang="en-US" altLang="zh-CN" sz="3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15153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8362FAA6-C336-410F-8A46-64089F277780}"/>
              </a:ext>
            </a:extLst>
          </p:cNvPr>
          <p:cNvSpPr/>
          <p:nvPr/>
        </p:nvSpPr>
        <p:spPr>
          <a:xfrm>
            <a:off x="241269" y="1257086"/>
            <a:ext cx="8661461" cy="541101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25400" sx="102000" sy="102000" algn="ctr" rotWithShape="0">
              <a:schemeClr val="bg1">
                <a:lumMod val="65000"/>
                <a:alpha val="3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AF63FDB-3762-4465-8D07-49CF905C13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00"/>
          <a:stretch/>
        </p:blipFill>
        <p:spPr>
          <a:xfrm>
            <a:off x="625887" y="2804422"/>
            <a:ext cx="7892224" cy="258837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F65E7972-9C14-46B4-804B-B4120C827130}"/>
              </a:ext>
            </a:extLst>
          </p:cNvPr>
          <p:cNvGrpSpPr/>
          <p:nvPr/>
        </p:nvGrpSpPr>
        <p:grpSpPr>
          <a:xfrm>
            <a:off x="458681" y="1401003"/>
            <a:ext cx="3728522" cy="679624"/>
            <a:chOff x="797386" y="544892"/>
            <a:chExt cx="3728522" cy="679624"/>
          </a:xfrm>
        </p:grpSpPr>
        <p:sp>
          <p:nvSpPr>
            <p:cNvPr id="5" name="任意多边形 31">
              <a:extLst>
                <a:ext uri="{FF2B5EF4-FFF2-40B4-BE49-F238E27FC236}">
                  <a16:creationId xmlns:a16="http://schemas.microsoft.com/office/drawing/2014/main" id="{8C3F0E38-6DE5-4871-BB80-4F409C13C6ED}"/>
                </a:ext>
              </a:extLst>
            </p:cNvPr>
            <p:cNvSpPr/>
            <p:nvPr/>
          </p:nvSpPr>
          <p:spPr>
            <a:xfrm>
              <a:off x="1456183" y="551543"/>
              <a:ext cx="3069725" cy="663153"/>
            </a:xfrm>
            <a:custGeom>
              <a:avLst/>
              <a:gdLst>
                <a:gd name="connsiteX0" fmla="*/ 0 w 3153856"/>
                <a:gd name="connsiteY0" fmla="*/ 0 h 663153"/>
                <a:gd name="connsiteX1" fmla="*/ 3153856 w 3153856"/>
                <a:gd name="connsiteY1" fmla="*/ 0 h 663153"/>
                <a:gd name="connsiteX2" fmla="*/ 3153856 w 3153856"/>
                <a:gd name="connsiteY2" fmla="*/ 663153 h 663153"/>
                <a:gd name="connsiteX3" fmla="*/ 84132 w 3153856"/>
                <a:gd name="connsiteY3" fmla="*/ 663153 h 663153"/>
                <a:gd name="connsiteX4" fmla="*/ 249919 w 3153856"/>
                <a:gd name="connsiteY4" fmla="*/ 331578 h 663153"/>
                <a:gd name="connsiteX5" fmla="*/ 84131 w 3153856"/>
                <a:gd name="connsiteY5" fmla="*/ 1 h 663153"/>
                <a:gd name="connsiteX6" fmla="*/ 0 w 3153856"/>
                <a:gd name="connsiteY6" fmla="*/ 1 h 663153"/>
                <a:gd name="connsiteX7" fmla="*/ 0 w 3153856"/>
                <a:gd name="connsiteY7" fmla="*/ 0 h 663153"/>
                <a:gd name="connsiteX0-1" fmla="*/ 0 w 3153856"/>
                <a:gd name="connsiteY0-2" fmla="*/ 1 h 663153"/>
                <a:gd name="connsiteX1-3" fmla="*/ 3153856 w 3153856"/>
                <a:gd name="connsiteY1-4" fmla="*/ 0 h 663153"/>
                <a:gd name="connsiteX2-5" fmla="*/ 3153856 w 3153856"/>
                <a:gd name="connsiteY2-6" fmla="*/ 663153 h 663153"/>
                <a:gd name="connsiteX3-7" fmla="*/ 84132 w 3153856"/>
                <a:gd name="connsiteY3-8" fmla="*/ 663153 h 663153"/>
                <a:gd name="connsiteX4-9" fmla="*/ 249919 w 3153856"/>
                <a:gd name="connsiteY4-10" fmla="*/ 331578 h 663153"/>
                <a:gd name="connsiteX5-11" fmla="*/ 84131 w 3153856"/>
                <a:gd name="connsiteY5-12" fmla="*/ 1 h 663153"/>
                <a:gd name="connsiteX6-13" fmla="*/ 0 w 3153856"/>
                <a:gd name="connsiteY6-14" fmla="*/ 1 h 663153"/>
                <a:gd name="connsiteX0-15" fmla="*/ 0 w 3069725"/>
                <a:gd name="connsiteY0-16" fmla="*/ 1 h 663153"/>
                <a:gd name="connsiteX1-17" fmla="*/ 3069725 w 3069725"/>
                <a:gd name="connsiteY1-18" fmla="*/ 0 h 663153"/>
                <a:gd name="connsiteX2-19" fmla="*/ 3069725 w 3069725"/>
                <a:gd name="connsiteY2-20" fmla="*/ 663153 h 663153"/>
                <a:gd name="connsiteX3-21" fmla="*/ 1 w 3069725"/>
                <a:gd name="connsiteY3-22" fmla="*/ 663153 h 663153"/>
                <a:gd name="connsiteX4-23" fmla="*/ 165788 w 3069725"/>
                <a:gd name="connsiteY4-24" fmla="*/ 331578 h 663153"/>
                <a:gd name="connsiteX5-25" fmla="*/ 0 w 3069725"/>
                <a:gd name="connsiteY5-26" fmla="*/ 1 h 6631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3069725" h="663153">
                  <a:moveTo>
                    <a:pt x="0" y="1"/>
                  </a:moveTo>
                  <a:lnTo>
                    <a:pt x="3069725" y="0"/>
                  </a:lnTo>
                  <a:lnTo>
                    <a:pt x="3069725" y="663153"/>
                  </a:lnTo>
                  <a:lnTo>
                    <a:pt x="1" y="663153"/>
                  </a:lnTo>
                  <a:lnTo>
                    <a:pt x="165788" y="33157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89D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六边形 5">
              <a:extLst>
                <a:ext uri="{FF2B5EF4-FFF2-40B4-BE49-F238E27FC236}">
                  <a16:creationId xmlns:a16="http://schemas.microsoft.com/office/drawing/2014/main" id="{9AD1A107-181F-4116-8B0A-41A543211831}"/>
                </a:ext>
              </a:extLst>
            </p:cNvPr>
            <p:cNvSpPr/>
            <p:nvPr/>
          </p:nvSpPr>
          <p:spPr>
            <a:xfrm>
              <a:off x="824312" y="551544"/>
              <a:ext cx="769257" cy="663153"/>
            </a:xfrm>
            <a:prstGeom prst="hexagon">
              <a:avLst/>
            </a:prstGeom>
            <a:solidFill>
              <a:srgbClr val="089D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8DC7E91-0311-47B4-9423-F5CCDA50DC78}"/>
                </a:ext>
              </a:extLst>
            </p:cNvPr>
            <p:cNvSpPr txBox="1"/>
            <p:nvPr/>
          </p:nvSpPr>
          <p:spPr>
            <a:xfrm>
              <a:off x="797386" y="592158"/>
              <a:ext cx="7954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</a:rPr>
                <a:t>07</a:t>
              </a:r>
              <a:endParaRPr lang="zh-CN" altLang="en-US" sz="3200" dirty="0">
                <a:solidFill>
                  <a:schemeClr val="bg1"/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6D8A48A4-964F-45A9-BC61-D3B60931DAD6}"/>
                </a:ext>
              </a:extLst>
            </p:cNvPr>
            <p:cNvSpPr txBox="1"/>
            <p:nvPr/>
          </p:nvSpPr>
          <p:spPr>
            <a:xfrm>
              <a:off x="1669948" y="544892"/>
              <a:ext cx="2555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kern="1200" dirty="0">
                  <a:solidFill>
                    <a:srgbClr val="FFFF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项目总结</a:t>
              </a:r>
              <a:endPara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8AC47A6-6C91-4CA0-AF82-568CBEB91E81}"/>
                </a:ext>
              </a:extLst>
            </p:cNvPr>
            <p:cNvSpPr txBox="1"/>
            <p:nvPr/>
          </p:nvSpPr>
          <p:spPr>
            <a:xfrm>
              <a:off x="1669948" y="855184"/>
              <a:ext cx="2813057" cy="369332"/>
            </a:xfrm>
            <a:prstGeom prst="snip1Rect">
              <a:avLst>
                <a:gd name="adj" fmla="val 0"/>
              </a:avLst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rPr>
                <a:t>Summarize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华文仿宋" panose="02010600040101010101" pitchFamily="2" charset="-122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62332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8362FAA6-C336-410F-8A46-64089F277780}"/>
              </a:ext>
            </a:extLst>
          </p:cNvPr>
          <p:cNvSpPr/>
          <p:nvPr/>
        </p:nvSpPr>
        <p:spPr>
          <a:xfrm>
            <a:off x="241269" y="1257086"/>
            <a:ext cx="8661461" cy="541101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25400" sx="102000" sy="102000" algn="ctr" rotWithShape="0">
              <a:schemeClr val="bg1">
                <a:lumMod val="65000"/>
                <a:alpha val="3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65E7972-9C14-46B4-804B-B4120C827130}"/>
              </a:ext>
            </a:extLst>
          </p:cNvPr>
          <p:cNvGrpSpPr/>
          <p:nvPr/>
        </p:nvGrpSpPr>
        <p:grpSpPr>
          <a:xfrm>
            <a:off x="458681" y="1401003"/>
            <a:ext cx="3728522" cy="679624"/>
            <a:chOff x="797386" y="544892"/>
            <a:chExt cx="3728522" cy="679624"/>
          </a:xfrm>
        </p:grpSpPr>
        <p:sp>
          <p:nvSpPr>
            <p:cNvPr id="5" name="任意多边形 31">
              <a:extLst>
                <a:ext uri="{FF2B5EF4-FFF2-40B4-BE49-F238E27FC236}">
                  <a16:creationId xmlns:a16="http://schemas.microsoft.com/office/drawing/2014/main" id="{8C3F0E38-6DE5-4871-BB80-4F409C13C6ED}"/>
                </a:ext>
              </a:extLst>
            </p:cNvPr>
            <p:cNvSpPr/>
            <p:nvPr/>
          </p:nvSpPr>
          <p:spPr>
            <a:xfrm>
              <a:off x="1456183" y="551543"/>
              <a:ext cx="3069725" cy="663153"/>
            </a:xfrm>
            <a:custGeom>
              <a:avLst/>
              <a:gdLst>
                <a:gd name="connsiteX0" fmla="*/ 0 w 3153856"/>
                <a:gd name="connsiteY0" fmla="*/ 0 h 663153"/>
                <a:gd name="connsiteX1" fmla="*/ 3153856 w 3153856"/>
                <a:gd name="connsiteY1" fmla="*/ 0 h 663153"/>
                <a:gd name="connsiteX2" fmla="*/ 3153856 w 3153856"/>
                <a:gd name="connsiteY2" fmla="*/ 663153 h 663153"/>
                <a:gd name="connsiteX3" fmla="*/ 84132 w 3153856"/>
                <a:gd name="connsiteY3" fmla="*/ 663153 h 663153"/>
                <a:gd name="connsiteX4" fmla="*/ 249919 w 3153856"/>
                <a:gd name="connsiteY4" fmla="*/ 331578 h 663153"/>
                <a:gd name="connsiteX5" fmla="*/ 84131 w 3153856"/>
                <a:gd name="connsiteY5" fmla="*/ 1 h 663153"/>
                <a:gd name="connsiteX6" fmla="*/ 0 w 3153856"/>
                <a:gd name="connsiteY6" fmla="*/ 1 h 663153"/>
                <a:gd name="connsiteX7" fmla="*/ 0 w 3153856"/>
                <a:gd name="connsiteY7" fmla="*/ 0 h 663153"/>
                <a:gd name="connsiteX0-1" fmla="*/ 0 w 3153856"/>
                <a:gd name="connsiteY0-2" fmla="*/ 1 h 663153"/>
                <a:gd name="connsiteX1-3" fmla="*/ 3153856 w 3153856"/>
                <a:gd name="connsiteY1-4" fmla="*/ 0 h 663153"/>
                <a:gd name="connsiteX2-5" fmla="*/ 3153856 w 3153856"/>
                <a:gd name="connsiteY2-6" fmla="*/ 663153 h 663153"/>
                <a:gd name="connsiteX3-7" fmla="*/ 84132 w 3153856"/>
                <a:gd name="connsiteY3-8" fmla="*/ 663153 h 663153"/>
                <a:gd name="connsiteX4-9" fmla="*/ 249919 w 3153856"/>
                <a:gd name="connsiteY4-10" fmla="*/ 331578 h 663153"/>
                <a:gd name="connsiteX5-11" fmla="*/ 84131 w 3153856"/>
                <a:gd name="connsiteY5-12" fmla="*/ 1 h 663153"/>
                <a:gd name="connsiteX6-13" fmla="*/ 0 w 3153856"/>
                <a:gd name="connsiteY6-14" fmla="*/ 1 h 663153"/>
                <a:gd name="connsiteX0-15" fmla="*/ 0 w 3069725"/>
                <a:gd name="connsiteY0-16" fmla="*/ 1 h 663153"/>
                <a:gd name="connsiteX1-17" fmla="*/ 3069725 w 3069725"/>
                <a:gd name="connsiteY1-18" fmla="*/ 0 h 663153"/>
                <a:gd name="connsiteX2-19" fmla="*/ 3069725 w 3069725"/>
                <a:gd name="connsiteY2-20" fmla="*/ 663153 h 663153"/>
                <a:gd name="connsiteX3-21" fmla="*/ 1 w 3069725"/>
                <a:gd name="connsiteY3-22" fmla="*/ 663153 h 663153"/>
                <a:gd name="connsiteX4-23" fmla="*/ 165788 w 3069725"/>
                <a:gd name="connsiteY4-24" fmla="*/ 331578 h 663153"/>
                <a:gd name="connsiteX5-25" fmla="*/ 0 w 3069725"/>
                <a:gd name="connsiteY5-26" fmla="*/ 1 h 6631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3069725" h="663153">
                  <a:moveTo>
                    <a:pt x="0" y="1"/>
                  </a:moveTo>
                  <a:lnTo>
                    <a:pt x="3069725" y="0"/>
                  </a:lnTo>
                  <a:lnTo>
                    <a:pt x="3069725" y="663153"/>
                  </a:lnTo>
                  <a:lnTo>
                    <a:pt x="1" y="663153"/>
                  </a:lnTo>
                  <a:lnTo>
                    <a:pt x="165788" y="33157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89D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六边形 5">
              <a:extLst>
                <a:ext uri="{FF2B5EF4-FFF2-40B4-BE49-F238E27FC236}">
                  <a16:creationId xmlns:a16="http://schemas.microsoft.com/office/drawing/2014/main" id="{9AD1A107-181F-4116-8B0A-41A543211831}"/>
                </a:ext>
              </a:extLst>
            </p:cNvPr>
            <p:cNvSpPr/>
            <p:nvPr/>
          </p:nvSpPr>
          <p:spPr>
            <a:xfrm>
              <a:off x="824312" y="551544"/>
              <a:ext cx="769257" cy="663153"/>
            </a:xfrm>
            <a:prstGeom prst="hexagon">
              <a:avLst/>
            </a:prstGeom>
            <a:solidFill>
              <a:srgbClr val="089D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8DC7E91-0311-47B4-9423-F5CCDA50DC78}"/>
                </a:ext>
              </a:extLst>
            </p:cNvPr>
            <p:cNvSpPr txBox="1"/>
            <p:nvPr/>
          </p:nvSpPr>
          <p:spPr>
            <a:xfrm>
              <a:off x="797386" y="592158"/>
              <a:ext cx="7954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</a:rPr>
                <a:t>07</a:t>
              </a:r>
              <a:endParaRPr lang="zh-CN" altLang="en-US" sz="3200" dirty="0">
                <a:solidFill>
                  <a:schemeClr val="bg1"/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6D8A48A4-964F-45A9-BC61-D3B60931DAD6}"/>
                </a:ext>
              </a:extLst>
            </p:cNvPr>
            <p:cNvSpPr txBox="1"/>
            <p:nvPr/>
          </p:nvSpPr>
          <p:spPr>
            <a:xfrm>
              <a:off x="1669948" y="544892"/>
              <a:ext cx="2555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kern="1200" dirty="0">
                  <a:solidFill>
                    <a:srgbClr val="FFFF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</a:t>
              </a:r>
              <a:r>
                <a:rPr lang="zh-CN" altLang="en-US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愿景</a:t>
              </a:r>
              <a:endPara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8AC47A6-6C91-4CA0-AF82-568CBEB91E81}"/>
                </a:ext>
              </a:extLst>
            </p:cNvPr>
            <p:cNvSpPr txBox="1"/>
            <p:nvPr/>
          </p:nvSpPr>
          <p:spPr>
            <a:xfrm>
              <a:off x="1669948" y="855184"/>
              <a:ext cx="2813057" cy="369332"/>
            </a:xfrm>
            <a:prstGeom prst="snip1Rect">
              <a:avLst>
                <a:gd name="adj" fmla="val 0"/>
              </a:avLst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ea typeface="华文仿宋" panose="02010600040101010101" pitchFamily="2" charset="-122"/>
                  <a:cs typeface="Arial" panose="020B0604020202020204" pitchFamily="34" charset="0"/>
                </a:rPr>
                <a:t>vision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华文仿宋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787B6365-EF72-43B5-805F-E102181A6550}"/>
              </a:ext>
            </a:extLst>
          </p:cNvPr>
          <p:cNvGrpSpPr/>
          <p:nvPr/>
        </p:nvGrpSpPr>
        <p:grpSpPr>
          <a:xfrm>
            <a:off x="3810255" y="2290013"/>
            <a:ext cx="5695106" cy="810829"/>
            <a:chOff x="2884099" y="2338465"/>
            <a:chExt cx="5695106" cy="810829"/>
          </a:xfrm>
        </p:grpSpPr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B5C06784-6FC5-4273-B864-0FC8F64A6730}"/>
                </a:ext>
              </a:extLst>
            </p:cNvPr>
            <p:cNvGrpSpPr/>
            <p:nvPr/>
          </p:nvGrpSpPr>
          <p:grpSpPr>
            <a:xfrm>
              <a:off x="2884099" y="2338465"/>
              <a:ext cx="1681597" cy="810481"/>
              <a:chOff x="3298563" y="2080255"/>
              <a:chExt cx="1681597" cy="810481"/>
            </a:xfrm>
          </p:grpSpPr>
          <p:sp>
            <p:nvSpPr>
              <p:cNvPr id="54" name="圆角矩形 9">
                <a:extLst>
                  <a:ext uri="{FF2B5EF4-FFF2-40B4-BE49-F238E27FC236}">
                    <a16:creationId xmlns:a16="http://schemas.microsoft.com/office/drawing/2014/main" id="{13080628-5419-43E5-8E2D-141BBBC61ECF}"/>
                  </a:ext>
                </a:extLst>
              </p:cNvPr>
              <p:cNvSpPr/>
              <p:nvPr/>
            </p:nvSpPr>
            <p:spPr bwMode="auto">
              <a:xfrm>
                <a:off x="4147170" y="2343830"/>
                <a:ext cx="813295" cy="521923"/>
              </a:xfrm>
              <a:custGeom>
                <a:avLst/>
                <a:gdLst>
                  <a:gd name="connsiteX0" fmla="*/ 0 w 2394000"/>
                  <a:gd name="connsiteY0" fmla="*/ 74091 h 749300"/>
                  <a:gd name="connsiteX1" fmla="*/ 74091 w 2394000"/>
                  <a:gd name="connsiteY1" fmla="*/ 0 h 749300"/>
                  <a:gd name="connsiteX2" fmla="*/ 2319909 w 2394000"/>
                  <a:gd name="connsiteY2" fmla="*/ 0 h 749300"/>
                  <a:gd name="connsiteX3" fmla="*/ 2394000 w 2394000"/>
                  <a:gd name="connsiteY3" fmla="*/ 74091 h 749300"/>
                  <a:gd name="connsiteX4" fmla="*/ 2394000 w 2394000"/>
                  <a:gd name="connsiteY4" fmla="*/ 675209 h 749300"/>
                  <a:gd name="connsiteX5" fmla="*/ 2319909 w 2394000"/>
                  <a:gd name="connsiteY5" fmla="*/ 749300 h 749300"/>
                  <a:gd name="connsiteX6" fmla="*/ 74091 w 2394000"/>
                  <a:gd name="connsiteY6" fmla="*/ 749300 h 749300"/>
                  <a:gd name="connsiteX7" fmla="*/ 0 w 2394000"/>
                  <a:gd name="connsiteY7" fmla="*/ 675209 h 749300"/>
                  <a:gd name="connsiteX8" fmla="*/ 0 w 2394000"/>
                  <a:gd name="connsiteY8" fmla="*/ 74091 h 749300"/>
                  <a:gd name="connsiteX0-1" fmla="*/ 0 w 2394000"/>
                  <a:gd name="connsiteY0-2" fmla="*/ 75709 h 750918"/>
                  <a:gd name="connsiteX1-3" fmla="*/ 74091 w 2394000"/>
                  <a:gd name="connsiteY1-4" fmla="*/ 1618 h 750918"/>
                  <a:gd name="connsiteX2-5" fmla="*/ 1835524 w 2394000"/>
                  <a:gd name="connsiteY2-6" fmla="*/ 0 h 750918"/>
                  <a:gd name="connsiteX3-7" fmla="*/ 2319909 w 2394000"/>
                  <a:gd name="connsiteY3-8" fmla="*/ 1618 h 750918"/>
                  <a:gd name="connsiteX4-9" fmla="*/ 2394000 w 2394000"/>
                  <a:gd name="connsiteY4-10" fmla="*/ 75709 h 750918"/>
                  <a:gd name="connsiteX5-11" fmla="*/ 2394000 w 2394000"/>
                  <a:gd name="connsiteY5-12" fmla="*/ 676827 h 750918"/>
                  <a:gd name="connsiteX6-13" fmla="*/ 2319909 w 2394000"/>
                  <a:gd name="connsiteY6-14" fmla="*/ 750918 h 750918"/>
                  <a:gd name="connsiteX7-15" fmla="*/ 74091 w 2394000"/>
                  <a:gd name="connsiteY7-16" fmla="*/ 750918 h 750918"/>
                  <a:gd name="connsiteX8-17" fmla="*/ 0 w 2394000"/>
                  <a:gd name="connsiteY8-18" fmla="*/ 676827 h 750918"/>
                  <a:gd name="connsiteX9" fmla="*/ 0 w 2394000"/>
                  <a:gd name="connsiteY9" fmla="*/ 75709 h 750918"/>
                  <a:gd name="connsiteX0-19" fmla="*/ 0 w 2394000"/>
                  <a:gd name="connsiteY0-20" fmla="*/ 75709 h 750918"/>
                  <a:gd name="connsiteX1-21" fmla="*/ 74091 w 2394000"/>
                  <a:gd name="connsiteY1-22" fmla="*/ 1618 h 750918"/>
                  <a:gd name="connsiteX2-23" fmla="*/ 1835524 w 2394000"/>
                  <a:gd name="connsiteY2-24" fmla="*/ 0 h 750918"/>
                  <a:gd name="connsiteX3-25" fmla="*/ 2319909 w 2394000"/>
                  <a:gd name="connsiteY3-26" fmla="*/ 1618 h 750918"/>
                  <a:gd name="connsiteX4-27" fmla="*/ 2394000 w 2394000"/>
                  <a:gd name="connsiteY4-28" fmla="*/ 75709 h 750918"/>
                  <a:gd name="connsiteX5-29" fmla="*/ 2394000 w 2394000"/>
                  <a:gd name="connsiteY5-30" fmla="*/ 676827 h 750918"/>
                  <a:gd name="connsiteX6-31" fmla="*/ 2319909 w 2394000"/>
                  <a:gd name="connsiteY6-32" fmla="*/ 750918 h 750918"/>
                  <a:gd name="connsiteX7-33" fmla="*/ 1327524 w 2394000"/>
                  <a:gd name="connsiteY7-34" fmla="*/ 749300 h 750918"/>
                  <a:gd name="connsiteX8-35" fmla="*/ 74091 w 2394000"/>
                  <a:gd name="connsiteY8-36" fmla="*/ 750918 h 750918"/>
                  <a:gd name="connsiteX9-37" fmla="*/ 0 w 2394000"/>
                  <a:gd name="connsiteY9-38" fmla="*/ 676827 h 750918"/>
                  <a:gd name="connsiteX10" fmla="*/ 0 w 2394000"/>
                  <a:gd name="connsiteY10" fmla="*/ 75709 h 750918"/>
                  <a:gd name="connsiteX0-39" fmla="*/ 0 w 2394000"/>
                  <a:gd name="connsiteY0-40" fmla="*/ 75709 h 750918"/>
                  <a:gd name="connsiteX1-41" fmla="*/ 74091 w 2394000"/>
                  <a:gd name="connsiteY1-42" fmla="*/ 1618 h 750918"/>
                  <a:gd name="connsiteX2-43" fmla="*/ 1835524 w 2394000"/>
                  <a:gd name="connsiteY2-44" fmla="*/ 0 h 750918"/>
                  <a:gd name="connsiteX3-45" fmla="*/ 2319909 w 2394000"/>
                  <a:gd name="connsiteY3-46" fmla="*/ 1618 h 750918"/>
                  <a:gd name="connsiteX4-47" fmla="*/ 2394000 w 2394000"/>
                  <a:gd name="connsiteY4-48" fmla="*/ 75709 h 750918"/>
                  <a:gd name="connsiteX5-49" fmla="*/ 2394000 w 2394000"/>
                  <a:gd name="connsiteY5-50" fmla="*/ 676827 h 750918"/>
                  <a:gd name="connsiteX6-51" fmla="*/ 2319909 w 2394000"/>
                  <a:gd name="connsiteY6-52" fmla="*/ 750918 h 750918"/>
                  <a:gd name="connsiteX7-53" fmla="*/ 1327524 w 2394000"/>
                  <a:gd name="connsiteY7-54" fmla="*/ 749300 h 750918"/>
                  <a:gd name="connsiteX8-55" fmla="*/ 0 w 2394000"/>
                  <a:gd name="connsiteY8-56" fmla="*/ 676827 h 750918"/>
                  <a:gd name="connsiteX9-57" fmla="*/ 0 w 2394000"/>
                  <a:gd name="connsiteY9-58" fmla="*/ 75709 h 750918"/>
                  <a:gd name="connsiteX0-59" fmla="*/ 0 w 2394000"/>
                  <a:gd name="connsiteY0-60" fmla="*/ 75709 h 750918"/>
                  <a:gd name="connsiteX1-61" fmla="*/ 74091 w 2394000"/>
                  <a:gd name="connsiteY1-62" fmla="*/ 1618 h 750918"/>
                  <a:gd name="connsiteX2-63" fmla="*/ 1835524 w 2394000"/>
                  <a:gd name="connsiteY2-64" fmla="*/ 0 h 750918"/>
                  <a:gd name="connsiteX3-65" fmla="*/ 2319909 w 2394000"/>
                  <a:gd name="connsiteY3-66" fmla="*/ 1618 h 750918"/>
                  <a:gd name="connsiteX4-67" fmla="*/ 2394000 w 2394000"/>
                  <a:gd name="connsiteY4-68" fmla="*/ 75709 h 750918"/>
                  <a:gd name="connsiteX5-69" fmla="*/ 2394000 w 2394000"/>
                  <a:gd name="connsiteY5-70" fmla="*/ 676827 h 750918"/>
                  <a:gd name="connsiteX6-71" fmla="*/ 2319909 w 2394000"/>
                  <a:gd name="connsiteY6-72" fmla="*/ 750918 h 750918"/>
                  <a:gd name="connsiteX7-73" fmla="*/ 1327524 w 2394000"/>
                  <a:gd name="connsiteY7-74" fmla="*/ 749300 h 750918"/>
                  <a:gd name="connsiteX8-75" fmla="*/ 0 w 2394000"/>
                  <a:gd name="connsiteY8-76" fmla="*/ 75709 h 750918"/>
                  <a:gd name="connsiteX0-77" fmla="*/ 1253433 w 2319909"/>
                  <a:gd name="connsiteY0-78" fmla="*/ 749300 h 750918"/>
                  <a:gd name="connsiteX1-79" fmla="*/ 0 w 2319909"/>
                  <a:gd name="connsiteY1-80" fmla="*/ 1618 h 750918"/>
                  <a:gd name="connsiteX2-81" fmla="*/ 1761433 w 2319909"/>
                  <a:gd name="connsiteY2-82" fmla="*/ 0 h 750918"/>
                  <a:gd name="connsiteX3-83" fmla="*/ 2245818 w 2319909"/>
                  <a:gd name="connsiteY3-84" fmla="*/ 1618 h 750918"/>
                  <a:gd name="connsiteX4-85" fmla="*/ 2319909 w 2319909"/>
                  <a:gd name="connsiteY4-86" fmla="*/ 75709 h 750918"/>
                  <a:gd name="connsiteX5-87" fmla="*/ 2319909 w 2319909"/>
                  <a:gd name="connsiteY5-88" fmla="*/ 676827 h 750918"/>
                  <a:gd name="connsiteX6-89" fmla="*/ 2245818 w 2319909"/>
                  <a:gd name="connsiteY6-90" fmla="*/ 750918 h 750918"/>
                  <a:gd name="connsiteX7-91" fmla="*/ 1253433 w 2319909"/>
                  <a:gd name="connsiteY7-92" fmla="*/ 749300 h 750918"/>
                  <a:gd name="connsiteX0-93" fmla="*/ 0 w 1066476"/>
                  <a:gd name="connsiteY0-94" fmla="*/ 749300 h 750918"/>
                  <a:gd name="connsiteX1-95" fmla="*/ 508000 w 1066476"/>
                  <a:gd name="connsiteY1-96" fmla="*/ 0 h 750918"/>
                  <a:gd name="connsiteX2-97" fmla="*/ 992385 w 1066476"/>
                  <a:gd name="connsiteY2-98" fmla="*/ 1618 h 750918"/>
                  <a:gd name="connsiteX3-99" fmla="*/ 1066476 w 1066476"/>
                  <a:gd name="connsiteY3-100" fmla="*/ 75709 h 750918"/>
                  <a:gd name="connsiteX4-101" fmla="*/ 1066476 w 1066476"/>
                  <a:gd name="connsiteY4-102" fmla="*/ 676827 h 750918"/>
                  <a:gd name="connsiteX5-103" fmla="*/ 992385 w 1066476"/>
                  <a:gd name="connsiteY5-104" fmla="*/ 750918 h 750918"/>
                  <a:gd name="connsiteX6-105" fmla="*/ 0 w 1066476"/>
                  <a:gd name="connsiteY6-106" fmla="*/ 749300 h 750918"/>
                  <a:gd name="connsiteX0-107" fmla="*/ 0 w 1066476"/>
                  <a:gd name="connsiteY0-108" fmla="*/ 749300 h 750918"/>
                  <a:gd name="connsiteX1-109" fmla="*/ 106636 w 1066476"/>
                  <a:gd name="connsiteY1-110" fmla="*/ 582962 h 750918"/>
                  <a:gd name="connsiteX2-111" fmla="*/ 508000 w 1066476"/>
                  <a:gd name="connsiteY2-112" fmla="*/ 0 h 750918"/>
                  <a:gd name="connsiteX3-113" fmla="*/ 992385 w 1066476"/>
                  <a:gd name="connsiteY3-114" fmla="*/ 1618 h 750918"/>
                  <a:gd name="connsiteX4-115" fmla="*/ 1066476 w 1066476"/>
                  <a:gd name="connsiteY4-116" fmla="*/ 75709 h 750918"/>
                  <a:gd name="connsiteX5-117" fmla="*/ 1066476 w 1066476"/>
                  <a:gd name="connsiteY5-118" fmla="*/ 676827 h 750918"/>
                  <a:gd name="connsiteX6-119" fmla="*/ 992385 w 1066476"/>
                  <a:gd name="connsiteY6-120" fmla="*/ 750918 h 750918"/>
                  <a:gd name="connsiteX7-121" fmla="*/ 0 w 1066476"/>
                  <a:gd name="connsiteY7-122" fmla="*/ 749300 h 750918"/>
                  <a:gd name="connsiteX0-123" fmla="*/ 0 w 1066476"/>
                  <a:gd name="connsiteY0-124" fmla="*/ 749300 h 750918"/>
                  <a:gd name="connsiteX1-125" fmla="*/ 111398 w 1066476"/>
                  <a:gd name="connsiteY1-126" fmla="*/ 585339 h 750918"/>
                  <a:gd name="connsiteX2-127" fmla="*/ 508000 w 1066476"/>
                  <a:gd name="connsiteY2-128" fmla="*/ 0 h 750918"/>
                  <a:gd name="connsiteX3-129" fmla="*/ 992385 w 1066476"/>
                  <a:gd name="connsiteY3-130" fmla="*/ 1618 h 750918"/>
                  <a:gd name="connsiteX4-131" fmla="*/ 1066476 w 1066476"/>
                  <a:gd name="connsiteY4-132" fmla="*/ 75709 h 750918"/>
                  <a:gd name="connsiteX5-133" fmla="*/ 1066476 w 1066476"/>
                  <a:gd name="connsiteY5-134" fmla="*/ 676827 h 750918"/>
                  <a:gd name="connsiteX6-135" fmla="*/ 992385 w 1066476"/>
                  <a:gd name="connsiteY6-136" fmla="*/ 750918 h 750918"/>
                  <a:gd name="connsiteX7-137" fmla="*/ 0 w 1066476"/>
                  <a:gd name="connsiteY7-138" fmla="*/ 749300 h 750918"/>
                  <a:gd name="connsiteX0-139" fmla="*/ 0 w 1149820"/>
                  <a:gd name="connsiteY0-140" fmla="*/ 746923 h 750918"/>
                  <a:gd name="connsiteX1-141" fmla="*/ 194742 w 1149820"/>
                  <a:gd name="connsiteY1-142" fmla="*/ 585339 h 750918"/>
                  <a:gd name="connsiteX2-143" fmla="*/ 591344 w 1149820"/>
                  <a:gd name="connsiteY2-144" fmla="*/ 0 h 750918"/>
                  <a:gd name="connsiteX3-145" fmla="*/ 1075729 w 1149820"/>
                  <a:gd name="connsiteY3-146" fmla="*/ 1618 h 750918"/>
                  <a:gd name="connsiteX4-147" fmla="*/ 1149820 w 1149820"/>
                  <a:gd name="connsiteY4-148" fmla="*/ 75709 h 750918"/>
                  <a:gd name="connsiteX5-149" fmla="*/ 1149820 w 1149820"/>
                  <a:gd name="connsiteY5-150" fmla="*/ 676827 h 750918"/>
                  <a:gd name="connsiteX6-151" fmla="*/ 1075729 w 1149820"/>
                  <a:gd name="connsiteY6-152" fmla="*/ 750918 h 750918"/>
                  <a:gd name="connsiteX7-153" fmla="*/ 0 w 1149820"/>
                  <a:gd name="connsiteY7-154" fmla="*/ 746923 h 750918"/>
                  <a:gd name="connsiteX0-155" fmla="*/ 0 w 1178395"/>
                  <a:gd name="connsiteY0-156" fmla="*/ 746923 h 750918"/>
                  <a:gd name="connsiteX1-157" fmla="*/ 223317 w 1178395"/>
                  <a:gd name="connsiteY1-158" fmla="*/ 585339 h 750918"/>
                  <a:gd name="connsiteX2-159" fmla="*/ 619919 w 1178395"/>
                  <a:gd name="connsiteY2-160" fmla="*/ 0 h 750918"/>
                  <a:gd name="connsiteX3-161" fmla="*/ 1104304 w 1178395"/>
                  <a:gd name="connsiteY3-162" fmla="*/ 1618 h 750918"/>
                  <a:gd name="connsiteX4-163" fmla="*/ 1178395 w 1178395"/>
                  <a:gd name="connsiteY4-164" fmla="*/ 75709 h 750918"/>
                  <a:gd name="connsiteX5-165" fmla="*/ 1178395 w 1178395"/>
                  <a:gd name="connsiteY5-166" fmla="*/ 676827 h 750918"/>
                  <a:gd name="connsiteX6-167" fmla="*/ 1104304 w 1178395"/>
                  <a:gd name="connsiteY6-168" fmla="*/ 750918 h 750918"/>
                  <a:gd name="connsiteX7-169" fmla="*/ 0 w 1178395"/>
                  <a:gd name="connsiteY7-170" fmla="*/ 746923 h 750918"/>
                  <a:gd name="connsiteX0-171" fmla="*/ 0 w 1171251"/>
                  <a:gd name="connsiteY0-172" fmla="*/ 737418 h 750918"/>
                  <a:gd name="connsiteX1-173" fmla="*/ 216173 w 1171251"/>
                  <a:gd name="connsiteY1-174" fmla="*/ 585339 h 750918"/>
                  <a:gd name="connsiteX2-175" fmla="*/ 612775 w 1171251"/>
                  <a:gd name="connsiteY2-176" fmla="*/ 0 h 750918"/>
                  <a:gd name="connsiteX3-177" fmla="*/ 1097160 w 1171251"/>
                  <a:gd name="connsiteY3-178" fmla="*/ 1618 h 750918"/>
                  <a:gd name="connsiteX4-179" fmla="*/ 1171251 w 1171251"/>
                  <a:gd name="connsiteY4-180" fmla="*/ 75709 h 750918"/>
                  <a:gd name="connsiteX5-181" fmla="*/ 1171251 w 1171251"/>
                  <a:gd name="connsiteY5-182" fmla="*/ 676827 h 750918"/>
                  <a:gd name="connsiteX6-183" fmla="*/ 1097160 w 1171251"/>
                  <a:gd name="connsiteY6-184" fmla="*/ 750918 h 750918"/>
                  <a:gd name="connsiteX7-185" fmla="*/ 0 w 1171251"/>
                  <a:gd name="connsiteY7-186" fmla="*/ 737418 h 75091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</a:cxnLst>
                <a:rect l="l" t="t" r="r" b="b"/>
                <a:pathLst>
                  <a:path w="1171251" h="750918">
                    <a:moveTo>
                      <a:pt x="0" y="737418"/>
                    </a:moveTo>
                    <a:lnTo>
                      <a:pt x="216173" y="585339"/>
                    </a:lnTo>
                    <a:lnTo>
                      <a:pt x="612775" y="0"/>
                    </a:lnTo>
                    <a:lnTo>
                      <a:pt x="1097160" y="1618"/>
                    </a:lnTo>
                    <a:cubicBezTo>
                      <a:pt x="1138079" y="1618"/>
                      <a:pt x="1171251" y="34790"/>
                      <a:pt x="1171251" y="75709"/>
                    </a:cubicBezTo>
                    <a:lnTo>
                      <a:pt x="1171251" y="676827"/>
                    </a:lnTo>
                    <a:cubicBezTo>
                      <a:pt x="1171251" y="717746"/>
                      <a:pt x="1138079" y="750918"/>
                      <a:pt x="1097160" y="750918"/>
                    </a:cubicBezTo>
                    <a:lnTo>
                      <a:pt x="0" y="737418"/>
                    </a:lnTo>
                    <a:close/>
                  </a:path>
                </a:pathLst>
              </a:custGeom>
              <a:solidFill>
                <a:srgbClr val="089DA3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55" name="任意多边形 10">
                <a:extLst>
                  <a:ext uri="{FF2B5EF4-FFF2-40B4-BE49-F238E27FC236}">
                    <a16:creationId xmlns:a16="http://schemas.microsoft.com/office/drawing/2014/main" id="{64263C69-CE38-4F11-83AA-1553D94292CA}"/>
                  </a:ext>
                </a:extLst>
              </p:cNvPr>
              <p:cNvSpPr/>
              <p:nvPr/>
            </p:nvSpPr>
            <p:spPr bwMode="auto">
              <a:xfrm>
                <a:off x="3969682" y="2080255"/>
                <a:ext cx="608494" cy="782196"/>
              </a:xfrm>
              <a:custGeom>
                <a:avLst/>
                <a:gdLst>
                  <a:gd name="connsiteX0" fmla="*/ 457200 w 933450"/>
                  <a:gd name="connsiteY0" fmla="*/ 0 h 1127125"/>
                  <a:gd name="connsiteX1" fmla="*/ 311150 w 933450"/>
                  <a:gd name="connsiteY1" fmla="*/ 111125 h 1127125"/>
                  <a:gd name="connsiteX2" fmla="*/ 130175 w 933450"/>
                  <a:gd name="connsiteY2" fmla="*/ 269875 h 1127125"/>
                  <a:gd name="connsiteX3" fmla="*/ 22225 w 933450"/>
                  <a:gd name="connsiteY3" fmla="*/ 371475 h 1127125"/>
                  <a:gd name="connsiteX4" fmla="*/ 0 w 933450"/>
                  <a:gd name="connsiteY4" fmla="*/ 454025 h 1127125"/>
                  <a:gd name="connsiteX5" fmla="*/ 44450 w 933450"/>
                  <a:gd name="connsiteY5" fmla="*/ 504825 h 1127125"/>
                  <a:gd name="connsiteX6" fmla="*/ 327025 w 933450"/>
                  <a:gd name="connsiteY6" fmla="*/ 622300 h 1127125"/>
                  <a:gd name="connsiteX7" fmla="*/ 463550 w 933450"/>
                  <a:gd name="connsiteY7" fmla="*/ 758825 h 1127125"/>
                  <a:gd name="connsiteX8" fmla="*/ 463550 w 933450"/>
                  <a:gd name="connsiteY8" fmla="*/ 965200 h 1127125"/>
                  <a:gd name="connsiteX9" fmla="*/ 355600 w 933450"/>
                  <a:gd name="connsiteY9" fmla="*/ 1082675 h 1127125"/>
                  <a:gd name="connsiteX10" fmla="*/ 244475 w 933450"/>
                  <a:gd name="connsiteY10" fmla="*/ 1127125 h 1127125"/>
                  <a:gd name="connsiteX11" fmla="*/ 463550 w 933450"/>
                  <a:gd name="connsiteY11" fmla="*/ 1120775 h 1127125"/>
                  <a:gd name="connsiteX12" fmla="*/ 933450 w 933450"/>
                  <a:gd name="connsiteY12" fmla="*/ 384175 h 1127125"/>
                  <a:gd name="connsiteX13" fmla="*/ 841375 w 933450"/>
                  <a:gd name="connsiteY13" fmla="*/ 390525 h 1127125"/>
                  <a:gd name="connsiteX14" fmla="*/ 866775 w 933450"/>
                  <a:gd name="connsiteY14" fmla="*/ 292100 h 1127125"/>
                  <a:gd name="connsiteX15" fmla="*/ 831850 w 933450"/>
                  <a:gd name="connsiteY15" fmla="*/ 149225 h 1127125"/>
                  <a:gd name="connsiteX16" fmla="*/ 717550 w 933450"/>
                  <a:gd name="connsiteY16" fmla="*/ 53975 h 1127125"/>
                  <a:gd name="connsiteX17" fmla="*/ 568325 w 933450"/>
                  <a:gd name="connsiteY17" fmla="*/ 0 h 1127125"/>
                  <a:gd name="connsiteX18" fmla="*/ 457200 w 933450"/>
                  <a:gd name="connsiteY18" fmla="*/ 0 h 1127125"/>
                  <a:gd name="connsiteX0-1" fmla="*/ 457200 w 933450"/>
                  <a:gd name="connsiteY0-2" fmla="*/ 0 h 1127125"/>
                  <a:gd name="connsiteX1-3" fmla="*/ 311150 w 933450"/>
                  <a:gd name="connsiteY1-4" fmla="*/ 111125 h 1127125"/>
                  <a:gd name="connsiteX2-5" fmla="*/ 130175 w 933450"/>
                  <a:gd name="connsiteY2-6" fmla="*/ 269875 h 1127125"/>
                  <a:gd name="connsiteX3-7" fmla="*/ 22225 w 933450"/>
                  <a:gd name="connsiteY3-8" fmla="*/ 371475 h 1127125"/>
                  <a:gd name="connsiteX4-9" fmla="*/ 0 w 933450"/>
                  <a:gd name="connsiteY4-10" fmla="*/ 454025 h 1127125"/>
                  <a:gd name="connsiteX5-11" fmla="*/ 44450 w 933450"/>
                  <a:gd name="connsiteY5-12" fmla="*/ 504825 h 1127125"/>
                  <a:gd name="connsiteX6-13" fmla="*/ 327025 w 933450"/>
                  <a:gd name="connsiteY6-14" fmla="*/ 622300 h 1127125"/>
                  <a:gd name="connsiteX7-15" fmla="*/ 463550 w 933450"/>
                  <a:gd name="connsiteY7-16" fmla="*/ 758825 h 1127125"/>
                  <a:gd name="connsiteX8-17" fmla="*/ 463550 w 933450"/>
                  <a:gd name="connsiteY8-18" fmla="*/ 965200 h 1127125"/>
                  <a:gd name="connsiteX9-19" fmla="*/ 355600 w 933450"/>
                  <a:gd name="connsiteY9-20" fmla="*/ 1082675 h 1127125"/>
                  <a:gd name="connsiteX10-21" fmla="*/ 244475 w 933450"/>
                  <a:gd name="connsiteY10-22" fmla="*/ 1127125 h 1127125"/>
                  <a:gd name="connsiteX11-23" fmla="*/ 400050 w 933450"/>
                  <a:gd name="connsiteY11-24" fmla="*/ 1092200 h 1127125"/>
                  <a:gd name="connsiteX12-25" fmla="*/ 933450 w 933450"/>
                  <a:gd name="connsiteY12-26" fmla="*/ 384175 h 1127125"/>
                  <a:gd name="connsiteX13-27" fmla="*/ 841375 w 933450"/>
                  <a:gd name="connsiteY13-28" fmla="*/ 390525 h 1127125"/>
                  <a:gd name="connsiteX14-29" fmla="*/ 866775 w 933450"/>
                  <a:gd name="connsiteY14-30" fmla="*/ 292100 h 1127125"/>
                  <a:gd name="connsiteX15-31" fmla="*/ 831850 w 933450"/>
                  <a:gd name="connsiteY15-32" fmla="*/ 149225 h 1127125"/>
                  <a:gd name="connsiteX16-33" fmla="*/ 717550 w 933450"/>
                  <a:gd name="connsiteY16-34" fmla="*/ 53975 h 1127125"/>
                  <a:gd name="connsiteX17-35" fmla="*/ 568325 w 933450"/>
                  <a:gd name="connsiteY17-36" fmla="*/ 0 h 1127125"/>
                  <a:gd name="connsiteX18-37" fmla="*/ 457200 w 933450"/>
                  <a:gd name="connsiteY18-38" fmla="*/ 0 h 1127125"/>
                  <a:gd name="connsiteX0-39" fmla="*/ 457200 w 866775"/>
                  <a:gd name="connsiteY0-40" fmla="*/ 0 h 1127125"/>
                  <a:gd name="connsiteX1-41" fmla="*/ 311150 w 866775"/>
                  <a:gd name="connsiteY1-42" fmla="*/ 111125 h 1127125"/>
                  <a:gd name="connsiteX2-43" fmla="*/ 130175 w 866775"/>
                  <a:gd name="connsiteY2-44" fmla="*/ 269875 h 1127125"/>
                  <a:gd name="connsiteX3-45" fmla="*/ 22225 w 866775"/>
                  <a:gd name="connsiteY3-46" fmla="*/ 371475 h 1127125"/>
                  <a:gd name="connsiteX4-47" fmla="*/ 0 w 866775"/>
                  <a:gd name="connsiteY4-48" fmla="*/ 454025 h 1127125"/>
                  <a:gd name="connsiteX5-49" fmla="*/ 44450 w 866775"/>
                  <a:gd name="connsiteY5-50" fmla="*/ 504825 h 1127125"/>
                  <a:gd name="connsiteX6-51" fmla="*/ 327025 w 866775"/>
                  <a:gd name="connsiteY6-52" fmla="*/ 622300 h 1127125"/>
                  <a:gd name="connsiteX7-53" fmla="*/ 463550 w 866775"/>
                  <a:gd name="connsiteY7-54" fmla="*/ 758825 h 1127125"/>
                  <a:gd name="connsiteX8-55" fmla="*/ 463550 w 866775"/>
                  <a:gd name="connsiteY8-56" fmla="*/ 965200 h 1127125"/>
                  <a:gd name="connsiteX9-57" fmla="*/ 355600 w 866775"/>
                  <a:gd name="connsiteY9-58" fmla="*/ 1082675 h 1127125"/>
                  <a:gd name="connsiteX10-59" fmla="*/ 244475 w 866775"/>
                  <a:gd name="connsiteY10-60" fmla="*/ 1127125 h 1127125"/>
                  <a:gd name="connsiteX11-61" fmla="*/ 400050 w 866775"/>
                  <a:gd name="connsiteY11-62" fmla="*/ 1092200 h 1127125"/>
                  <a:gd name="connsiteX12-63" fmla="*/ 847725 w 866775"/>
                  <a:gd name="connsiteY12-64" fmla="*/ 393700 h 1127125"/>
                  <a:gd name="connsiteX13-65" fmla="*/ 841375 w 866775"/>
                  <a:gd name="connsiteY13-66" fmla="*/ 390525 h 1127125"/>
                  <a:gd name="connsiteX14-67" fmla="*/ 866775 w 866775"/>
                  <a:gd name="connsiteY14-68" fmla="*/ 292100 h 1127125"/>
                  <a:gd name="connsiteX15-69" fmla="*/ 831850 w 866775"/>
                  <a:gd name="connsiteY15-70" fmla="*/ 149225 h 1127125"/>
                  <a:gd name="connsiteX16-71" fmla="*/ 717550 w 866775"/>
                  <a:gd name="connsiteY16-72" fmla="*/ 53975 h 1127125"/>
                  <a:gd name="connsiteX17-73" fmla="*/ 568325 w 866775"/>
                  <a:gd name="connsiteY17-74" fmla="*/ 0 h 1127125"/>
                  <a:gd name="connsiteX18-75" fmla="*/ 457200 w 866775"/>
                  <a:gd name="connsiteY18-76" fmla="*/ 0 h 1127125"/>
                  <a:gd name="connsiteX0-77" fmla="*/ 457200 w 866775"/>
                  <a:gd name="connsiteY0-78" fmla="*/ 0 h 1127125"/>
                  <a:gd name="connsiteX1-79" fmla="*/ 311150 w 866775"/>
                  <a:gd name="connsiteY1-80" fmla="*/ 111125 h 1127125"/>
                  <a:gd name="connsiteX2-81" fmla="*/ 130175 w 866775"/>
                  <a:gd name="connsiteY2-82" fmla="*/ 269875 h 1127125"/>
                  <a:gd name="connsiteX3-83" fmla="*/ 22225 w 866775"/>
                  <a:gd name="connsiteY3-84" fmla="*/ 371475 h 1127125"/>
                  <a:gd name="connsiteX4-85" fmla="*/ 0 w 866775"/>
                  <a:gd name="connsiteY4-86" fmla="*/ 454025 h 1127125"/>
                  <a:gd name="connsiteX5-87" fmla="*/ 44450 w 866775"/>
                  <a:gd name="connsiteY5-88" fmla="*/ 504825 h 1127125"/>
                  <a:gd name="connsiteX6-89" fmla="*/ 327025 w 866775"/>
                  <a:gd name="connsiteY6-90" fmla="*/ 622300 h 1127125"/>
                  <a:gd name="connsiteX7-91" fmla="*/ 463550 w 866775"/>
                  <a:gd name="connsiteY7-92" fmla="*/ 758825 h 1127125"/>
                  <a:gd name="connsiteX8-93" fmla="*/ 463550 w 866775"/>
                  <a:gd name="connsiteY8-94" fmla="*/ 965200 h 1127125"/>
                  <a:gd name="connsiteX9-95" fmla="*/ 355600 w 866775"/>
                  <a:gd name="connsiteY9-96" fmla="*/ 1082675 h 1127125"/>
                  <a:gd name="connsiteX10-97" fmla="*/ 244475 w 866775"/>
                  <a:gd name="connsiteY10-98" fmla="*/ 1127125 h 1127125"/>
                  <a:gd name="connsiteX11-99" fmla="*/ 393700 w 866775"/>
                  <a:gd name="connsiteY11-100" fmla="*/ 1082675 h 1127125"/>
                  <a:gd name="connsiteX12-101" fmla="*/ 847725 w 866775"/>
                  <a:gd name="connsiteY12-102" fmla="*/ 393700 h 1127125"/>
                  <a:gd name="connsiteX13-103" fmla="*/ 841375 w 866775"/>
                  <a:gd name="connsiteY13-104" fmla="*/ 390525 h 1127125"/>
                  <a:gd name="connsiteX14-105" fmla="*/ 866775 w 866775"/>
                  <a:gd name="connsiteY14-106" fmla="*/ 292100 h 1127125"/>
                  <a:gd name="connsiteX15-107" fmla="*/ 831850 w 866775"/>
                  <a:gd name="connsiteY15-108" fmla="*/ 149225 h 1127125"/>
                  <a:gd name="connsiteX16-109" fmla="*/ 717550 w 866775"/>
                  <a:gd name="connsiteY16-110" fmla="*/ 53975 h 1127125"/>
                  <a:gd name="connsiteX17-111" fmla="*/ 568325 w 866775"/>
                  <a:gd name="connsiteY17-112" fmla="*/ 0 h 1127125"/>
                  <a:gd name="connsiteX18-113" fmla="*/ 457200 w 866775"/>
                  <a:gd name="connsiteY18-114" fmla="*/ 0 h 1127125"/>
                  <a:gd name="connsiteX0-115" fmla="*/ 457200 w 866775"/>
                  <a:gd name="connsiteY0-116" fmla="*/ 0 h 1127125"/>
                  <a:gd name="connsiteX1-117" fmla="*/ 311150 w 866775"/>
                  <a:gd name="connsiteY1-118" fmla="*/ 111125 h 1127125"/>
                  <a:gd name="connsiteX2-119" fmla="*/ 130175 w 866775"/>
                  <a:gd name="connsiteY2-120" fmla="*/ 269875 h 1127125"/>
                  <a:gd name="connsiteX3-121" fmla="*/ 22225 w 866775"/>
                  <a:gd name="connsiteY3-122" fmla="*/ 371475 h 1127125"/>
                  <a:gd name="connsiteX4-123" fmla="*/ 0 w 866775"/>
                  <a:gd name="connsiteY4-124" fmla="*/ 454025 h 1127125"/>
                  <a:gd name="connsiteX5-125" fmla="*/ 44450 w 866775"/>
                  <a:gd name="connsiteY5-126" fmla="*/ 504825 h 1127125"/>
                  <a:gd name="connsiteX6-127" fmla="*/ 327025 w 866775"/>
                  <a:gd name="connsiteY6-128" fmla="*/ 622300 h 1127125"/>
                  <a:gd name="connsiteX7-129" fmla="*/ 463550 w 866775"/>
                  <a:gd name="connsiteY7-130" fmla="*/ 758825 h 1127125"/>
                  <a:gd name="connsiteX8-131" fmla="*/ 463550 w 866775"/>
                  <a:gd name="connsiteY8-132" fmla="*/ 965200 h 1127125"/>
                  <a:gd name="connsiteX9-133" fmla="*/ 355600 w 866775"/>
                  <a:gd name="connsiteY9-134" fmla="*/ 1082675 h 1127125"/>
                  <a:gd name="connsiteX10-135" fmla="*/ 244475 w 866775"/>
                  <a:gd name="connsiteY10-136" fmla="*/ 1127125 h 1127125"/>
                  <a:gd name="connsiteX11-137" fmla="*/ 393700 w 866775"/>
                  <a:gd name="connsiteY11-138" fmla="*/ 1082675 h 1127125"/>
                  <a:gd name="connsiteX12-139" fmla="*/ 847725 w 866775"/>
                  <a:gd name="connsiteY12-140" fmla="*/ 393700 h 1127125"/>
                  <a:gd name="connsiteX13-141" fmla="*/ 841375 w 866775"/>
                  <a:gd name="connsiteY13-142" fmla="*/ 390525 h 1127125"/>
                  <a:gd name="connsiteX14-143" fmla="*/ 866775 w 866775"/>
                  <a:gd name="connsiteY14-144" fmla="*/ 292100 h 1127125"/>
                  <a:gd name="connsiteX15-145" fmla="*/ 831850 w 866775"/>
                  <a:gd name="connsiteY15-146" fmla="*/ 149225 h 1127125"/>
                  <a:gd name="connsiteX16-147" fmla="*/ 717550 w 866775"/>
                  <a:gd name="connsiteY16-148" fmla="*/ 53975 h 1127125"/>
                  <a:gd name="connsiteX17-149" fmla="*/ 568325 w 866775"/>
                  <a:gd name="connsiteY17-150" fmla="*/ 0 h 1127125"/>
                  <a:gd name="connsiteX18-151" fmla="*/ 457200 w 866775"/>
                  <a:gd name="connsiteY18-152" fmla="*/ 0 h 1127125"/>
                  <a:gd name="connsiteX0-153" fmla="*/ 457200 w 866775"/>
                  <a:gd name="connsiteY0-154" fmla="*/ 0 h 1127125"/>
                  <a:gd name="connsiteX1-155" fmla="*/ 311150 w 866775"/>
                  <a:gd name="connsiteY1-156" fmla="*/ 111125 h 1127125"/>
                  <a:gd name="connsiteX2-157" fmla="*/ 130175 w 866775"/>
                  <a:gd name="connsiteY2-158" fmla="*/ 269875 h 1127125"/>
                  <a:gd name="connsiteX3-159" fmla="*/ 22225 w 866775"/>
                  <a:gd name="connsiteY3-160" fmla="*/ 371475 h 1127125"/>
                  <a:gd name="connsiteX4-161" fmla="*/ 0 w 866775"/>
                  <a:gd name="connsiteY4-162" fmla="*/ 454025 h 1127125"/>
                  <a:gd name="connsiteX5-163" fmla="*/ 44450 w 866775"/>
                  <a:gd name="connsiteY5-164" fmla="*/ 504825 h 1127125"/>
                  <a:gd name="connsiteX6-165" fmla="*/ 314325 w 866775"/>
                  <a:gd name="connsiteY6-166" fmla="*/ 631825 h 1127125"/>
                  <a:gd name="connsiteX7-167" fmla="*/ 463550 w 866775"/>
                  <a:gd name="connsiteY7-168" fmla="*/ 758825 h 1127125"/>
                  <a:gd name="connsiteX8-169" fmla="*/ 463550 w 866775"/>
                  <a:gd name="connsiteY8-170" fmla="*/ 965200 h 1127125"/>
                  <a:gd name="connsiteX9-171" fmla="*/ 355600 w 866775"/>
                  <a:gd name="connsiteY9-172" fmla="*/ 1082675 h 1127125"/>
                  <a:gd name="connsiteX10-173" fmla="*/ 244475 w 866775"/>
                  <a:gd name="connsiteY10-174" fmla="*/ 1127125 h 1127125"/>
                  <a:gd name="connsiteX11-175" fmla="*/ 393700 w 866775"/>
                  <a:gd name="connsiteY11-176" fmla="*/ 1082675 h 1127125"/>
                  <a:gd name="connsiteX12-177" fmla="*/ 847725 w 866775"/>
                  <a:gd name="connsiteY12-178" fmla="*/ 393700 h 1127125"/>
                  <a:gd name="connsiteX13-179" fmla="*/ 841375 w 866775"/>
                  <a:gd name="connsiteY13-180" fmla="*/ 390525 h 1127125"/>
                  <a:gd name="connsiteX14-181" fmla="*/ 866775 w 866775"/>
                  <a:gd name="connsiteY14-182" fmla="*/ 292100 h 1127125"/>
                  <a:gd name="connsiteX15-183" fmla="*/ 831850 w 866775"/>
                  <a:gd name="connsiteY15-184" fmla="*/ 149225 h 1127125"/>
                  <a:gd name="connsiteX16-185" fmla="*/ 717550 w 866775"/>
                  <a:gd name="connsiteY16-186" fmla="*/ 53975 h 1127125"/>
                  <a:gd name="connsiteX17-187" fmla="*/ 568325 w 866775"/>
                  <a:gd name="connsiteY17-188" fmla="*/ 0 h 1127125"/>
                  <a:gd name="connsiteX18-189" fmla="*/ 457200 w 866775"/>
                  <a:gd name="connsiteY18-190" fmla="*/ 0 h 1127125"/>
                  <a:gd name="connsiteX0-191" fmla="*/ 457200 w 866775"/>
                  <a:gd name="connsiteY0-192" fmla="*/ 0 h 1127125"/>
                  <a:gd name="connsiteX1-193" fmla="*/ 311150 w 866775"/>
                  <a:gd name="connsiteY1-194" fmla="*/ 111125 h 1127125"/>
                  <a:gd name="connsiteX2-195" fmla="*/ 130175 w 866775"/>
                  <a:gd name="connsiteY2-196" fmla="*/ 269875 h 1127125"/>
                  <a:gd name="connsiteX3-197" fmla="*/ 22225 w 866775"/>
                  <a:gd name="connsiteY3-198" fmla="*/ 371475 h 1127125"/>
                  <a:gd name="connsiteX4-199" fmla="*/ 0 w 866775"/>
                  <a:gd name="connsiteY4-200" fmla="*/ 454025 h 1127125"/>
                  <a:gd name="connsiteX5-201" fmla="*/ 44450 w 866775"/>
                  <a:gd name="connsiteY5-202" fmla="*/ 504825 h 1127125"/>
                  <a:gd name="connsiteX6-203" fmla="*/ 314325 w 866775"/>
                  <a:gd name="connsiteY6-204" fmla="*/ 631825 h 1127125"/>
                  <a:gd name="connsiteX7-205" fmla="*/ 444500 w 866775"/>
                  <a:gd name="connsiteY7-206" fmla="*/ 758825 h 1127125"/>
                  <a:gd name="connsiteX8-207" fmla="*/ 463550 w 866775"/>
                  <a:gd name="connsiteY8-208" fmla="*/ 965200 h 1127125"/>
                  <a:gd name="connsiteX9-209" fmla="*/ 355600 w 866775"/>
                  <a:gd name="connsiteY9-210" fmla="*/ 1082675 h 1127125"/>
                  <a:gd name="connsiteX10-211" fmla="*/ 244475 w 866775"/>
                  <a:gd name="connsiteY10-212" fmla="*/ 1127125 h 1127125"/>
                  <a:gd name="connsiteX11-213" fmla="*/ 393700 w 866775"/>
                  <a:gd name="connsiteY11-214" fmla="*/ 1082675 h 1127125"/>
                  <a:gd name="connsiteX12-215" fmla="*/ 847725 w 866775"/>
                  <a:gd name="connsiteY12-216" fmla="*/ 393700 h 1127125"/>
                  <a:gd name="connsiteX13-217" fmla="*/ 841375 w 866775"/>
                  <a:gd name="connsiteY13-218" fmla="*/ 390525 h 1127125"/>
                  <a:gd name="connsiteX14-219" fmla="*/ 866775 w 866775"/>
                  <a:gd name="connsiteY14-220" fmla="*/ 292100 h 1127125"/>
                  <a:gd name="connsiteX15-221" fmla="*/ 831850 w 866775"/>
                  <a:gd name="connsiteY15-222" fmla="*/ 149225 h 1127125"/>
                  <a:gd name="connsiteX16-223" fmla="*/ 717550 w 866775"/>
                  <a:gd name="connsiteY16-224" fmla="*/ 53975 h 1127125"/>
                  <a:gd name="connsiteX17-225" fmla="*/ 568325 w 866775"/>
                  <a:gd name="connsiteY17-226" fmla="*/ 0 h 1127125"/>
                  <a:gd name="connsiteX18-227" fmla="*/ 457200 w 866775"/>
                  <a:gd name="connsiteY18-228" fmla="*/ 0 h 1127125"/>
                  <a:gd name="connsiteX0-229" fmla="*/ 457200 w 866775"/>
                  <a:gd name="connsiteY0-230" fmla="*/ 0 h 1127125"/>
                  <a:gd name="connsiteX1-231" fmla="*/ 311150 w 866775"/>
                  <a:gd name="connsiteY1-232" fmla="*/ 111125 h 1127125"/>
                  <a:gd name="connsiteX2-233" fmla="*/ 130175 w 866775"/>
                  <a:gd name="connsiteY2-234" fmla="*/ 269875 h 1127125"/>
                  <a:gd name="connsiteX3-235" fmla="*/ 22225 w 866775"/>
                  <a:gd name="connsiteY3-236" fmla="*/ 371475 h 1127125"/>
                  <a:gd name="connsiteX4-237" fmla="*/ 0 w 866775"/>
                  <a:gd name="connsiteY4-238" fmla="*/ 454025 h 1127125"/>
                  <a:gd name="connsiteX5-239" fmla="*/ 44450 w 866775"/>
                  <a:gd name="connsiteY5-240" fmla="*/ 504825 h 1127125"/>
                  <a:gd name="connsiteX6-241" fmla="*/ 314325 w 866775"/>
                  <a:gd name="connsiteY6-242" fmla="*/ 631825 h 1127125"/>
                  <a:gd name="connsiteX7-243" fmla="*/ 444500 w 866775"/>
                  <a:gd name="connsiteY7-244" fmla="*/ 758825 h 1127125"/>
                  <a:gd name="connsiteX8-245" fmla="*/ 444500 w 866775"/>
                  <a:gd name="connsiteY8-246" fmla="*/ 962025 h 1127125"/>
                  <a:gd name="connsiteX9-247" fmla="*/ 355600 w 866775"/>
                  <a:gd name="connsiteY9-248" fmla="*/ 1082675 h 1127125"/>
                  <a:gd name="connsiteX10-249" fmla="*/ 244475 w 866775"/>
                  <a:gd name="connsiteY10-250" fmla="*/ 1127125 h 1127125"/>
                  <a:gd name="connsiteX11-251" fmla="*/ 393700 w 866775"/>
                  <a:gd name="connsiteY11-252" fmla="*/ 1082675 h 1127125"/>
                  <a:gd name="connsiteX12-253" fmla="*/ 847725 w 866775"/>
                  <a:gd name="connsiteY12-254" fmla="*/ 393700 h 1127125"/>
                  <a:gd name="connsiteX13-255" fmla="*/ 841375 w 866775"/>
                  <a:gd name="connsiteY13-256" fmla="*/ 390525 h 1127125"/>
                  <a:gd name="connsiteX14-257" fmla="*/ 866775 w 866775"/>
                  <a:gd name="connsiteY14-258" fmla="*/ 292100 h 1127125"/>
                  <a:gd name="connsiteX15-259" fmla="*/ 831850 w 866775"/>
                  <a:gd name="connsiteY15-260" fmla="*/ 149225 h 1127125"/>
                  <a:gd name="connsiteX16-261" fmla="*/ 717550 w 866775"/>
                  <a:gd name="connsiteY16-262" fmla="*/ 53975 h 1127125"/>
                  <a:gd name="connsiteX17-263" fmla="*/ 568325 w 866775"/>
                  <a:gd name="connsiteY17-264" fmla="*/ 0 h 1127125"/>
                  <a:gd name="connsiteX18-265" fmla="*/ 457200 w 866775"/>
                  <a:gd name="connsiteY18-266" fmla="*/ 0 h 1127125"/>
                  <a:gd name="connsiteX0-267" fmla="*/ 457200 w 866775"/>
                  <a:gd name="connsiteY0-268" fmla="*/ 0 h 1127125"/>
                  <a:gd name="connsiteX1-269" fmla="*/ 311150 w 866775"/>
                  <a:gd name="connsiteY1-270" fmla="*/ 111125 h 1127125"/>
                  <a:gd name="connsiteX2-271" fmla="*/ 130175 w 866775"/>
                  <a:gd name="connsiteY2-272" fmla="*/ 269875 h 1127125"/>
                  <a:gd name="connsiteX3-273" fmla="*/ 22225 w 866775"/>
                  <a:gd name="connsiteY3-274" fmla="*/ 371475 h 1127125"/>
                  <a:gd name="connsiteX4-275" fmla="*/ 0 w 866775"/>
                  <a:gd name="connsiteY4-276" fmla="*/ 454025 h 1127125"/>
                  <a:gd name="connsiteX5-277" fmla="*/ 44450 w 866775"/>
                  <a:gd name="connsiteY5-278" fmla="*/ 504825 h 1127125"/>
                  <a:gd name="connsiteX6-279" fmla="*/ 314325 w 866775"/>
                  <a:gd name="connsiteY6-280" fmla="*/ 631825 h 1127125"/>
                  <a:gd name="connsiteX7-281" fmla="*/ 444500 w 866775"/>
                  <a:gd name="connsiteY7-282" fmla="*/ 758825 h 1127125"/>
                  <a:gd name="connsiteX8-283" fmla="*/ 444500 w 866775"/>
                  <a:gd name="connsiteY8-284" fmla="*/ 962025 h 1127125"/>
                  <a:gd name="connsiteX9-285" fmla="*/ 336550 w 866775"/>
                  <a:gd name="connsiteY9-286" fmla="*/ 1069975 h 1127125"/>
                  <a:gd name="connsiteX10-287" fmla="*/ 244475 w 866775"/>
                  <a:gd name="connsiteY10-288" fmla="*/ 1127125 h 1127125"/>
                  <a:gd name="connsiteX11-289" fmla="*/ 393700 w 866775"/>
                  <a:gd name="connsiteY11-290" fmla="*/ 1082675 h 1127125"/>
                  <a:gd name="connsiteX12-291" fmla="*/ 847725 w 866775"/>
                  <a:gd name="connsiteY12-292" fmla="*/ 393700 h 1127125"/>
                  <a:gd name="connsiteX13-293" fmla="*/ 841375 w 866775"/>
                  <a:gd name="connsiteY13-294" fmla="*/ 390525 h 1127125"/>
                  <a:gd name="connsiteX14-295" fmla="*/ 866775 w 866775"/>
                  <a:gd name="connsiteY14-296" fmla="*/ 292100 h 1127125"/>
                  <a:gd name="connsiteX15-297" fmla="*/ 831850 w 866775"/>
                  <a:gd name="connsiteY15-298" fmla="*/ 149225 h 1127125"/>
                  <a:gd name="connsiteX16-299" fmla="*/ 717550 w 866775"/>
                  <a:gd name="connsiteY16-300" fmla="*/ 53975 h 1127125"/>
                  <a:gd name="connsiteX17-301" fmla="*/ 568325 w 866775"/>
                  <a:gd name="connsiteY17-302" fmla="*/ 0 h 1127125"/>
                  <a:gd name="connsiteX18-303" fmla="*/ 457200 w 866775"/>
                  <a:gd name="connsiteY18-304" fmla="*/ 0 h 1127125"/>
                  <a:gd name="connsiteX0-305" fmla="*/ 466725 w 876300"/>
                  <a:gd name="connsiteY0-306" fmla="*/ 0 h 1127125"/>
                  <a:gd name="connsiteX1-307" fmla="*/ 320675 w 876300"/>
                  <a:gd name="connsiteY1-308" fmla="*/ 111125 h 1127125"/>
                  <a:gd name="connsiteX2-309" fmla="*/ 139700 w 876300"/>
                  <a:gd name="connsiteY2-310" fmla="*/ 269875 h 1127125"/>
                  <a:gd name="connsiteX3-311" fmla="*/ 0 w 876300"/>
                  <a:gd name="connsiteY3-312" fmla="*/ 396875 h 1127125"/>
                  <a:gd name="connsiteX4-313" fmla="*/ 9525 w 876300"/>
                  <a:gd name="connsiteY4-314" fmla="*/ 454025 h 1127125"/>
                  <a:gd name="connsiteX5-315" fmla="*/ 53975 w 876300"/>
                  <a:gd name="connsiteY5-316" fmla="*/ 504825 h 1127125"/>
                  <a:gd name="connsiteX6-317" fmla="*/ 323850 w 876300"/>
                  <a:gd name="connsiteY6-318" fmla="*/ 631825 h 1127125"/>
                  <a:gd name="connsiteX7-319" fmla="*/ 454025 w 876300"/>
                  <a:gd name="connsiteY7-320" fmla="*/ 758825 h 1127125"/>
                  <a:gd name="connsiteX8-321" fmla="*/ 454025 w 876300"/>
                  <a:gd name="connsiteY8-322" fmla="*/ 962025 h 1127125"/>
                  <a:gd name="connsiteX9-323" fmla="*/ 346075 w 876300"/>
                  <a:gd name="connsiteY9-324" fmla="*/ 1069975 h 1127125"/>
                  <a:gd name="connsiteX10-325" fmla="*/ 254000 w 876300"/>
                  <a:gd name="connsiteY10-326" fmla="*/ 1127125 h 1127125"/>
                  <a:gd name="connsiteX11-327" fmla="*/ 403225 w 876300"/>
                  <a:gd name="connsiteY11-328" fmla="*/ 1082675 h 1127125"/>
                  <a:gd name="connsiteX12-329" fmla="*/ 857250 w 876300"/>
                  <a:gd name="connsiteY12-330" fmla="*/ 393700 h 1127125"/>
                  <a:gd name="connsiteX13-331" fmla="*/ 850900 w 876300"/>
                  <a:gd name="connsiteY13-332" fmla="*/ 390525 h 1127125"/>
                  <a:gd name="connsiteX14-333" fmla="*/ 876300 w 876300"/>
                  <a:gd name="connsiteY14-334" fmla="*/ 292100 h 1127125"/>
                  <a:gd name="connsiteX15-335" fmla="*/ 841375 w 876300"/>
                  <a:gd name="connsiteY15-336" fmla="*/ 149225 h 1127125"/>
                  <a:gd name="connsiteX16-337" fmla="*/ 727075 w 876300"/>
                  <a:gd name="connsiteY16-338" fmla="*/ 53975 h 1127125"/>
                  <a:gd name="connsiteX17-339" fmla="*/ 577850 w 876300"/>
                  <a:gd name="connsiteY17-340" fmla="*/ 0 h 1127125"/>
                  <a:gd name="connsiteX18-341" fmla="*/ 466725 w 876300"/>
                  <a:gd name="connsiteY18-342" fmla="*/ 0 h 1127125"/>
                  <a:gd name="connsiteX0-343" fmla="*/ 466725 w 876300"/>
                  <a:gd name="connsiteY0-344" fmla="*/ 0 h 1127125"/>
                  <a:gd name="connsiteX1-345" fmla="*/ 320675 w 876300"/>
                  <a:gd name="connsiteY1-346" fmla="*/ 111125 h 1127125"/>
                  <a:gd name="connsiteX2-347" fmla="*/ 139700 w 876300"/>
                  <a:gd name="connsiteY2-348" fmla="*/ 269875 h 1127125"/>
                  <a:gd name="connsiteX3-349" fmla="*/ 0 w 876300"/>
                  <a:gd name="connsiteY3-350" fmla="*/ 396875 h 1127125"/>
                  <a:gd name="connsiteX4-351" fmla="*/ 0 w 876300"/>
                  <a:gd name="connsiteY4-352" fmla="*/ 460375 h 1127125"/>
                  <a:gd name="connsiteX5-353" fmla="*/ 53975 w 876300"/>
                  <a:gd name="connsiteY5-354" fmla="*/ 504825 h 1127125"/>
                  <a:gd name="connsiteX6-355" fmla="*/ 323850 w 876300"/>
                  <a:gd name="connsiteY6-356" fmla="*/ 631825 h 1127125"/>
                  <a:gd name="connsiteX7-357" fmla="*/ 454025 w 876300"/>
                  <a:gd name="connsiteY7-358" fmla="*/ 758825 h 1127125"/>
                  <a:gd name="connsiteX8-359" fmla="*/ 454025 w 876300"/>
                  <a:gd name="connsiteY8-360" fmla="*/ 962025 h 1127125"/>
                  <a:gd name="connsiteX9-361" fmla="*/ 346075 w 876300"/>
                  <a:gd name="connsiteY9-362" fmla="*/ 1069975 h 1127125"/>
                  <a:gd name="connsiteX10-363" fmla="*/ 254000 w 876300"/>
                  <a:gd name="connsiteY10-364" fmla="*/ 1127125 h 1127125"/>
                  <a:gd name="connsiteX11-365" fmla="*/ 403225 w 876300"/>
                  <a:gd name="connsiteY11-366" fmla="*/ 1082675 h 1127125"/>
                  <a:gd name="connsiteX12-367" fmla="*/ 857250 w 876300"/>
                  <a:gd name="connsiteY12-368" fmla="*/ 393700 h 1127125"/>
                  <a:gd name="connsiteX13-369" fmla="*/ 850900 w 876300"/>
                  <a:gd name="connsiteY13-370" fmla="*/ 390525 h 1127125"/>
                  <a:gd name="connsiteX14-371" fmla="*/ 876300 w 876300"/>
                  <a:gd name="connsiteY14-372" fmla="*/ 292100 h 1127125"/>
                  <a:gd name="connsiteX15-373" fmla="*/ 841375 w 876300"/>
                  <a:gd name="connsiteY15-374" fmla="*/ 149225 h 1127125"/>
                  <a:gd name="connsiteX16-375" fmla="*/ 727075 w 876300"/>
                  <a:gd name="connsiteY16-376" fmla="*/ 53975 h 1127125"/>
                  <a:gd name="connsiteX17-377" fmla="*/ 577850 w 876300"/>
                  <a:gd name="connsiteY17-378" fmla="*/ 0 h 1127125"/>
                  <a:gd name="connsiteX18-379" fmla="*/ 466725 w 876300"/>
                  <a:gd name="connsiteY18-380" fmla="*/ 0 h 1127125"/>
                  <a:gd name="connsiteX0-381" fmla="*/ 466725 w 876300"/>
                  <a:gd name="connsiteY0-382" fmla="*/ 0 h 1127125"/>
                  <a:gd name="connsiteX1-383" fmla="*/ 320675 w 876300"/>
                  <a:gd name="connsiteY1-384" fmla="*/ 111125 h 1127125"/>
                  <a:gd name="connsiteX2-385" fmla="*/ 139700 w 876300"/>
                  <a:gd name="connsiteY2-386" fmla="*/ 269875 h 1127125"/>
                  <a:gd name="connsiteX3-387" fmla="*/ 22225 w 876300"/>
                  <a:gd name="connsiteY3-388" fmla="*/ 393700 h 1127125"/>
                  <a:gd name="connsiteX4-389" fmla="*/ 0 w 876300"/>
                  <a:gd name="connsiteY4-390" fmla="*/ 460375 h 1127125"/>
                  <a:gd name="connsiteX5-391" fmla="*/ 53975 w 876300"/>
                  <a:gd name="connsiteY5-392" fmla="*/ 504825 h 1127125"/>
                  <a:gd name="connsiteX6-393" fmla="*/ 323850 w 876300"/>
                  <a:gd name="connsiteY6-394" fmla="*/ 631825 h 1127125"/>
                  <a:gd name="connsiteX7-395" fmla="*/ 454025 w 876300"/>
                  <a:gd name="connsiteY7-396" fmla="*/ 758825 h 1127125"/>
                  <a:gd name="connsiteX8-397" fmla="*/ 454025 w 876300"/>
                  <a:gd name="connsiteY8-398" fmla="*/ 962025 h 1127125"/>
                  <a:gd name="connsiteX9-399" fmla="*/ 346075 w 876300"/>
                  <a:gd name="connsiteY9-400" fmla="*/ 1069975 h 1127125"/>
                  <a:gd name="connsiteX10-401" fmla="*/ 254000 w 876300"/>
                  <a:gd name="connsiteY10-402" fmla="*/ 1127125 h 1127125"/>
                  <a:gd name="connsiteX11-403" fmla="*/ 403225 w 876300"/>
                  <a:gd name="connsiteY11-404" fmla="*/ 1082675 h 1127125"/>
                  <a:gd name="connsiteX12-405" fmla="*/ 857250 w 876300"/>
                  <a:gd name="connsiteY12-406" fmla="*/ 393700 h 1127125"/>
                  <a:gd name="connsiteX13-407" fmla="*/ 850900 w 876300"/>
                  <a:gd name="connsiteY13-408" fmla="*/ 390525 h 1127125"/>
                  <a:gd name="connsiteX14-409" fmla="*/ 876300 w 876300"/>
                  <a:gd name="connsiteY14-410" fmla="*/ 292100 h 1127125"/>
                  <a:gd name="connsiteX15-411" fmla="*/ 841375 w 876300"/>
                  <a:gd name="connsiteY15-412" fmla="*/ 149225 h 1127125"/>
                  <a:gd name="connsiteX16-413" fmla="*/ 727075 w 876300"/>
                  <a:gd name="connsiteY16-414" fmla="*/ 53975 h 1127125"/>
                  <a:gd name="connsiteX17-415" fmla="*/ 577850 w 876300"/>
                  <a:gd name="connsiteY17-416" fmla="*/ 0 h 1127125"/>
                  <a:gd name="connsiteX18-417" fmla="*/ 466725 w 876300"/>
                  <a:gd name="connsiteY18-418" fmla="*/ 0 h 1127125"/>
                  <a:gd name="connsiteX0-419" fmla="*/ 466725 w 876300"/>
                  <a:gd name="connsiteY0-420" fmla="*/ 0 h 1127125"/>
                  <a:gd name="connsiteX1-421" fmla="*/ 320675 w 876300"/>
                  <a:gd name="connsiteY1-422" fmla="*/ 111125 h 1127125"/>
                  <a:gd name="connsiteX2-423" fmla="*/ 139700 w 876300"/>
                  <a:gd name="connsiteY2-424" fmla="*/ 269875 h 1127125"/>
                  <a:gd name="connsiteX3-425" fmla="*/ 22225 w 876300"/>
                  <a:gd name="connsiteY3-426" fmla="*/ 393700 h 1127125"/>
                  <a:gd name="connsiteX4-427" fmla="*/ 0 w 876300"/>
                  <a:gd name="connsiteY4-428" fmla="*/ 460375 h 1127125"/>
                  <a:gd name="connsiteX5-429" fmla="*/ 53975 w 876300"/>
                  <a:gd name="connsiteY5-430" fmla="*/ 504825 h 1127125"/>
                  <a:gd name="connsiteX6-431" fmla="*/ 323850 w 876300"/>
                  <a:gd name="connsiteY6-432" fmla="*/ 631825 h 1127125"/>
                  <a:gd name="connsiteX7-433" fmla="*/ 454025 w 876300"/>
                  <a:gd name="connsiteY7-434" fmla="*/ 758825 h 1127125"/>
                  <a:gd name="connsiteX8-435" fmla="*/ 454025 w 876300"/>
                  <a:gd name="connsiteY8-436" fmla="*/ 962025 h 1127125"/>
                  <a:gd name="connsiteX9-437" fmla="*/ 346075 w 876300"/>
                  <a:gd name="connsiteY9-438" fmla="*/ 1069975 h 1127125"/>
                  <a:gd name="connsiteX10-439" fmla="*/ 228600 w 876300"/>
                  <a:gd name="connsiteY10-440" fmla="*/ 1127125 h 1127125"/>
                  <a:gd name="connsiteX11-441" fmla="*/ 403225 w 876300"/>
                  <a:gd name="connsiteY11-442" fmla="*/ 1082675 h 1127125"/>
                  <a:gd name="connsiteX12-443" fmla="*/ 857250 w 876300"/>
                  <a:gd name="connsiteY12-444" fmla="*/ 393700 h 1127125"/>
                  <a:gd name="connsiteX13-445" fmla="*/ 850900 w 876300"/>
                  <a:gd name="connsiteY13-446" fmla="*/ 390525 h 1127125"/>
                  <a:gd name="connsiteX14-447" fmla="*/ 876300 w 876300"/>
                  <a:gd name="connsiteY14-448" fmla="*/ 292100 h 1127125"/>
                  <a:gd name="connsiteX15-449" fmla="*/ 841375 w 876300"/>
                  <a:gd name="connsiteY15-450" fmla="*/ 149225 h 1127125"/>
                  <a:gd name="connsiteX16-451" fmla="*/ 727075 w 876300"/>
                  <a:gd name="connsiteY16-452" fmla="*/ 53975 h 1127125"/>
                  <a:gd name="connsiteX17-453" fmla="*/ 577850 w 876300"/>
                  <a:gd name="connsiteY17-454" fmla="*/ 0 h 1127125"/>
                  <a:gd name="connsiteX18-455" fmla="*/ 466725 w 876300"/>
                  <a:gd name="connsiteY18-456" fmla="*/ 0 h 1127125"/>
                  <a:gd name="connsiteX0-457" fmla="*/ 466725 w 876300"/>
                  <a:gd name="connsiteY0-458" fmla="*/ 0 h 1122363"/>
                  <a:gd name="connsiteX1-459" fmla="*/ 320675 w 876300"/>
                  <a:gd name="connsiteY1-460" fmla="*/ 111125 h 1122363"/>
                  <a:gd name="connsiteX2-461" fmla="*/ 139700 w 876300"/>
                  <a:gd name="connsiteY2-462" fmla="*/ 269875 h 1122363"/>
                  <a:gd name="connsiteX3-463" fmla="*/ 22225 w 876300"/>
                  <a:gd name="connsiteY3-464" fmla="*/ 393700 h 1122363"/>
                  <a:gd name="connsiteX4-465" fmla="*/ 0 w 876300"/>
                  <a:gd name="connsiteY4-466" fmla="*/ 460375 h 1122363"/>
                  <a:gd name="connsiteX5-467" fmla="*/ 53975 w 876300"/>
                  <a:gd name="connsiteY5-468" fmla="*/ 504825 h 1122363"/>
                  <a:gd name="connsiteX6-469" fmla="*/ 323850 w 876300"/>
                  <a:gd name="connsiteY6-470" fmla="*/ 631825 h 1122363"/>
                  <a:gd name="connsiteX7-471" fmla="*/ 454025 w 876300"/>
                  <a:gd name="connsiteY7-472" fmla="*/ 758825 h 1122363"/>
                  <a:gd name="connsiteX8-473" fmla="*/ 454025 w 876300"/>
                  <a:gd name="connsiteY8-474" fmla="*/ 962025 h 1122363"/>
                  <a:gd name="connsiteX9-475" fmla="*/ 346075 w 876300"/>
                  <a:gd name="connsiteY9-476" fmla="*/ 1069975 h 1122363"/>
                  <a:gd name="connsiteX10-477" fmla="*/ 223838 w 876300"/>
                  <a:gd name="connsiteY10-478" fmla="*/ 1122363 h 1122363"/>
                  <a:gd name="connsiteX11-479" fmla="*/ 403225 w 876300"/>
                  <a:gd name="connsiteY11-480" fmla="*/ 1082675 h 1122363"/>
                  <a:gd name="connsiteX12-481" fmla="*/ 857250 w 876300"/>
                  <a:gd name="connsiteY12-482" fmla="*/ 393700 h 1122363"/>
                  <a:gd name="connsiteX13-483" fmla="*/ 850900 w 876300"/>
                  <a:gd name="connsiteY13-484" fmla="*/ 390525 h 1122363"/>
                  <a:gd name="connsiteX14-485" fmla="*/ 876300 w 876300"/>
                  <a:gd name="connsiteY14-486" fmla="*/ 292100 h 1122363"/>
                  <a:gd name="connsiteX15-487" fmla="*/ 841375 w 876300"/>
                  <a:gd name="connsiteY15-488" fmla="*/ 149225 h 1122363"/>
                  <a:gd name="connsiteX16-489" fmla="*/ 727075 w 876300"/>
                  <a:gd name="connsiteY16-490" fmla="*/ 53975 h 1122363"/>
                  <a:gd name="connsiteX17-491" fmla="*/ 577850 w 876300"/>
                  <a:gd name="connsiteY17-492" fmla="*/ 0 h 1122363"/>
                  <a:gd name="connsiteX18-493" fmla="*/ 466725 w 876300"/>
                  <a:gd name="connsiteY18-494" fmla="*/ 0 h 1122363"/>
                  <a:gd name="connsiteX0-495" fmla="*/ 466725 w 876300"/>
                  <a:gd name="connsiteY0-496" fmla="*/ 0 h 1122363"/>
                  <a:gd name="connsiteX1-497" fmla="*/ 320675 w 876300"/>
                  <a:gd name="connsiteY1-498" fmla="*/ 111125 h 1122363"/>
                  <a:gd name="connsiteX2-499" fmla="*/ 139700 w 876300"/>
                  <a:gd name="connsiteY2-500" fmla="*/ 269875 h 1122363"/>
                  <a:gd name="connsiteX3-501" fmla="*/ 22225 w 876300"/>
                  <a:gd name="connsiteY3-502" fmla="*/ 393700 h 1122363"/>
                  <a:gd name="connsiteX4-503" fmla="*/ 0 w 876300"/>
                  <a:gd name="connsiteY4-504" fmla="*/ 460375 h 1122363"/>
                  <a:gd name="connsiteX5-505" fmla="*/ 53975 w 876300"/>
                  <a:gd name="connsiteY5-506" fmla="*/ 504825 h 1122363"/>
                  <a:gd name="connsiteX6-507" fmla="*/ 323850 w 876300"/>
                  <a:gd name="connsiteY6-508" fmla="*/ 631825 h 1122363"/>
                  <a:gd name="connsiteX7-509" fmla="*/ 454025 w 876300"/>
                  <a:gd name="connsiteY7-510" fmla="*/ 758825 h 1122363"/>
                  <a:gd name="connsiteX8-511" fmla="*/ 454025 w 876300"/>
                  <a:gd name="connsiteY8-512" fmla="*/ 962025 h 1122363"/>
                  <a:gd name="connsiteX9-513" fmla="*/ 346075 w 876300"/>
                  <a:gd name="connsiteY9-514" fmla="*/ 1069975 h 1122363"/>
                  <a:gd name="connsiteX10-515" fmla="*/ 223838 w 876300"/>
                  <a:gd name="connsiteY10-516" fmla="*/ 1122363 h 1122363"/>
                  <a:gd name="connsiteX11-517" fmla="*/ 386556 w 876300"/>
                  <a:gd name="connsiteY11-518" fmla="*/ 1063625 h 1122363"/>
                  <a:gd name="connsiteX12-519" fmla="*/ 857250 w 876300"/>
                  <a:gd name="connsiteY12-520" fmla="*/ 393700 h 1122363"/>
                  <a:gd name="connsiteX13-521" fmla="*/ 850900 w 876300"/>
                  <a:gd name="connsiteY13-522" fmla="*/ 390525 h 1122363"/>
                  <a:gd name="connsiteX14-523" fmla="*/ 876300 w 876300"/>
                  <a:gd name="connsiteY14-524" fmla="*/ 292100 h 1122363"/>
                  <a:gd name="connsiteX15-525" fmla="*/ 841375 w 876300"/>
                  <a:gd name="connsiteY15-526" fmla="*/ 149225 h 1122363"/>
                  <a:gd name="connsiteX16-527" fmla="*/ 727075 w 876300"/>
                  <a:gd name="connsiteY16-528" fmla="*/ 53975 h 1122363"/>
                  <a:gd name="connsiteX17-529" fmla="*/ 577850 w 876300"/>
                  <a:gd name="connsiteY17-530" fmla="*/ 0 h 1122363"/>
                  <a:gd name="connsiteX18-531" fmla="*/ 466725 w 876300"/>
                  <a:gd name="connsiteY18-532" fmla="*/ 0 h 1122363"/>
                  <a:gd name="connsiteX0-533" fmla="*/ 466725 w 876300"/>
                  <a:gd name="connsiteY0-534" fmla="*/ 0 h 1122363"/>
                  <a:gd name="connsiteX1-535" fmla="*/ 320675 w 876300"/>
                  <a:gd name="connsiteY1-536" fmla="*/ 111125 h 1122363"/>
                  <a:gd name="connsiteX2-537" fmla="*/ 139700 w 876300"/>
                  <a:gd name="connsiteY2-538" fmla="*/ 269875 h 1122363"/>
                  <a:gd name="connsiteX3-539" fmla="*/ 22225 w 876300"/>
                  <a:gd name="connsiteY3-540" fmla="*/ 393700 h 1122363"/>
                  <a:gd name="connsiteX4-541" fmla="*/ 0 w 876300"/>
                  <a:gd name="connsiteY4-542" fmla="*/ 460375 h 1122363"/>
                  <a:gd name="connsiteX5-543" fmla="*/ 53975 w 876300"/>
                  <a:gd name="connsiteY5-544" fmla="*/ 504825 h 1122363"/>
                  <a:gd name="connsiteX6-545" fmla="*/ 323850 w 876300"/>
                  <a:gd name="connsiteY6-546" fmla="*/ 631825 h 1122363"/>
                  <a:gd name="connsiteX7-547" fmla="*/ 454025 w 876300"/>
                  <a:gd name="connsiteY7-548" fmla="*/ 758825 h 1122363"/>
                  <a:gd name="connsiteX8-549" fmla="*/ 454025 w 876300"/>
                  <a:gd name="connsiteY8-550" fmla="*/ 962025 h 1122363"/>
                  <a:gd name="connsiteX9-551" fmla="*/ 346075 w 876300"/>
                  <a:gd name="connsiteY9-552" fmla="*/ 1069975 h 1122363"/>
                  <a:gd name="connsiteX10-553" fmla="*/ 223838 w 876300"/>
                  <a:gd name="connsiteY10-554" fmla="*/ 1122363 h 1122363"/>
                  <a:gd name="connsiteX11-555" fmla="*/ 422275 w 876300"/>
                  <a:gd name="connsiteY11-556" fmla="*/ 1030288 h 1122363"/>
                  <a:gd name="connsiteX12-557" fmla="*/ 857250 w 876300"/>
                  <a:gd name="connsiteY12-558" fmla="*/ 393700 h 1122363"/>
                  <a:gd name="connsiteX13-559" fmla="*/ 850900 w 876300"/>
                  <a:gd name="connsiteY13-560" fmla="*/ 390525 h 1122363"/>
                  <a:gd name="connsiteX14-561" fmla="*/ 876300 w 876300"/>
                  <a:gd name="connsiteY14-562" fmla="*/ 292100 h 1122363"/>
                  <a:gd name="connsiteX15-563" fmla="*/ 841375 w 876300"/>
                  <a:gd name="connsiteY15-564" fmla="*/ 149225 h 1122363"/>
                  <a:gd name="connsiteX16-565" fmla="*/ 727075 w 876300"/>
                  <a:gd name="connsiteY16-566" fmla="*/ 53975 h 1122363"/>
                  <a:gd name="connsiteX17-567" fmla="*/ 577850 w 876300"/>
                  <a:gd name="connsiteY17-568" fmla="*/ 0 h 1122363"/>
                  <a:gd name="connsiteX18-569" fmla="*/ 466725 w 876300"/>
                  <a:gd name="connsiteY18-570" fmla="*/ 0 h 1122363"/>
                  <a:gd name="connsiteX0-571" fmla="*/ 466725 w 876300"/>
                  <a:gd name="connsiteY0-572" fmla="*/ 0 h 1122363"/>
                  <a:gd name="connsiteX1-573" fmla="*/ 320675 w 876300"/>
                  <a:gd name="connsiteY1-574" fmla="*/ 111125 h 1122363"/>
                  <a:gd name="connsiteX2-575" fmla="*/ 139700 w 876300"/>
                  <a:gd name="connsiteY2-576" fmla="*/ 269875 h 1122363"/>
                  <a:gd name="connsiteX3-577" fmla="*/ 22225 w 876300"/>
                  <a:gd name="connsiteY3-578" fmla="*/ 393700 h 1122363"/>
                  <a:gd name="connsiteX4-579" fmla="*/ 0 w 876300"/>
                  <a:gd name="connsiteY4-580" fmla="*/ 460375 h 1122363"/>
                  <a:gd name="connsiteX5-581" fmla="*/ 53975 w 876300"/>
                  <a:gd name="connsiteY5-582" fmla="*/ 504825 h 1122363"/>
                  <a:gd name="connsiteX6-583" fmla="*/ 323850 w 876300"/>
                  <a:gd name="connsiteY6-584" fmla="*/ 631825 h 1122363"/>
                  <a:gd name="connsiteX7-585" fmla="*/ 454025 w 876300"/>
                  <a:gd name="connsiteY7-586" fmla="*/ 758825 h 1122363"/>
                  <a:gd name="connsiteX8-587" fmla="*/ 454025 w 876300"/>
                  <a:gd name="connsiteY8-588" fmla="*/ 962025 h 1122363"/>
                  <a:gd name="connsiteX9-589" fmla="*/ 346075 w 876300"/>
                  <a:gd name="connsiteY9-590" fmla="*/ 1069975 h 1122363"/>
                  <a:gd name="connsiteX10-591" fmla="*/ 223838 w 876300"/>
                  <a:gd name="connsiteY10-592" fmla="*/ 1122363 h 1122363"/>
                  <a:gd name="connsiteX11-593" fmla="*/ 422275 w 876300"/>
                  <a:gd name="connsiteY11-594" fmla="*/ 1030288 h 1122363"/>
                  <a:gd name="connsiteX12-595" fmla="*/ 857250 w 876300"/>
                  <a:gd name="connsiteY12-596" fmla="*/ 393700 h 1122363"/>
                  <a:gd name="connsiteX13-597" fmla="*/ 860425 w 876300"/>
                  <a:gd name="connsiteY13-598" fmla="*/ 385763 h 1122363"/>
                  <a:gd name="connsiteX14-599" fmla="*/ 876300 w 876300"/>
                  <a:gd name="connsiteY14-600" fmla="*/ 292100 h 1122363"/>
                  <a:gd name="connsiteX15-601" fmla="*/ 841375 w 876300"/>
                  <a:gd name="connsiteY15-602" fmla="*/ 149225 h 1122363"/>
                  <a:gd name="connsiteX16-603" fmla="*/ 727075 w 876300"/>
                  <a:gd name="connsiteY16-604" fmla="*/ 53975 h 1122363"/>
                  <a:gd name="connsiteX17-605" fmla="*/ 577850 w 876300"/>
                  <a:gd name="connsiteY17-606" fmla="*/ 0 h 1122363"/>
                  <a:gd name="connsiteX18-607" fmla="*/ 466725 w 876300"/>
                  <a:gd name="connsiteY18-608" fmla="*/ 0 h 1122363"/>
                  <a:gd name="connsiteX0-609" fmla="*/ 466725 w 876300"/>
                  <a:gd name="connsiteY0-610" fmla="*/ 0 h 1122363"/>
                  <a:gd name="connsiteX1-611" fmla="*/ 320675 w 876300"/>
                  <a:gd name="connsiteY1-612" fmla="*/ 111125 h 1122363"/>
                  <a:gd name="connsiteX2-613" fmla="*/ 139700 w 876300"/>
                  <a:gd name="connsiteY2-614" fmla="*/ 269875 h 1122363"/>
                  <a:gd name="connsiteX3-615" fmla="*/ 22225 w 876300"/>
                  <a:gd name="connsiteY3-616" fmla="*/ 393700 h 1122363"/>
                  <a:gd name="connsiteX4-617" fmla="*/ 0 w 876300"/>
                  <a:gd name="connsiteY4-618" fmla="*/ 460375 h 1122363"/>
                  <a:gd name="connsiteX5-619" fmla="*/ 53975 w 876300"/>
                  <a:gd name="connsiteY5-620" fmla="*/ 504825 h 1122363"/>
                  <a:gd name="connsiteX6-621" fmla="*/ 323850 w 876300"/>
                  <a:gd name="connsiteY6-622" fmla="*/ 631825 h 1122363"/>
                  <a:gd name="connsiteX7-623" fmla="*/ 454025 w 876300"/>
                  <a:gd name="connsiteY7-624" fmla="*/ 758825 h 1122363"/>
                  <a:gd name="connsiteX8-625" fmla="*/ 454025 w 876300"/>
                  <a:gd name="connsiteY8-626" fmla="*/ 962025 h 1122363"/>
                  <a:gd name="connsiteX9-627" fmla="*/ 346075 w 876300"/>
                  <a:gd name="connsiteY9-628" fmla="*/ 1069975 h 1122363"/>
                  <a:gd name="connsiteX10-629" fmla="*/ 223838 w 876300"/>
                  <a:gd name="connsiteY10-630" fmla="*/ 1122363 h 1122363"/>
                  <a:gd name="connsiteX11-631" fmla="*/ 422275 w 876300"/>
                  <a:gd name="connsiteY11-632" fmla="*/ 1030288 h 1122363"/>
                  <a:gd name="connsiteX12-633" fmla="*/ 857250 w 876300"/>
                  <a:gd name="connsiteY12-634" fmla="*/ 393700 h 1122363"/>
                  <a:gd name="connsiteX13-635" fmla="*/ 869950 w 876300"/>
                  <a:gd name="connsiteY13-636" fmla="*/ 376238 h 1122363"/>
                  <a:gd name="connsiteX14-637" fmla="*/ 876300 w 876300"/>
                  <a:gd name="connsiteY14-638" fmla="*/ 292100 h 1122363"/>
                  <a:gd name="connsiteX15-639" fmla="*/ 841375 w 876300"/>
                  <a:gd name="connsiteY15-640" fmla="*/ 149225 h 1122363"/>
                  <a:gd name="connsiteX16-641" fmla="*/ 727075 w 876300"/>
                  <a:gd name="connsiteY16-642" fmla="*/ 53975 h 1122363"/>
                  <a:gd name="connsiteX17-643" fmla="*/ 577850 w 876300"/>
                  <a:gd name="connsiteY17-644" fmla="*/ 0 h 1122363"/>
                  <a:gd name="connsiteX18-645" fmla="*/ 466725 w 876300"/>
                  <a:gd name="connsiteY18-646" fmla="*/ 0 h 1122363"/>
                  <a:gd name="connsiteX0-647" fmla="*/ 466725 w 876300"/>
                  <a:gd name="connsiteY0-648" fmla="*/ 0 h 1122363"/>
                  <a:gd name="connsiteX1-649" fmla="*/ 320675 w 876300"/>
                  <a:gd name="connsiteY1-650" fmla="*/ 111125 h 1122363"/>
                  <a:gd name="connsiteX2-651" fmla="*/ 139700 w 876300"/>
                  <a:gd name="connsiteY2-652" fmla="*/ 269875 h 1122363"/>
                  <a:gd name="connsiteX3-653" fmla="*/ 22225 w 876300"/>
                  <a:gd name="connsiteY3-654" fmla="*/ 393700 h 1122363"/>
                  <a:gd name="connsiteX4-655" fmla="*/ 0 w 876300"/>
                  <a:gd name="connsiteY4-656" fmla="*/ 460375 h 1122363"/>
                  <a:gd name="connsiteX5-657" fmla="*/ 53975 w 876300"/>
                  <a:gd name="connsiteY5-658" fmla="*/ 504825 h 1122363"/>
                  <a:gd name="connsiteX6-659" fmla="*/ 323850 w 876300"/>
                  <a:gd name="connsiteY6-660" fmla="*/ 631825 h 1122363"/>
                  <a:gd name="connsiteX7-661" fmla="*/ 454025 w 876300"/>
                  <a:gd name="connsiteY7-662" fmla="*/ 758825 h 1122363"/>
                  <a:gd name="connsiteX8-663" fmla="*/ 454025 w 876300"/>
                  <a:gd name="connsiteY8-664" fmla="*/ 962025 h 1122363"/>
                  <a:gd name="connsiteX9-665" fmla="*/ 346075 w 876300"/>
                  <a:gd name="connsiteY9-666" fmla="*/ 1069975 h 1122363"/>
                  <a:gd name="connsiteX10-667" fmla="*/ 223838 w 876300"/>
                  <a:gd name="connsiteY10-668" fmla="*/ 1122363 h 1122363"/>
                  <a:gd name="connsiteX11-669" fmla="*/ 422275 w 876300"/>
                  <a:gd name="connsiteY11-670" fmla="*/ 1030288 h 1122363"/>
                  <a:gd name="connsiteX12-671" fmla="*/ 869950 w 876300"/>
                  <a:gd name="connsiteY12-672" fmla="*/ 376238 h 1122363"/>
                  <a:gd name="connsiteX13-673" fmla="*/ 876300 w 876300"/>
                  <a:gd name="connsiteY13-674" fmla="*/ 292100 h 1122363"/>
                  <a:gd name="connsiteX14-675" fmla="*/ 841375 w 876300"/>
                  <a:gd name="connsiteY14-676" fmla="*/ 149225 h 1122363"/>
                  <a:gd name="connsiteX15-677" fmla="*/ 727075 w 876300"/>
                  <a:gd name="connsiteY15-678" fmla="*/ 53975 h 1122363"/>
                  <a:gd name="connsiteX16-679" fmla="*/ 577850 w 876300"/>
                  <a:gd name="connsiteY16-680" fmla="*/ 0 h 1122363"/>
                  <a:gd name="connsiteX17-681" fmla="*/ 466725 w 876300"/>
                  <a:gd name="connsiteY17-682" fmla="*/ 0 h 1122363"/>
                  <a:gd name="connsiteX0-683" fmla="*/ 466725 w 876300"/>
                  <a:gd name="connsiteY0-684" fmla="*/ 0 h 1122363"/>
                  <a:gd name="connsiteX1-685" fmla="*/ 320675 w 876300"/>
                  <a:gd name="connsiteY1-686" fmla="*/ 111125 h 1122363"/>
                  <a:gd name="connsiteX2-687" fmla="*/ 139700 w 876300"/>
                  <a:gd name="connsiteY2-688" fmla="*/ 269875 h 1122363"/>
                  <a:gd name="connsiteX3-689" fmla="*/ 22225 w 876300"/>
                  <a:gd name="connsiteY3-690" fmla="*/ 393700 h 1122363"/>
                  <a:gd name="connsiteX4-691" fmla="*/ 0 w 876300"/>
                  <a:gd name="connsiteY4-692" fmla="*/ 460375 h 1122363"/>
                  <a:gd name="connsiteX5-693" fmla="*/ 53975 w 876300"/>
                  <a:gd name="connsiteY5-694" fmla="*/ 504825 h 1122363"/>
                  <a:gd name="connsiteX6-695" fmla="*/ 323850 w 876300"/>
                  <a:gd name="connsiteY6-696" fmla="*/ 631825 h 1122363"/>
                  <a:gd name="connsiteX7-697" fmla="*/ 454025 w 876300"/>
                  <a:gd name="connsiteY7-698" fmla="*/ 758825 h 1122363"/>
                  <a:gd name="connsiteX8-699" fmla="*/ 454025 w 876300"/>
                  <a:gd name="connsiteY8-700" fmla="*/ 962025 h 1122363"/>
                  <a:gd name="connsiteX9-701" fmla="*/ 346075 w 876300"/>
                  <a:gd name="connsiteY9-702" fmla="*/ 1069975 h 1122363"/>
                  <a:gd name="connsiteX10-703" fmla="*/ 223838 w 876300"/>
                  <a:gd name="connsiteY10-704" fmla="*/ 1122363 h 1122363"/>
                  <a:gd name="connsiteX11-705" fmla="*/ 422275 w 876300"/>
                  <a:gd name="connsiteY11-706" fmla="*/ 1030288 h 1122363"/>
                  <a:gd name="connsiteX12-707" fmla="*/ 869950 w 876300"/>
                  <a:gd name="connsiteY12-708" fmla="*/ 376238 h 1122363"/>
                  <a:gd name="connsiteX13-709" fmla="*/ 876300 w 876300"/>
                  <a:gd name="connsiteY13-710" fmla="*/ 292100 h 1122363"/>
                  <a:gd name="connsiteX14-711" fmla="*/ 841375 w 876300"/>
                  <a:gd name="connsiteY14-712" fmla="*/ 149225 h 1122363"/>
                  <a:gd name="connsiteX15-713" fmla="*/ 727075 w 876300"/>
                  <a:gd name="connsiteY15-714" fmla="*/ 53975 h 1122363"/>
                  <a:gd name="connsiteX16-715" fmla="*/ 577850 w 876300"/>
                  <a:gd name="connsiteY16-716" fmla="*/ 0 h 1122363"/>
                  <a:gd name="connsiteX17-717" fmla="*/ 466725 w 876300"/>
                  <a:gd name="connsiteY17-718" fmla="*/ 0 h 1122363"/>
                  <a:gd name="connsiteX0-719" fmla="*/ 466725 w 876311"/>
                  <a:gd name="connsiteY0-720" fmla="*/ 0 h 1122363"/>
                  <a:gd name="connsiteX1-721" fmla="*/ 320675 w 876311"/>
                  <a:gd name="connsiteY1-722" fmla="*/ 111125 h 1122363"/>
                  <a:gd name="connsiteX2-723" fmla="*/ 139700 w 876311"/>
                  <a:gd name="connsiteY2-724" fmla="*/ 269875 h 1122363"/>
                  <a:gd name="connsiteX3-725" fmla="*/ 22225 w 876311"/>
                  <a:gd name="connsiteY3-726" fmla="*/ 393700 h 1122363"/>
                  <a:gd name="connsiteX4-727" fmla="*/ 0 w 876311"/>
                  <a:gd name="connsiteY4-728" fmla="*/ 460375 h 1122363"/>
                  <a:gd name="connsiteX5-729" fmla="*/ 53975 w 876311"/>
                  <a:gd name="connsiteY5-730" fmla="*/ 504825 h 1122363"/>
                  <a:gd name="connsiteX6-731" fmla="*/ 323850 w 876311"/>
                  <a:gd name="connsiteY6-732" fmla="*/ 631825 h 1122363"/>
                  <a:gd name="connsiteX7-733" fmla="*/ 454025 w 876311"/>
                  <a:gd name="connsiteY7-734" fmla="*/ 758825 h 1122363"/>
                  <a:gd name="connsiteX8-735" fmla="*/ 454025 w 876311"/>
                  <a:gd name="connsiteY8-736" fmla="*/ 962025 h 1122363"/>
                  <a:gd name="connsiteX9-737" fmla="*/ 346075 w 876311"/>
                  <a:gd name="connsiteY9-738" fmla="*/ 1069975 h 1122363"/>
                  <a:gd name="connsiteX10-739" fmla="*/ 223838 w 876311"/>
                  <a:gd name="connsiteY10-740" fmla="*/ 1122363 h 1122363"/>
                  <a:gd name="connsiteX11-741" fmla="*/ 422275 w 876311"/>
                  <a:gd name="connsiteY11-742" fmla="*/ 1030288 h 1122363"/>
                  <a:gd name="connsiteX12-743" fmla="*/ 869950 w 876311"/>
                  <a:gd name="connsiteY12-744" fmla="*/ 376238 h 1122363"/>
                  <a:gd name="connsiteX13-745" fmla="*/ 876300 w 876311"/>
                  <a:gd name="connsiteY13-746" fmla="*/ 292100 h 1122363"/>
                  <a:gd name="connsiteX14-747" fmla="*/ 841375 w 876311"/>
                  <a:gd name="connsiteY14-748" fmla="*/ 149225 h 1122363"/>
                  <a:gd name="connsiteX15-749" fmla="*/ 727075 w 876311"/>
                  <a:gd name="connsiteY15-750" fmla="*/ 53975 h 1122363"/>
                  <a:gd name="connsiteX16-751" fmla="*/ 577850 w 876311"/>
                  <a:gd name="connsiteY16-752" fmla="*/ 0 h 1122363"/>
                  <a:gd name="connsiteX17-753" fmla="*/ 466725 w 876311"/>
                  <a:gd name="connsiteY17-754" fmla="*/ 0 h 1122363"/>
                  <a:gd name="connsiteX0-755" fmla="*/ 466725 w 876311"/>
                  <a:gd name="connsiteY0-756" fmla="*/ 0 h 1122363"/>
                  <a:gd name="connsiteX1-757" fmla="*/ 320675 w 876311"/>
                  <a:gd name="connsiteY1-758" fmla="*/ 111125 h 1122363"/>
                  <a:gd name="connsiteX2-759" fmla="*/ 139700 w 876311"/>
                  <a:gd name="connsiteY2-760" fmla="*/ 269875 h 1122363"/>
                  <a:gd name="connsiteX3-761" fmla="*/ 22225 w 876311"/>
                  <a:gd name="connsiteY3-762" fmla="*/ 393700 h 1122363"/>
                  <a:gd name="connsiteX4-763" fmla="*/ 0 w 876311"/>
                  <a:gd name="connsiteY4-764" fmla="*/ 460375 h 1122363"/>
                  <a:gd name="connsiteX5-765" fmla="*/ 53975 w 876311"/>
                  <a:gd name="connsiteY5-766" fmla="*/ 504825 h 1122363"/>
                  <a:gd name="connsiteX6-767" fmla="*/ 323850 w 876311"/>
                  <a:gd name="connsiteY6-768" fmla="*/ 631825 h 1122363"/>
                  <a:gd name="connsiteX7-769" fmla="*/ 454025 w 876311"/>
                  <a:gd name="connsiteY7-770" fmla="*/ 758825 h 1122363"/>
                  <a:gd name="connsiteX8-771" fmla="*/ 454025 w 876311"/>
                  <a:gd name="connsiteY8-772" fmla="*/ 962025 h 1122363"/>
                  <a:gd name="connsiteX9-773" fmla="*/ 346075 w 876311"/>
                  <a:gd name="connsiteY9-774" fmla="*/ 1069975 h 1122363"/>
                  <a:gd name="connsiteX10-775" fmla="*/ 223838 w 876311"/>
                  <a:gd name="connsiteY10-776" fmla="*/ 1122363 h 1122363"/>
                  <a:gd name="connsiteX11-777" fmla="*/ 422275 w 876311"/>
                  <a:gd name="connsiteY11-778" fmla="*/ 1030288 h 1122363"/>
                  <a:gd name="connsiteX12-779" fmla="*/ 869950 w 876311"/>
                  <a:gd name="connsiteY12-780" fmla="*/ 376238 h 1122363"/>
                  <a:gd name="connsiteX13-781" fmla="*/ 876300 w 876311"/>
                  <a:gd name="connsiteY13-782" fmla="*/ 292100 h 1122363"/>
                  <a:gd name="connsiteX14-783" fmla="*/ 841375 w 876311"/>
                  <a:gd name="connsiteY14-784" fmla="*/ 149225 h 1122363"/>
                  <a:gd name="connsiteX15-785" fmla="*/ 727075 w 876311"/>
                  <a:gd name="connsiteY15-786" fmla="*/ 53975 h 1122363"/>
                  <a:gd name="connsiteX16-787" fmla="*/ 577850 w 876311"/>
                  <a:gd name="connsiteY16-788" fmla="*/ 0 h 1122363"/>
                  <a:gd name="connsiteX17-789" fmla="*/ 466725 w 876311"/>
                  <a:gd name="connsiteY17-790" fmla="*/ 0 h 1122363"/>
                  <a:gd name="connsiteX0-791" fmla="*/ 466725 w 876311"/>
                  <a:gd name="connsiteY0-792" fmla="*/ 0 h 1122363"/>
                  <a:gd name="connsiteX1-793" fmla="*/ 320675 w 876311"/>
                  <a:gd name="connsiteY1-794" fmla="*/ 111125 h 1122363"/>
                  <a:gd name="connsiteX2-795" fmla="*/ 139700 w 876311"/>
                  <a:gd name="connsiteY2-796" fmla="*/ 269875 h 1122363"/>
                  <a:gd name="connsiteX3-797" fmla="*/ 22225 w 876311"/>
                  <a:gd name="connsiteY3-798" fmla="*/ 393700 h 1122363"/>
                  <a:gd name="connsiteX4-799" fmla="*/ 0 w 876311"/>
                  <a:gd name="connsiteY4-800" fmla="*/ 460375 h 1122363"/>
                  <a:gd name="connsiteX5-801" fmla="*/ 53975 w 876311"/>
                  <a:gd name="connsiteY5-802" fmla="*/ 504825 h 1122363"/>
                  <a:gd name="connsiteX6-803" fmla="*/ 323850 w 876311"/>
                  <a:gd name="connsiteY6-804" fmla="*/ 631825 h 1122363"/>
                  <a:gd name="connsiteX7-805" fmla="*/ 454025 w 876311"/>
                  <a:gd name="connsiteY7-806" fmla="*/ 758825 h 1122363"/>
                  <a:gd name="connsiteX8-807" fmla="*/ 454025 w 876311"/>
                  <a:gd name="connsiteY8-808" fmla="*/ 962025 h 1122363"/>
                  <a:gd name="connsiteX9-809" fmla="*/ 346075 w 876311"/>
                  <a:gd name="connsiteY9-810" fmla="*/ 1069975 h 1122363"/>
                  <a:gd name="connsiteX10-811" fmla="*/ 223838 w 876311"/>
                  <a:gd name="connsiteY10-812" fmla="*/ 1122363 h 1122363"/>
                  <a:gd name="connsiteX11-813" fmla="*/ 422275 w 876311"/>
                  <a:gd name="connsiteY11-814" fmla="*/ 1030288 h 1122363"/>
                  <a:gd name="connsiteX12-815" fmla="*/ 869950 w 876311"/>
                  <a:gd name="connsiteY12-816" fmla="*/ 376238 h 1122363"/>
                  <a:gd name="connsiteX13-817" fmla="*/ 876300 w 876311"/>
                  <a:gd name="connsiteY13-818" fmla="*/ 292100 h 1122363"/>
                  <a:gd name="connsiteX14-819" fmla="*/ 841375 w 876311"/>
                  <a:gd name="connsiteY14-820" fmla="*/ 149225 h 1122363"/>
                  <a:gd name="connsiteX15-821" fmla="*/ 727075 w 876311"/>
                  <a:gd name="connsiteY15-822" fmla="*/ 53975 h 1122363"/>
                  <a:gd name="connsiteX16-823" fmla="*/ 577850 w 876311"/>
                  <a:gd name="connsiteY16-824" fmla="*/ 0 h 1122363"/>
                  <a:gd name="connsiteX17-825" fmla="*/ 466725 w 876311"/>
                  <a:gd name="connsiteY17-826" fmla="*/ 0 h 1122363"/>
                  <a:gd name="connsiteX0-827" fmla="*/ 466725 w 876311"/>
                  <a:gd name="connsiteY0-828" fmla="*/ 0 h 1122363"/>
                  <a:gd name="connsiteX1-829" fmla="*/ 320675 w 876311"/>
                  <a:gd name="connsiteY1-830" fmla="*/ 111125 h 1122363"/>
                  <a:gd name="connsiteX2-831" fmla="*/ 139700 w 876311"/>
                  <a:gd name="connsiteY2-832" fmla="*/ 269875 h 1122363"/>
                  <a:gd name="connsiteX3-833" fmla="*/ 22225 w 876311"/>
                  <a:gd name="connsiteY3-834" fmla="*/ 393700 h 1122363"/>
                  <a:gd name="connsiteX4-835" fmla="*/ 0 w 876311"/>
                  <a:gd name="connsiteY4-836" fmla="*/ 460375 h 1122363"/>
                  <a:gd name="connsiteX5-837" fmla="*/ 53975 w 876311"/>
                  <a:gd name="connsiteY5-838" fmla="*/ 504825 h 1122363"/>
                  <a:gd name="connsiteX6-839" fmla="*/ 323850 w 876311"/>
                  <a:gd name="connsiteY6-840" fmla="*/ 631825 h 1122363"/>
                  <a:gd name="connsiteX7-841" fmla="*/ 454025 w 876311"/>
                  <a:gd name="connsiteY7-842" fmla="*/ 758825 h 1122363"/>
                  <a:gd name="connsiteX8-843" fmla="*/ 454025 w 876311"/>
                  <a:gd name="connsiteY8-844" fmla="*/ 962025 h 1122363"/>
                  <a:gd name="connsiteX9-845" fmla="*/ 346075 w 876311"/>
                  <a:gd name="connsiteY9-846" fmla="*/ 1069975 h 1122363"/>
                  <a:gd name="connsiteX10-847" fmla="*/ 223838 w 876311"/>
                  <a:gd name="connsiteY10-848" fmla="*/ 1122363 h 1122363"/>
                  <a:gd name="connsiteX11-849" fmla="*/ 422275 w 876311"/>
                  <a:gd name="connsiteY11-850" fmla="*/ 1030288 h 1122363"/>
                  <a:gd name="connsiteX12-851" fmla="*/ 869950 w 876311"/>
                  <a:gd name="connsiteY12-852" fmla="*/ 376238 h 1122363"/>
                  <a:gd name="connsiteX13-853" fmla="*/ 876300 w 876311"/>
                  <a:gd name="connsiteY13-854" fmla="*/ 292100 h 1122363"/>
                  <a:gd name="connsiteX14-855" fmla="*/ 841375 w 876311"/>
                  <a:gd name="connsiteY14-856" fmla="*/ 149225 h 1122363"/>
                  <a:gd name="connsiteX15-857" fmla="*/ 727075 w 876311"/>
                  <a:gd name="connsiteY15-858" fmla="*/ 53975 h 1122363"/>
                  <a:gd name="connsiteX16-859" fmla="*/ 577850 w 876311"/>
                  <a:gd name="connsiteY16-860" fmla="*/ 0 h 1122363"/>
                  <a:gd name="connsiteX17-861" fmla="*/ 466725 w 876311"/>
                  <a:gd name="connsiteY17-862" fmla="*/ 0 h 1122363"/>
                  <a:gd name="connsiteX0-863" fmla="*/ 466725 w 876311"/>
                  <a:gd name="connsiteY0-864" fmla="*/ 0 h 1122363"/>
                  <a:gd name="connsiteX1-865" fmla="*/ 320675 w 876311"/>
                  <a:gd name="connsiteY1-866" fmla="*/ 111125 h 1122363"/>
                  <a:gd name="connsiteX2-867" fmla="*/ 139700 w 876311"/>
                  <a:gd name="connsiteY2-868" fmla="*/ 269875 h 1122363"/>
                  <a:gd name="connsiteX3-869" fmla="*/ 22225 w 876311"/>
                  <a:gd name="connsiteY3-870" fmla="*/ 393700 h 1122363"/>
                  <a:gd name="connsiteX4-871" fmla="*/ 0 w 876311"/>
                  <a:gd name="connsiteY4-872" fmla="*/ 460375 h 1122363"/>
                  <a:gd name="connsiteX5-873" fmla="*/ 53975 w 876311"/>
                  <a:gd name="connsiteY5-874" fmla="*/ 504825 h 1122363"/>
                  <a:gd name="connsiteX6-875" fmla="*/ 323850 w 876311"/>
                  <a:gd name="connsiteY6-876" fmla="*/ 631825 h 1122363"/>
                  <a:gd name="connsiteX7-877" fmla="*/ 454025 w 876311"/>
                  <a:gd name="connsiteY7-878" fmla="*/ 758825 h 1122363"/>
                  <a:gd name="connsiteX8-879" fmla="*/ 454025 w 876311"/>
                  <a:gd name="connsiteY8-880" fmla="*/ 962025 h 1122363"/>
                  <a:gd name="connsiteX9-881" fmla="*/ 346075 w 876311"/>
                  <a:gd name="connsiteY9-882" fmla="*/ 1069975 h 1122363"/>
                  <a:gd name="connsiteX10-883" fmla="*/ 223838 w 876311"/>
                  <a:gd name="connsiteY10-884" fmla="*/ 1122363 h 1122363"/>
                  <a:gd name="connsiteX11-885" fmla="*/ 422275 w 876311"/>
                  <a:gd name="connsiteY11-886" fmla="*/ 1030288 h 1122363"/>
                  <a:gd name="connsiteX12-887" fmla="*/ 869950 w 876311"/>
                  <a:gd name="connsiteY12-888" fmla="*/ 376238 h 1122363"/>
                  <a:gd name="connsiteX13-889" fmla="*/ 876300 w 876311"/>
                  <a:gd name="connsiteY13-890" fmla="*/ 292100 h 1122363"/>
                  <a:gd name="connsiteX14-891" fmla="*/ 841375 w 876311"/>
                  <a:gd name="connsiteY14-892" fmla="*/ 149225 h 1122363"/>
                  <a:gd name="connsiteX15-893" fmla="*/ 727075 w 876311"/>
                  <a:gd name="connsiteY15-894" fmla="*/ 53975 h 1122363"/>
                  <a:gd name="connsiteX16-895" fmla="*/ 577850 w 876311"/>
                  <a:gd name="connsiteY16-896" fmla="*/ 0 h 1122363"/>
                  <a:gd name="connsiteX17-897" fmla="*/ 466725 w 876311"/>
                  <a:gd name="connsiteY17-898" fmla="*/ 0 h 1122363"/>
                  <a:gd name="connsiteX0-899" fmla="*/ 466725 w 876311"/>
                  <a:gd name="connsiteY0-900" fmla="*/ 0 h 1122363"/>
                  <a:gd name="connsiteX1-901" fmla="*/ 320675 w 876311"/>
                  <a:gd name="connsiteY1-902" fmla="*/ 111125 h 1122363"/>
                  <a:gd name="connsiteX2-903" fmla="*/ 139700 w 876311"/>
                  <a:gd name="connsiteY2-904" fmla="*/ 269875 h 1122363"/>
                  <a:gd name="connsiteX3-905" fmla="*/ 22225 w 876311"/>
                  <a:gd name="connsiteY3-906" fmla="*/ 393700 h 1122363"/>
                  <a:gd name="connsiteX4-907" fmla="*/ 0 w 876311"/>
                  <a:gd name="connsiteY4-908" fmla="*/ 460375 h 1122363"/>
                  <a:gd name="connsiteX5-909" fmla="*/ 53975 w 876311"/>
                  <a:gd name="connsiteY5-910" fmla="*/ 504825 h 1122363"/>
                  <a:gd name="connsiteX6-911" fmla="*/ 323850 w 876311"/>
                  <a:gd name="connsiteY6-912" fmla="*/ 631825 h 1122363"/>
                  <a:gd name="connsiteX7-913" fmla="*/ 454025 w 876311"/>
                  <a:gd name="connsiteY7-914" fmla="*/ 758825 h 1122363"/>
                  <a:gd name="connsiteX8-915" fmla="*/ 454025 w 876311"/>
                  <a:gd name="connsiteY8-916" fmla="*/ 962025 h 1122363"/>
                  <a:gd name="connsiteX9-917" fmla="*/ 346075 w 876311"/>
                  <a:gd name="connsiteY9-918" fmla="*/ 1069975 h 1122363"/>
                  <a:gd name="connsiteX10-919" fmla="*/ 223838 w 876311"/>
                  <a:gd name="connsiteY10-920" fmla="*/ 1122363 h 1122363"/>
                  <a:gd name="connsiteX11-921" fmla="*/ 422275 w 876311"/>
                  <a:gd name="connsiteY11-922" fmla="*/ 1030288 h 1122363"/>
                  <a:gd name="connsiteX12-923" fmla="*/ 869950 w 876311"/>
                  <a:gd name="connsiteY12-924" fmla="*/ 376238 h 1122363"/>
                  <a:gd name="connsiteX13-925" fmla="*/ 876300 w 876311"/>
                  <a:gd name="connsiteY13-926" fmla="*/ 292100 h 1122363"/>
                  <a:gd name="connsiteX14-927" fmla="*/ 841375 w 876311"/>
                  <a:gd name="connsiteY14-928" fmla="*/ 149225 h 1122363"/>
                  <a:gd name="connsiteX15-929" fmla="*/ 727075 w 876311"/>
                  <a:gd name="connsiteY15-930" fmla="*/ 53975 h 1122363"/>
                  <a:gd name="connsiteX16-931" fmla="*/ 577850 w 876311"/>
                  <a:gd name="connsiteY16-932" fmla="*/ 0 h 1122363"/>
                  <a:gd name="connsiteX17-933" fmla="*/ 466725 w 876311"/>
                  <a:gd name="connsiteY17-934" fmla="*/ 0 h 1122363"/>
                  <a:gd name="connsiteX0-935" fmla="*/ 466725 w 876311"/>
                  <a:gd name="connsiteY0-936" fmla="*/ 3175 h 1125538"/>
                  <a:gd name="connsiteX1-937" fmla="*/ 320675 w 876311"/>
                  <a:gd name="connsiteY1-938" fmla="*/ 114300 h 1125538"/>
                  <a:gd name="connsiteX2-939" fmla="*/ 139700 w 876311"/>
                  <a:gd name="connsiteY2-940" fmla="*/ 273050 h 1125538"/>
                  <a:gd name="connsiteX3-941" fmla="*/ 22225 w 876311"/>
                  <a:gd name="connsiteY3-942" fmla="*/ 396875 h 1125538"/>
                  <a:gd name="connsiteX4-943" fmla="*/ 0 w 876311"/>
                  <a:gd name="connsiteY4-944" fmla="*/ 463550 h 1125538"/>
                  <a:gd name="connsiteX5-945" fmla="*/ 53975 w 876311"/>
                  <a:gd name="connsiteY5-946" fmla="*/ 508000 h 1125538"/>
                  <a:gd name="connsiteX6-947" fmla="*/ 323850 w 876311"/>
                  <a:gd name="connsiteY6-948" fmla="*/ 635000 h 1125538"/>
                  <a:gd name="connsiteX7-949" fmla="*/ 454025 w 876311"/>
                  <a:gd name="connsiteY7-950" fmla="*/ 762000 h 1125538"/>
                  <a:gd name="connsiteX8-951" fmla="*/ 454025 w 876311"/>
                  <a:gd name="connsiteY8-952" fmla="*/ 965200 h 1125538"/>
                  <a:gd name="connsiteX9-953" fmla="*/ 346075 w 876311"/>
                  <a:gd name="connsiteY9-954" fmla="*/ 1073150 h 1125538"/>
                  <a:gd name="connsiteX10-955" fmla="*/ 223838 w 876311"/>
                  <a:gd name="connsiteY10-956" fmla="*/ 1125538 h 1125538"/>
                  <a:gd name="connsiteX11-957" fmla="*/ 422275 w 876311"/>
                  <a:gd name="connsiteY11-958" fmla="*/ 1033463 h 1125538"/>
                  <a:gd name="connsiteX12-959" fmla="*/ 869950 w 876311"/>
                  <a:gd name="connsiteY12-960" fmla="*/ 379413 h 1125538"/>
                  <a:gd name="connsiteX13-961" fmla="*/ 876300 w 876311"/>
                  <a:gd name="connsiteY13-962" fmla="*/ 295275 h 1125538"/>
                  <a:gd name="connsiteX14-963" fmla="*/ 841375 w 876311"/>
                  <a:gd name="connsiteY14-964" fmla="*/ 152400 h 1125538"/>
                  <a:gd name="connsiteX15-965" fmla="*/ 727075 w 876311"/>
                  <a:gd name="connsiteY15-966" fmla="*/ 57150 h 1125538"/>
                  <a:gd name="connsiteX16-967" fmla="*/ 577850 w 876311"/>
                  <a:gd name="connsiteY16-968" fmla="*/ 3175 h 1125538"/>
                  <a:gd name="connsiteX17-969" fmla="*/ 466725 w 876311"/>
                  <a:gd name="connsiteY17-970" fmla="*/ 3175 h 1125538"/>
                  <a:gd name="connsiteX0-971" fmla="*/ 466725 w 876311"/>
                  <a:gd name="connsiteY0-972" fmla="*/ 5357 h 1127720"/>
                  <a:gd name="connsiteX1-973" fmla="*/ 320675 w 876311"/>
                  <a:gd name="connsiteY1-974" fmla="*/ 116482 h 1127720"/>
                  <a:gd name="connsiteX2-975" fmla="*/ 139700 w 876311"/>
                  <a:gd name="connsiteY2-976" fmla="*/ 275232 h 1127720"/>
                  <a:gd name="connsiteX3-977" fmla="*/ 22225 w 876311"/>
                  <a:gd name="connsiteY3-978" fmla="*/ 399057 h 1127720"/>
                  <a:gd name="connsiteX4-979" fmla="*/ 0 w 876311"/>
                  <a:gd name="connsiteY4-980" fmla="*/ 465732 h 1127720"/>
                  <a:gd name="connsiteX5-981" fmla="*/ 53975 w 876311"/>
                  <a:gd name="connsiteY5-982" fmla="*/ 510182 h 1127720"/>
                  <a:gd name="connsiteX6-983" fmla="*/ 323850 w 876311"/>
                  <a:gd name="connsiteY6-984" fmla="*/ 637182 h 1127720"/>
                  <a:gd name="connsiteX7-985" fmla="*/ 454025 w 876311"/>
                  <a:gd name="connsiteY7-986" fmla="*/ 764182 h 1127720"/>
                  <a:gd name="connsiteX8-987" fmla="*/ 454025 w 876311"/>
                  <a:gd name="connsiteY8-988" fmla="*/ 967382 h 1127720"/>
                  <a:gd name="connsiteX9-989" fmla="*/ 346075 w 876311"/>
                  <a:gd name="connsiteY9-990" fmla="*/ 1075332 h 1127720"/>
                  <a:gd name="connsiteX10-991" fmla="*/ 223838 w 876311"/>
                  <a:gd name="connsiteY10-992" fmla="*/ 1127720 h 1127720"/>
                  <a:gd name="connsiteX11-993" fmla="*/ 422275 w 876311"/>
                  <a:gd name="connsiteY11-994" fmla="*/ 1035645 h 1127720"/>
                  <a:gd name="connsiteX12-995" fmla="*/ 869950 w 876311"/>
                  <a:gd name="connsiteY12-996" fmla="*/ 381595 h 1127720"/>
                  <a:gd name="connsiteX13-997" fmla="*/ 876300 w 876311"/>
                  <a:gd name="connsiteY13-998" fmla="*/ 297457 h 1127720"/>
                  <a:gd name="connsiteX14-999" fmla="*/ 841375 w 876311"/>
                  <a:gd name="connsiteY14-1000" fmla="*/ 154582 h 1127720"/>
                  <a:gd name="connsiteX15-1001" fmla="*/ 727075 w 876311"/>
                  <a:gd name="connsiteY15-1002" fmla="*/ 59332 h 1127720"/>
                  <a:gd name="connsiteX16-1003" fmla="*/ 577850 w 876311"/>
                  <a:gd name="connsiteY16-1004" fmla="*/ 5357 h 1127720"/>
                  <a:gd name="connsiteX17-1005" fmla="*/ 466725 w 876311"/>
                  <a:gd name="connsiteY17-1006" fmla="*/ 5357 h 112772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</a:cxnLst>
                <a:rect l="l" t="t" r="r" b="b"/>
                <a:pathLst>
                  <a:path w="876311" h="1127720">
                    <a:moveTo>
                      <a:pt x="466725" y="5357"/>
                    </a:moveTo>
                    <a:lnTo>
                      <a:pt x="320675" y="116482"/>
                    </a:lnTo>
                    <a:lnTo>
                      <a:pt x="139700" y="275232"/>
                    </a:lnTo>
                    <a:lnTo>
                      <a:pt x="22225" y="399057"/>
                    </a:lnTo>
                    <a:lnTo>
                      <a:pt x="0" y="465732"/>
                    </a:lnTo>
                    <a:lnTo>
                      <a:pt x="53975" y="510182"/>
                    </a:lnTo>
                    <a:lnTo>
                      <a:pt x="323850" y="637182"/>
                    </a:lnTo>
                    <a:lnTo>
                      <a:pt x="454025" y="764182"/>
                    </a:lnTo>
                    <a:lnTo>
                      <a:pt x="454025" y="967382"/>
                    </a:lnTo>
                    <a:lnTo>
                      <a:pt x="346075" y="1075332"/>
                    </a:lnTo>
                    <a:lnTo>
                      <a:pt x="223838" y="1127720"/>
                    </a:lnTo>
                    <a:lnTo>
                      <a:pt x="422275" y="1035645"/>
                    </a:lnTo>
                    <a:lnTo>
                      <a:pt x="869950" y="381595"/>
                    </a:lnTo>
                    <a:cubicBezTo>
                      <a:pt x="872067" y="353549"/>
                      <a:pt x="876564" y="351697"/>
                      <a:pt x="876300" y="297457"/>
                    </a:cubicBezTo>
                    <a:cubicBezTo>
                      <a:pt x="867039" y="223638"/>
                      <a:pt x="874448" y="242688"/>
                      <a:pt x="841375" y="154582"/>
                    </a:cubicBezTo>
                    <a:cubicBezTo>
                      <a:pt x="793750" y="101400"/>
                      <a:pt x="777082" y="91082"/>
                      <a:pt x="727075" y="59332"/>
                    </a:cubicBezTo>
                    <a:cubicBezTo>
                      <a:pt x="672570" y="27052"/>
                      <a:pt x="651404" y="18586"/>
                      <a:pt x="577850" y="5357"/>
                    </a:cubicBezTo>
                    <a:cubicBezTo>
                      <a:pt x="516996" y="-1787"/>
                      <a:pt x="515673" y="-1786"/>
                      <a:pt x="466725" y="5357"/>
                    </a:cubicBezTo>
                    <a:close/>
                  </a:path>
                </a:pathLst>
              </a:custGeom>
              <a:gradFill flip="none" rotWithShape="1">
                <a:gsLst>
                  <a:gs pos="98000">
                    <a:schemeClr val="bg1">
                      <a:lumMod val="75000"/>
                    </a:schemeClr>
                  </a:gs>
                  <a:gs pos="50000">
                    <a:schemeClr val="bg1">
                      <a:lumMod val="95000"/>
                    </a:schemeClr>
                  </a:gs>
                  <a:gs pos="8000">
                    <a:schemeClr val="bg1">
                      <a:lumMod val="8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56" name="任意多边形 3">
                <a:extLst>
                  <a:ext uri="{FF2B5EF4-FFF2-40B4-BE49-F238E27FC236}">
                    <a16:creationId xmlns:a16="http://schemas.microsoft.com/office/drawing/2014/main" id="{A6CF9A4A-1EED-40CC-A7AF-9AF7B5FF0845}"/>
                  </a:ext>
                </a:extLst>
              </p:cNvPr>
              <p:cNvSpPr/>
              <p:nvPr/>
            </p:nvSpPr>
            <p:spPr bwMode="auto">
              <a:xfrm>
                <a:off x="3298563" y="2346033"/>
                <a:ext cx="1028476" cy="519721"/>
              </a:xfrm>
              <a:custGeom>
                <a:avLst/>
                <a:gdLst/>
                <a:ahLst/>
                <a:cxnLst/>
                <a:rect l="l" t="t" r="r" b="b"/>
                <a:pathLst>
                  <a:path w="1481140" h="749300">
                    <a:moveTo>
                      <a:pt x="1004096" y="0"/>
                    </a:moveTo>
                    <a:cubicBezTo>
                      <a:pt x="992454" y="26458"/>
                      <a:pt x="996688" y="17992"/>
                      <a:pt x="997746" y="60325"/>
                    </a:cubicBezTo>
                    <a:cubicBezTo>
                      <a:pt x="1014679" y="87578"/>
                      <a:pt x="1007006" y="87048"/>
                      <a:pt x="1048546" y="120650"/>
                    </a:cubicBezTo>
                    <a:cubicBezTo>
                      <a:pt x="1087439" y="132292"/>
                      <a:pt x="1095377" y="134409"/>
                      <a:pt x="1143796" y="155575"/>
                    </a:cubicBezTo>
                    <a:cubicBezTo>
                      <a:pt x="1203063" y="175683"/>
                      <a:pt x="1224229" y="195792"/>
                      <a:pt x="1264446" y="215900"/>
                    </a:cubicBezTo>
                    <a:cubicBezTo>
                      <a:pt x="1327416" y="252942"/>
                      <a:pt x="1341969" y="258233"/>
                      <a:pt x="1410496" y="327025"/>
                    </a:cubicBezTo>
                    <a:cubicBezTo>
                      <a:pt x="1462619" y="396610"/>
                      <a:pt x="1459973" y="365390"/>
                      <a:pt x="1481140" y="492919"/>
                    </a:cubicBezTo>
                    <a:cubicBezTo>
                      <a:pt x="1464207" y="614627"/>
                      <a:pt x="1458385" y="591079"/>
                      <a:pt x="1413671" y="655637"/>
                    </a:cubicBezTo>
                    <a:cubicBezTo>
                      <a:pt x="1327946" y="717020"/>
                      <a:pt x="1293021" y="728398"/>
                      <a:pt x="1223171" y="739775"/>
                    </a:cubicBezTo>
                    <a:lnTo>
                      <a:pt x="939221" y="744728"/>
                    </a:lnTo>
                    <a:lnTo>
                      <a:pt x="939802" y="747682"/>
                    </a:lnTo>
                    <a:lnTo>
                      <a:pt x="788927" y="747349"/>
                    </a:lnTo>
                    <a:lnTo>
                      <a:pt x="677071" y="749300"/>
                    </a:lnTo>
                    <a:cubicBezTo>
                      <a:pt x="677077" y="748567"/>
                      <a:pt x="677084" y="747835"/>
                      <a:pt x="677090" y="747102"/>
                    </a:cubicBezTo>
                    <a:lnTo>
                      <a:pt x="90700" y="745808"/>
                    </a:lnTo>
                    <a:cubicBezTo>
                      <a:pt x="40608" y="745808"/>
                      <a:pt x="0" y="705200"/>
                      <a:pt x="0" y="655108"/>
                    </a:cubicBezTo>
                    <a:lnTo>
                      <a:pt x="0" y="98508"/>
                    </a:lnTo>
                    <a:cubicBezTo>
                      <a:pt x="0" y="48416"/>
                      <a:pt x="40608" y="7808"/>
                      <a:pt x="90700" y="7808"/>
                    </a:cubicBezTo>
                    <a:lnTo>
                      <a:pt x="683404" y="5215"/>
                    </a:lnTo>
                    <a:lnTo>
                      <a:pt x="683421" y="3175"/>
                    </a:lnTo>
                    <a:close/>
                  </a:path>
                </a:pathLst>
              </a:custGeom>
              <a:solidFill>
                <a:srgbClr val="089DA3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57" name="TextBox 12">
                <a:extLst>
                  <a:ext uri="{FF2B5EF4-FFF2-40B4-BE49-F238E27FC236}">
                    <a16:creationId xmlns:a16="http://schemas.microsoft.com/office/drawing/2014/main" id="{B909362B-0125-4067-949B-71E2819388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04361" y="2336738"/>
                <a:ext cx="575799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3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DFPLiKingHei-XB" pitchFamily="34" charset="-120"/>
                  </a:rPr>
                  <a:t>01</a:t>
                </a:r>
                <a:endParaRPr lang="zh-CN" altLang="en-US" sz="3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DFPLiKingHei-XB" pitchFamily="34" charset="-120"/>
                </a:endParaRPr>
              </a:p>
            </p:txBody>
          </p:sp>
          <p:sp>
            <p:nvSpPr>
              <p:cNvPr id="58" name="AutoShape 96">
                <a:extLst>
                  <a:ext uri="{FF2B5EF4-FFF2-40B4-BE49-F238E27FC236}">
                    <a16:creationId xmlns:a16="http://schemas.microsoft.com/office/drawing/2014/main" id="{F603E732-A18E-40C4-8852-05B950CDA618}"/>
                  </a:ext>
                </a:extLst>
              </p:cNvPr>
              <p:cNvSpPr/>
              <p:nvPr/>
            </p:nvSpPr>
            <p:spPr bwMode="auto">
              <a:xfrm>
                <a:off x="3505876" y="2428710"/>
                <a:ext cx="331691" cy="288612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8845" y="434"/>
                    </a:moveTo>
                    <a:cubicBezTo>
                      <a:pt x="19000" y="276"/>
                      <a:pt x="19186" y="194"/>
                      <a:pt x="19399" y="194"/>
                    </a:cubicBezTo>
                    <a:cubicBezTo>
                      <a:pt x="19670" y="194"/>
                      <a:pt x="19900" y="332"/>
                      <a:pt x="20087" y="602"/>
                    </a:cubicBezTo>
                    <a:cubicBezTo>
                      <a:pt x="20165" y="716"/>
                      <a:pt x="20282" y="872"/>
                      <a:pt x="20432" y="1072"/>
                    </a:cubicBezTo>
                    <a:cubicBezTo>
                      <a:pt x="20586" y="1274"/>
                      <a:pt x="20733" y="1483"/>
                      <a:pt x="20880" y="1692"/>
                    </a:cubicBezTo>
                    <a:cubicBezTo>
                      <a:pt x="21024" y="1903"/>
                      <a:pt x="21147" y="2127"/>
                      <a:pt x="21252" y="2359"/>
                    </a:cubicBezTo>
                    <a:cubicBezTo>
                      <a:pt x="21357" y="2597"/>
                      <a:pt x="21411" y="2796"/>
                      <a:pt x="21411" y="2967"/>
                    </a:cubicBezTo>
                    <a:cubicBezTo>
                      <a:pt x="21411" y="3334"/>
                      <a:pt x="21298" y="3616"/>
                      <a:pt x="21071" y="3825"/>
                    </a:cubicBezTo>
                    <a:lnTo>
                      <a:pt x="2568" y="21376"/>
                    </a:lnTo>
                    <a:cubicBezTo>
                      <a:pt x="2408" y="21526"/>
                      <a:pt x="2227" y="21599"/>
                      <a:pt x="2017" y="21599"/>
                    </a:cubicBezTo>
                    <a:cubicBezTo>
                      <a:pt x="1725" y="21599"/>
                      <a:pt x="1495" y="21464"/>
                      <a:pt x="1324" y="21194"/>
                    </a:cubicBezTo>
                    <a:cubicBezTo>
                      <a:pt x="1248" y="21082"/>
                      <a:pt x="1128" y="20924"/>
                      <a:pt x="971" y="20724"/>
                    </a:cubicBezTo>
                    <a:cubicBezTo>
                      <a:pt x="817" y="20521"/>
                      <a:pt x="668" y="20316"/>
                      <a:pt x="528" y="20104"/>
                    </a:cubicBezTo>
                    <a:cubicBezTo>
                      <a:pt x="386" y="19893"/>
                      <a:pt x="261" y="19672"/>
                      <a:pt x="156" y="19443"/>
                    </a:cubicBezTo>
                    <a:cubicBezTo>
                      <a:pt x="51" y="19214"/>
                      <a:pt x="0" y="19008"/>
                      <a:pt x="0" y="18832"/>
                    </a:cubicBezTo>
                    <a:cubicBezTo>
                      <a:pt x="0" y="18465"/>
                      <a:pt x="115" y="18177"/>
                      <a:pt x="337" y="17971"/>
                    </a:cubicBezTo>
                    <a:lnTo>
                      <a:pt x="18845" y="434"/>
                    </a:lnTo>
                    <a:close/>
                    <a:moveTo>
                      <a:pt x="4372" y="9154"/>
                    </a:moveTo>
                    <a:lnTo>
                      <a:pt x="2998" y="8634"/>
                    </a:lnTo>
                    <a:lnTo>
                      <a:pt x="4372" y="8126"/>
                    </a:lnTo>
                    <a:lnTo>
                      <a:pt x="4805" y="6484"/>
                    </a:lnTo>
                    <a:lnTo>
                      <a:pt x="5204" y="8126"/>
                    </a:lnTo>
                    <a:lnTo>
                      <a:pt x="6597" y="8634"/>
                    </a:lnTo>
                    <a:lnTo>
                      <a:pt x="5204" y="9154"/>
                    </a:lnTo>
                    <a:lnTo>
                      <a:pt x="4805" y="10800"/>
                    </a:lnTo>
                    <a:lnTo>
                      <a:pt x="4372" y="9154"/>
                    </a:lnTo>
                    <a:close/>
                    <a:moveTo>
                      <a:pt x="7126" y="5329"/>
                    </a:moveTo>
                    <a:lnTo>
                      <a:pt x="4372" y="4316"/>
                    </a:lnTo>
                    <a:lnTo>
                      <a:pt x="7126" y="3317"/>
                    </a:lnTo>
                    <a:lnTo>
                      <a:pt x="7971" y="0"/>
                    </a:lnTo>
                    <a:lnTo>
                      <a:pt x="8810" y="3317"/>
                    </a:lnTo>
                    <a:lnTo>
                      <a:pt x="11565" y="4316"/>
                    </a:lnTo>
                    <a:lnTo>
                      <a:pt x="8810" y="5329"/>
                    </a:lnTo>
                    <a:lnTo>
                      <a:pt x="7971" y="8634"/>
                    </a:lnTo>
                    <a:lnTo>
                      <a:pt x="7126" y="5329"/>
                    </a:lnTo>
                    <a:close/>
                    <a:moveTo>
                      <a:pt x="12412" y="2670"/>
                    </a:moveTo>
                    <a:lnTo>
                      <a:pt x="11041" y="2162"/>
                    </a:lnTo>
                    <a:lnTo>
                      <a:pt x="12412" y="1642"/>
                    </a:lnTo>
                    <a:lnTo>
                      <a:pt x="12845" y="0"/>
                    </a:lnTo>
                    <a:lnTo>
                      <a:pt x="13278" y="1642"/>
                    </a:lnTo>
                    <a:lnTo>
                      <a:pt x="14637" y="2162"/>
                    </a:lnTo>
                    <a:lnTo>
                      <a:pt x="13278" y="2670"/>
                    </a:lnTo>
                    <a:lnTo>
                      <a:pt x="12845" y="4316"/>
                    </a:lnTo>
                    <a:lnTo>
                      <a:pt x="12412" y="2670"/>
                    </a:lnTo>
                    <a:close/>
                    <a:moveTo>
                      <a:pt x="20498" y="2993"/>
                    </a:moveTo>
                    <a:lnTo>
                      <a:pt x="19399" y="1289"/>
                    </a:lnTo>
                    <a:lnTo>
                      <a:pt x="15070" y="5385"/>
                    </a:lnTo>
                    <a:lnTo>
                      <a:pt x="16172" y="7086"/>
                    </a:lnTo>
                    <a:lnTo>
                      <a:pt x="20498" y="2993"/>
                    </a:lnTo>
                    <a:close/>
                    <a:moveTo>
                      <a:pt x="21599" y="9154"/>
                    </a:moveTo>
                    <a:lnTo>
                      <a:pt x="20229" y="9674"/>
                    </a:lnTo>
                    <a:lnTo>
                      <a:pt x="19807" y="11320"/>
                    </a:lnTo>
                    <a:lnTo>
                      <a:pt x="19374" y="9674"/>
                    </a:lnTo>
                    <a:lnTo>
                      <a:pt x="18001" y="9154"/>
                    </a:lnTo>
                    <a:lnTo>
                      <a:pt x="19374" y="8661"/>
                    </a:lnTo>
                    <a:lnTo>
                      <a:pt x="19807" y="7004"/>
                    </a:lnTo>
                    <a:lnTo>
                      <a:pt x="20229" y="8661"/>
                    </a:lnTo>
                    <a:lnTo>
                      <a:pt x="21599" y="915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lIns="38092" tIns="38092" rIns="38092" bIns="38092" anchor="ctr"/>
              <a:lstStyle/>
              <a:p>
                <a:pPr defTabSz="342424">
                  <a:defRPr/>
                </a:pPr>
                <a:endParaRPr lang="es-ES" sz="2175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cs typeface="Gill Sans" charset="0"/>
                  <a:sym typeface="Gill Sans" charset="0"/>
                </a:endParaRPr>
              </a:p>
            </p:txBody>
          </p:sp>
        </p:grp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BFF3CCF-256A-472C-9405-DA649BF91401}"/>
                </a:ext>
              </a:extLst>
            </p:cNvPr>
            <p:cNvSpPr txBox="1"/>
            <p:nvPr/>
          </p:nvSpPr>
          <p:spPr>
            <a:xfrm>
              <a:off x="4730192" y="2513158"/>
              <a:ext cx="3849013" cy="6361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3000" dirty="0">
                  <a:solidFill>
                    <a:schemeClr val="accent5">
                      <a:lumMod val="25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增加管理员功能</a:t>
              </a: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202F4EBF-1149-47BF-8D47-CF5190F28126}"/>
              </a:ext>
            </a:extLst>
          </p:cNvPr>
          <p:cNvGrpSpPr/>
          <p:nvPr/>
        </p:nvGrpSpPr>
        <p:grpSpPr>
          <a:xfrm>
            <a:off x="2818205" y="3282306"/>
            <a:ext cx="5695106" cy="810829"/>
            <a:chOff x="2884099" y="2338465"/>
            <a:chExt cx="5695106" cy="810829"/>
          </a:xfrm>
        </p:grpSpPr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147C69F3-6C37-413D-ADA6-A73C8665E102}"/>
                </a:ext>
              </a:extLst>
            </p:cNvPr>
            <p:cNvGrpSpPr/>
            <p:nvPr/>
          </p:nvGrpSpPr>
          <p:grpSpPr>
            <a:xfrm>
              <a:off x="2884099" y="2338465"/>
              <a:ext cx="1671979" cy="810481"/>
              <a:chOff x="3298563" y="2080255"/>
              <a:chExt cx="1671979" cy="810481"/>
            </a:xfrm>
          </p:grpSpPr>
          <p:sp>
            <p:nvSpPr>
              <p:cNvPr id="70" name="圆角矩形 9">
                <a:extLst>
                  <a:ext uri="{FF2B5EF4-FFF2-40B4-BE49-F238E27FC236}">
                    <a16:creationId xmlns:a16="http://schemas.microsoft.com/office/drawing/2014/main" id="{BCF2A257-B8DB-4F46-A466-EDD510DB9711}"/>
                  </a:ext>
                </a:extLst>
              </p:cNvPr>
              <p:cNvSpPr/>
              <p:nvPr/>
            </p:nvSpPr>
            <p:spPr bwMode="auto">
              <a:xfrm>
                <a:off x="4147170" y="2343830"/>
                <a:ext cx="813295" cy="521923"/>
              </a:xfrm>
              <a:custGeom>
                <a:avLst/>
                <a:gdLst>
                  <a:gd name="connsiteX0" fmla="*/ 0 w 2394000"/>
                  <a:gd name="connsiteY0" fmla="*/ 74091 h 749300"/>
                  <a:gd name="connsiteX1" fmla="*/ 74091 w 2394000"/>
                  <a:gd name="connsiteY1" fmla="*/ 0 h 749300"/>
                  <a:gd name="connsiteX2" fmla="*/ 2319909 w 2394000"/>
                  <a:gd name="connsiteY2" fmla="*/ 0 h 749300"/>
                  <a:gd name="connsiteX3" fmla="*/ 2394000 w 2394000"/>
                  <a:gd name="connsiteY3" fmla="*/ 74091 h 749300"/>
                  <a:gd name="connsiteX4" fmla="*/ 2394000 w 2394000"/>
                  <a:gd name="connsiteY4" fmla="*/ 675209 h 749300"/>
                  <a:gd name="connsiteX5" fmla="*/ 2319909 w 2394000"/>
                  <a:gd name="connsiteY5" fmla="*/ 749300 h 749300"/>
                  <a:gd name="connsiteX6" fmla="*/ 74091 w 2394000"/>
                  <a:gd name="connsiteY6" fmla="*/ 749300 h 749300"/>
                  <a:gd name="connsiteX7" fmla="*/ 0 w 2394000"/>
                  <a:gd name="connsiteY7" fmla="*/ 675209 h 749300"/>
                  <a:gd name="connsiteX8" fmla="*/ 0 w 2394000"/>
                  <a:gd name="connsiteY8" fmla="*/ 74091 h 749300"/>
                  <a:gd name="connsiteX0-1" fmla="*/ 0 w 2394000"/>
                  <a:gd name="connsiteY0-2" fmla="*/ 75709 h 750918"/>
                  <a:gd name="connsiteX1-3" fmla="*/ 74091 w 2394000"/>
                  <a:gd name="connsiteY1-4" fmla="*/ 1618 h 750918"/>
                  <a:gd name="connsiteX2-5" fmla="*/ 1835524 w 2394000"/>
                  <a:gd name="connsiteY2-6" fmla="*/ 0 h 750918"/>
                  <a:gd name="connsiteX3-7" fmla="*/ 2319909 w 2394000"/>
                  <a:gd name="connsiteY3-8" fmla="*/ 1618 h 750918"/>
                  <a:gd name="connsiteX4-9" fmla="*/ 2394000 w 2394000"/>
                  <a:gd name="connsiteY4-10" fmla="*/ 75709 h 750918"/>
                  <a:gd name="connsiteX5-11" fmla="*/ 2394000 w 2394000"/>
                  <a:gd name="connsiteY5-12" fmla="*/ 676827 h 750918"/>
                  <a:gd name="connsiteX6-13" fmla="*/ 2319909 w 2394000"/>
                  <a:gd name="connsiteY6-14" fmla="*/ 750918 h 750918"/>
                  <a:gd name="connsiteX7-15" fmla="*/ 74091 w 2394000"/>
                  <a:gd name="connsiteY7-16" fmla="*/ 750918 h 750918"/>
                  <a:gd name="connsiteX8-17" fmla="*/ 0 w 2394000"/>
                  <a:gd name="connsiteY8-18" fmla="*/ 676827 h 750918"/>
                  <a:gd name="connsiteX9" fmla="*/ 0 w 2394000"/>
                  <a:gd name="connsiteY9" fmla="*/ 75709 h 750918"/>
                  <a:gd name="connsiteX0-19" fmla="*/ 0 w 2394000"/>
                  <a:gd name="connsiteY0-20" fmla="*/ 75709 h 750918"/>
                  <a:gd name="connsiteX1-21" fmla="*/ 74091 w 2394000"/>
                  <a:gd name="connsiteY1-22" fmla="*/ 1618 h 750918"/>
                  <a:gd name="connsiteX2-23" fmla="*/ 1835524 w 2394000"/>
                  <a:gd name="connsiteY2-24" fmla="*/ 0 h 750918"/>
                  <a:gd name="connsiteX3-25" fmla="*/ 2319909 w 2394000"/>
                  <a:gd name="connsiteY3-26" fmla="*/ 1618 h 750918"/>
                  <a:gd name="connsiteX4-27" fmla="*/ 2394000 w 2394000"/>
                  <a:gd name="connsiteY4-28" fmla="*/ 75709 h 750918"/>
                  <a:gd name="connsiteX5-29" fmla="*/ 2394000 w 2394000"/>
                  <a:gd name="connsiteY5-30" fmla="*/ 676827 h 750918"/>
                  <a:gd name="connsiteX6-31" fmla="*/ 2319909 w 2394000"/>
                  <a:gd name="connsiteY6-32" fmla="*/ 750918 h 750918"/>
                  <a:gd name="connsiteX7-33" fmla="*/ 1327524 w 2394000"/>
                  <a:gd name="connsiteY7-34" fmla="*/ 749300 h 750918"/>
                  <a:gd name="connsiteX8-35" fmla="*/ 74091 w 2394000"/>
                  <a:gd name="connsiteY8-36" fmla="*/ 750918 h 750918"/>
                  <a:gd name="connsiteX9-37" fmla="*/ 0 w 2394000"/>
                  <a:gd name="connsiteY9-38" fmla="*/ 676827 h 750918"/>
                  <a:gd name="connsiteX10" fmla="*/ 0 w 2394000"/>
                  <a:gd name="connsiteY10" fmla="*/ 75709 h 750918"/>
                  <a:gd name="connsiteX0-39" fmla="*/ 0 w 2394000"/>
                  <a:gd name="connsiteY0-40" fmla="*/ 75709 h 750918"/>
                  <a:gd name="connsiteX1-41" fmla="*/ 74091 w 2394000"/>
                  <a:gd name="connsiteY1-42" fmla="*/ 1618 h 750918"/>
                  <a:gd name="connsiteX2-43" fmla="*/ 1835524 w 2394000"/>
                  <a:gd name="connsiteY2-44" fmla="*/ 0 h 750918"/>
                  <a:gd name="connsiteX3-45" fmla="*/ 2319909 w 2394000"/>
                  <a:gd name="connsiteY3-46" fmla="*/ 1618 h 750918"/>
                  <a:gd name="connsiteX4-47" fmla="*/ 2394000 w 2394000"/>
                  <a:gd name="connsiteY4-48" fmla="*/ 75709 h 750918"/>
                  <a:gd name="connsiteX5-49" fmla="*/ 2394000 w 2394000"/>
                  <a:gd name="connsiteY5-50" fmla="*/ 676827 h 750918"/>
                  <a:gd name="connsiteX6-51" fmla="*/ 2319909 w 2394000"/>
                  <a:gd name="connsiteY6-52" fmla="*/ 750918 h 750918"/>
                  <a:gd name="connsiteX7-53" fmla="*/ 1327524 w 2394000"/>
                  <a:gd name="connsiteY7-54" fmla="*/ 749300 h 750918"/>
                  <a:gd name="connsiteX8-55" fmla="*/ 0 w 2394000"/>
                  <a:gd name="connsiteY8-56" fmla="*/ 676827 h 750918"/>
                  <a:gd name="connsiteX9-57" fmla="*/ 0 w 2394000"/>
                  <a:gd name="connsiteY9-58" fmla="*/ 75709 h 750918"/>
                  <a:gd name="connsiteX0-59" fmla="*/ 0 w 2394000"/>
                  <a:gd name="connsiteY0-60" fmla="*/ 75709 h 750918"/>
                  <a:gd name="connsiteX1-61" fmla="*/ 74091 w 2394000"/>
                  <a:gd name="connsiteY1-62" fmla="*/ 1618 h 750918"/>
                  <a:gd name="connsiteX2-63" fmla="*/ 1835524 w 2394000"/>
                  <a:gd name="connsiteY2-64" fmla="*/ 0 h 750918"/>
                  <a:gd name="connsiteX3-65" fmla="*/ 2319909 w 2394000"/>
                  <a:gd name="connsiteY3-66" fmla="*/ 1618 h 750918"/>
                  <a:gd name="connsiteX4-67" fmla="*/ 2394000 w 2394000"/>
                  <a:gd name="connsiteY4-68" fmla="*/ 75709 h 750918"/>
                  <a:gd name="connsiteX5-69" fmla="*/ 2394000 w 2394000"/>
                  <a:gd name="connsiteY5-70" fmla="*/ 676827 h 750918"/>
                  <a:gd name="connsiteX6-71" fmla="*/ 2319909 w 2394000"/>
                  <a:gd name="connsiteY6-72" fmla="*/ 750918 h 750918"/>
                  <a:gd name="connsiteX7-73" fmla="*/ 1327524 w 2394000"/>
                  <a:gd name="connsiteY7-74" fmla="*/ 749300 h 750918"/>
                  <a:gd name="connsiteX8-75" fmla="*/ 0 w 2394000"/>
                  <a:gd name="connsiteY8-76" fmla="*/ 75709 h 750918"/>
                  <a:gd name="connsiteX0-77" fmla="*/ 1253433 w 2319909"/>
                  <a:gd name="connsiteY0-78" fmla="*/ 749300 h 750918"/>
                  <a:gd name="connsiteX1-79" fmla="*/ 0 w 2319909"/>
                  <a:gd name="connsiteY1-80" fmla="*/ 1618 h 750918"/>
                  <a:gd name="connsiteX2-81" fmla="*/ 1761433 w 2319909"/>
                  <a:gd name="connsiteY2-82" fmla="*/ 0 h 750918"/>
                  <a:gd name="connsiteX3-83" fmla="*/ 2245818 w 2319909"/>
                  <a:gd name="connsiteY3-84" fmla="*/ 1618 h 750918"/>
                  <a:gd name="connsiteX4-85" fmla="*/ 2319909 w 2319909"/>
                  <a:gd name="connsiteY4-86" fmla="*/ 75709 h 750918"/>
                  <a:gd name="connsiteX5-87" fmla="*/ 2319909 w 2319909"/>
                  <a:gd name="connsiteY5-88" fmla="*/ 676827 h 750918"/>
                  <a:gd name="connsiteX6-89" fmla="*/ 2245818 w 2319909"/>
                  <a:gd name="connsiteY6-90" fmla="*/ 750918 h 750918"/>
                  <a:gd name="connsiteX7-91" fmla="*/ 1253433 w 2319909"/>
                  <a:gd name="connsiteY7-92" fmla="*/ 749300 h 750918"/>
                  <a:gd name="connsiteX0-93" fmla="*/ 0 w 1066476"/>
                  <a:gd name="connsiteY0-94" fmla="*/ 749300 h 750918"/>
                  <a:gd name="connsiteX1-95" fmla="*/ 508000 w 1066476"/>
                  <a:gd name="connsiteY1-96" fmla="*/ 0 h 750918"/>
                  <a:gd name="connsiteX2-97" fmla="*/ 992385 w 1066476"/>
                  <a:gd name="connsiteY2-98" fmla="*/ 1618 h 750918"/>
                  <a:gd name="connsiteX3-99" fmla="*/ 1066476 w 1066476"/>
                  <a:gd name="connsiteY3-100" fmla="*/ 75709 h 750918"/>
                  <a:gd name="connsiteX4-101" fmla="*/ 1066476 w 1066476"/>
                  <a:gd name="connsiteY4-102" fmla="*/ 676827 h 750918"/>
                  <a:gd name="connsiteX5-103" fmla="*/ 992385 w 1066476"/>
                  <a:gd name="connsiteY5-104" fmla="*/ 750918 h 750918"/>
                  <a:gd name="connsiteX6-105" fmla="*/ 0 w 1066476"/>
                  <a:gd name="connsiteY6-106" fmla="*/ 749300 h 750918"/>
                  <a:gd name="connsiteX0-107" fmla="*/ 0 w 1066476"/>
                  <a:gd name="connsiteY0-108" fmla="*/ 749300 h 750918"/>
                  <a:gd name="connsiteX1-109" fmla="*/ 106636 w 1066476"/>
                  <a:gd name="connsiteY1-110" fmla="*/ 582962 h 750918"/>
                  <a:gd name="connsiteX2-111" fmla="*/ 508000 w 1066476"/>
                  <a:gd name="connsiteY2-112" fmla="*/ 0 h 750918"/>
                  <a:gd name="connsiteX3-113" fmla="*/ 992385 w 1066476"/>
                  <a:gd name="connsiteY3-114" fmla="*/ 1618 h 750918"/>
                  <a:gd name="connsiteX4-115" fmla="*/ 1066476 w 1066476"/>
                  <a:gd name="connsiteY4-116" fmla="*/ 75709 h 750918"/>
                  <a:gd name="connsiteX5-117" fmla="*/ 1066476 w 1066476"/>
                  <a:gd name="connsiteY5-118" fmla="*/ 676827 h 750918"/>
                  <a:gd name="connsiteX6-119" fmla="*/ 992385 w 1066476"/>
                  <a:gd name="connsiteY6-120" fmla="*/ 750918 h 750918"/>
                  <a:gd name="connsiteX7-121" fmla="*/ 0 w 1066476"/>
                  <a:gd name="connsiteY7-122" fmla="*/ 749300 h 750918"/>
                  <a:gd name="connsiteX0-123" fmla="*/ 0 w 1066476"/>
                  <a:gd name="connsiteY0-124" fmla="*/ 749300 h 750918"/>
                  <a:gd name="connsiteX1-125" fmla="*/ 111398 w 1066476"/>
                  <a:gd name="connsiteY1-126" fmla="*/ 585339 h 750918"/>
                  <a:gd name="connsiteX2-127" fmla="*/ 508000 w 1066476"/>
                  <a:gd name="connsiteY2-128" fmla="*/ 0 h 750918"/>
                  <a:gd name="connsiteX3-129" fmla="*/ 992385 w 1066476"/>
                  <a:gd name="connsiteY3-130" fmla="*/ 1618 h 750918"/>
                  <a:gd name="connsiteX4-131" fmla="*/ 1066476 w 1066476"/>
                  <a:gd name="connsiteY4-132" fmla="*/ 75709 h 750918"/>
                  <a:gd name="connsiteX5-133" fmla="*/ 1066476 w 1066476"/>
                  <a:gd name="connsiteY5-134" fmla="*/ 676827 h 750918"/>
                  <a:gd name="connsiteX6-135" fmla="*/ 992385 w 1066476"/>
                  <a:gd name="connsiteY6-136" fmla="*/ 750918 h 750918"/>
                  <a:gd name="connsiteX7-137" fmla="*/ 0 w 1066476"/>
                  <a:gd name="connsiteY7-138" fmla="*/ 749300 h 750918"/>
                  <a:gd name="connsiteX0-139" fmla="*/ 0 w 1149820"/>
                  <a:gd name="connsiteY0-140" fmla="*/ 746923 h 750918"/>
                  <a:gd name="connsiteX1-141" fmla="*/ 194742 w 1149820"/>
                  <a:gd name="connsiteY1-142" fmla="*/ 585339 h 750918"/>
                  <a:gd name="connsiteX2-143" fmla="*/ 591344 w 1149820"/>
                  <a:gd name="connsiteY2-144" fmla="*/ 0 h 750918"/>
                  <a:gd name="connsiteX3-145" fmla="*/ 1075729 w 1149820"/>
                  <a:gd name="connsiteY3-146" fmla="*/ 1618 h 750918"/>
                  <a:gd name="connsiteX4-147" fmla="*/ 1149820 w 1149820"/>
                  <a:gd name="connsiteY4-148" fmla="*/ 75709 h 750918"/>
                  <a:gd name="connsiteX5-149" fmla="*/ 1149820 w 1149820"/>
                  <a:gd name="connsiteY5-150" fmla="*/ 676827 h 750918"/>
                  <a:gd name="connsiteX6-151" fmla="*/ 1075729 w 1149820"/>
                  <a:gd name="connsiteY6-152" fmla="*/ 750918 h 750918"/>
                  <a:gd name="connsiteX7-153" fmla="*/ 0 w 1149820"/>
                  <a:gd name="connsiteY7-154" fmla="*/ 746923 h 750918"/>
                  <a:gd name="connsiteX0-155" fmla="*/ 0 w 1178395"/>
                  <a:gd name="connsiteY0-156" fmla="*/ 746923 h 750918"/>
                  <a:gd name="connsiteX1-157" fmla="*/ 223317 w 1178395"/>
                  <a:gd name="connsiteY1-158" fmla="*/ 585339 h 750918"/>
                  <a:gd name="connsiteX2-159" fmla="*/ 619919 w 1178395"/>
                  <a:gd name="connsiteY2-160" fmla="*/ 0 h 750918"/>
                  <a:gd name="connsiteX3-161" fmla="*/ 1104304 w 1178395"/>
                  <a:gd name="connsiteY3-162" fmla="*/ 1618 h 750918"/>
                  <a:gd name="connsiteX4-163" fmla="*/ 1178395 w 1178395"/>
                  <a:gd name="connsiteY4-164" fmla="*/ 75709 h 750918"/>
                  <a:gd name="connsiteX5-165" fmla="*/ 1178395 w 1178395"/>
                  <a:gd name="connsiteY5-166" fmla="*/ 676827 h 750918"/>
                  <a:gd name="connsiteX6-167" fmla="*/ 1104304 w 1178395"/>
                  <a:gd name="connsiteY6-168" fmla="*/ 750918 h 750918"/>
                  <a:gd name="connsiteX7-169" fmla="*/ 0 w 1178395"/>
                  <a:gd name="connsiteY7-170" fmla="*/ 746923 h 750918"/>
                  <a:gd name="connsiteX0-171" fmla="*/ 0 w 1171251"/>
                  <a:gd name="connsiteY0-172" fmla="*/ 737418 h 750918"/>
                  <a:gd name="connsiteX1-173" fmla="*/ 216173 w 1171251"/>
                  <a:gd name="connsiteY1-174" fmla="*/ 585339 h 750918"/>
                  <a:gd name="connsiteX2-175" fmla="*/ 612775 w 1171251"/>
                  <a:gd name="connsiteY2-176" fmla="*/ 0 h 750918"/>
                  <a:gd name="connsiteX3-177" fmla="*/ 1097160 w 1171251"/>
                  <a:gd name="connsiteY3-178" fmla="*/ 1618 h 750918"/>
                  <a:gd name="connsiteX4-179" fmla="*/ 1171251 w 1171251"/>
                  <a:gd name="connsiteY4-180" fmla="*/ 75709 h 750918"/>
                  <a:gd name="connsiteX5-181" fmla="*/ 1171251 w 1171251"/>
                  <a:gd name="connsiteY5-182" fmla="*/ 676827 h 750918"/>
                  <a:gd name="connsiteX6-183" fmla="*/ 1097160 w 1171251"/>
                  <a:gd name="connsiteY6-184" fmla="*/ 750918 h 750918"/>
                  <a:gd name="connsiteX7-185" fmla="*/ 0 w 1171251"/>
                  <a:gd name="connsiteY7-186" fmla="*/ 737418 h 75091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</a:cxnLst>
                <a:rect l="l" t="t" r="r" b="b"/>
                <a:pathLst>
                  <a:path w="1171251" h="750918">
                    <a:moveTo>
                      <a:pt x="0" y="737418"/>
                    </a:moveTo>
                    <a:lnTo>
                      <a:pt x="216173" y="585339"/>
                    </a:lnTo>
                    <a:lnTo>
                      <a:pt x="612775" y="0"/>
                    </a:lnTo>
                    <a:lnTo>
                      <a:pt x="1097160" y="1618"/>
                    </a:lnTo>
                    <a:cubicBezTo>
                      <a:pt x="1138079" y="1618"/>
                      <a:pt x="1171251" y="34790"/>
                      <a:pt x="1171251" y="75709"/>
                    </a:cubicBezTo>
                    <a:lnTo>
                      <a:pt x="1171251" y="676827"/>
                    </a:lnTo>
                    <a:cubicBezTo>
                      <a:pt x="1171251" y="717746"/>
                      <a:pt x="1138079" y="750918"/>
                      <a:pt x="1097160" y="750918"/>
                    </a:cubicBezTo>
                    <a:lnTo>
                      <a:pt x="0" y="737418"/>
                    </a:lnTo>
                    <a:close/>
                  </a:path>
                </a:pathLst>
              </a:custGeom>
              <a:solidFill>
                <a:srgbClr val="089DA3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1" name="任意多边形 10">
                <a:extLst>
                  <a:ext uri="{FF2B5EF4-FFF2-40B4-BE49-F238E27FC236}">
                    <a16:creationId xmlns:a16="http://schemas.microsoft.com/office/drawing/2014/main" id="{335DDE35-48EE-4BDB-8DBD-927263134ED5}"/>
                  </a:ext>
                </a:extLst>
              </p:cNvPr>
              <p:cNvSpPr/>
              <p:nvPr/>
            </p:nvSpPr>
            <p:spPr bwMode="auto">
              <a:xfrm>
                <a:off x="3969682" y="2080255"/>
                <a:ext cx="608494" cy="782196"/>
              </a:xfrm>
              <a:custGeom>
                <a:avLst/>
                <a:gdLst>
                  <a:gd name="connsiteX0" fmla="*/ 457200 w 933450"/>
                  <a:gd name="connsiteY0" fmla="*/ 0 h 1127125"/>
                  <a:gd name="connsiteX1" fmla="*/ 311150 w 933450"/>
                  <a:gd name="connsiteY1" fmla="*/ 111125 h 1127125"/>
                  <a:gd name="connsiteX2" fmla="*/ 130175 w 933450"/>
                  <a:gd name="connsiteY2" fmla="*/ 269875 h 1127125"/>
                  <a:gd name="connsiteX3" fmla="*/ 22225 w 933450"/>
                  <a:gd name="connsiteY3" fmla="*/ 371475 h 1127125"/>
                  <a:gd name="connsiteX4" fmla="*/ 0 w 933450"/>
                  <a:gd name="connsiteY4" fmla="*/ 454025 h 1127125"/>
                  <a:gd name="connsiteX5" fmla="*/ 44450 w 933450"/>
                  <a:gd name="connsiteY5" fmla="*/ 504825 h 1127125"/>
                  <a:gd name="connsiteX6" fmla="*/ 327025 w 933450"/>
                  <a:gd name="connsiteY6" fmla="*/ 622300 h 1127125"/>
                  <a:gd name="connsiteX7" fmla="*/ 463550 w 933450"/>
                  <a:gd name="connsiteY7" fmla="*/ 758825 h 1127125"/>
                  <a:gd name="connsiteX8" fmla="*/ 463550 w 933450"/>
                  <a:gd name="connsiteY8" fmla="*/ 965200 h 1127125"/>
                  <a:gd name="connsiteX9" fmla="*/ 355600 w 933450"/>
                  <a:gd name="connsiteY9" fmla="*/ 1082675 h 1127125"/>
                  <a:gd name="connsiteX10" fmla="*/ 244475 w 933450"/>
                  <a:gd name="connsiteY10" fmla="*/ 1127125 h 1127125"/>
                  <a:gd name="connsiteX11" fmla="*/ 463550 w 933450"/>
                  <a:gd name="connsiteY11" fmla="*/ 1120775 h 1127125"/>
                  <a:gd name="connsiteX12" fmla="*/ 933450 w 933450"/>
                  <a:gd name="connsiteY12" fmla="*/ 384175 h 1127125"/>
                  <a:gd name="connsiteX13" fmla="*/ 841375 w 933450"/>
                  <a:gd name="connsiteY13" fmla="*/ 390525 h 1127125"/>
                  <a:gd name="connsiteX14" fmla="*/ 866775 w 933450"/>
                  <a:gd name="connsiteY14" fmla="*/ 292100 h 1127125"/>
                  <a:gd name="connsiteX15" fmla="*/ 831850 w 933450"/>
                  <a:gd name="connsiteY15" fmla="*/ 149225 h 1127125"/>
                  <a:gd name="connsiteX16" fmla="*/ 717550 w 933450"/>
                  <a:gd name="connsiteY16" fmla="*/ 53975 h 1127125"/>
                  <a:gd name="connsiteX17" fmla="*/ 568325 w 933450"/>
                  <a:gd name="connsiteY17" fmla="*/ 0 h 1127125"/>
                  <a:gd name="connsiteX18" fmla="*/ 457200 w 933450"/>
                  <a:gd name="connsiteY18" fmla="*/ 0 h 1127125"/>
                  <a:gd name="connsiteX0-1" fmla="*/ 457200 w 933450"/>
                  <a:gd name="connsiteY0-2" fmla="*/ 0 h 1127125"/>
                  <a:gd name="connsiteX1-3" fmla="*/ 311150 w 933450"/>
                  <a:gd name="connsiteY1-4" fmla="*/ 111125 h 1127125"/>
                  <a:gd name="connsiteX2-5" fmla="*/ 130175 w 933450"/>
                  <a:gd name="connsiteY2-6" fmla="*/ 269875 h 1127125"/>
                  <a:gd name="connsiteX3-7" fmla="*/ 22225 w 933450"/>
                  <a:gd name="connsiteY3-8" fmla="*/ 371475 h 1127125"/>
                  <a:gd name="connsiteX4-9" fmla="*/ 0 w 933450"/>
                  <a:gd name="connsiteY4-10" fmla="*/ 454025 h 1127125"/>
                  <a:gd name="connsiteX5-11" fmla="*/ 44450 w 933450"/>
                  <a:gd name="connsiteY5-12" fmla="*/ 504825 h 1127125"/>
                  <a:gd name="connsiteX6-13" fmla="*/ 327025 w 933450"/>
                  <a:gd name="connsiteY6-14" fmla="*/ 622300 h 1127125"/>
                  <a:gd name="connsiteX7-15" fmla="*/ 463550 w 933450"/>
                  <a:gd name="connsiteY7-16" fmla="*/ 758825 h 1127125"/>
                  <a:gd name="connsiteX8-17" fmla="*/ 463550 w 933450"/>
                  <a:gd name="connsiteY8-18" fmla="*/ 965200 h 1127125"/>
                  <a:gd name="connsiteX9-19" fmla="*/ 355600 w 933450"/>
                  <a:gd name="connsiteY9-20" fmla="*/ 1082675 h 1127125"/>
                  <a:gd name="connsiteX10-21" fmla="*/ 244475 w 933450"/>
                  <a:gd name="connsiteY10-22" fmla="*/ 1127125 h 1127125"/>
                  <a:gd name="connsiteX11-23" fmla="*/ 400050 w 933450"/>
                  <a:gd name="connsiteY11-24" fmla="*/ 1092200 h 1127125"/>
                  <a:gd name="connsiteX12-25" fmla="*/ 933450 w 933450"/>
                  <a:gd name="connsiteY12-26" fmla="*/ 384175 h 1127125"/>
                  <a:gd name="connsiteX13-27" fmla="*/ 841375 w 933450"/>
                  <a:gd name="connsiteY13-28" fmla="*/ 390525 h 1127125"/>
                  <a:gd name="connsiteX14-29" fmla="*/ 866775 w 933450"/>
                  <a:gd name="connsiteY14-30" fmla="*/ 292100 h 1127125"/>
                  <a:gd name="connsiteX15-31" fmla="*/ 831850 w 933450"/>
                  <a:gd name="connsiteY15-32" fmla="*/ 149225 h 1127125"/>
                  <a:gd name="connsiteX16-33" fmla="*/ 717550 w 933450"/>
                  <a:gd name="connsiteY16-34" fmla="*/ 53975 h 1127125"/>
                  <a:gd name="connsiteX17-35" fmla="*/ 568325 w 933450"/>
                  <a:gd name="connsiteY17-36" fmla="*/ 0 h 1127125"/>
                  <a:gd name="connsiteX18-37" fmla="*/ 457200 w 933450"/>
                  <a:gd name="connsiteY18-38" fmla="*/ 0 h 1127125"/>
                  <a:gd name="connsiteX0-39" fmla="*/ 457200 w 866775"/>
                  <a:gd name="connsiteY0-40" fmla="*/ 0 h 1127125"/>
                  <a:gd name="connsiteX1-41" fmla="*/ 311150 w 866775"/>
                  <a:gd name="connsiteY1-42" fmla="*/ 111125 h 1127125"/>
                  <a:gd name="connsiteX2-43" fmla="*/ 130175 w 866775"/>
                  <a:gd name="connsiteY2-44" fmla="*/ 269875 h 1127125"/>
                  <a:gd name="connsiteX3-45" fmla="*/ 22225 w 866775"/>
                  <a:gd name="connsiteY3-46" fmla="*/ 371475 h 1127125"/>
                  <a:gd name="connsiteX4-47" fmla="*/ 0 w 866775"/>
                  <a:gd name="connsiteY4-48" fmla="*/ 454025 h 1127125"/>
                  <a:gd name="connsiteX5-49" fmla="*/ 44450 w 866775"/>
                  <a:gd name="connsiteY5-50" fmla="*/ 504825 h 1127125"/>
                  <a:gd name="connsiteX6-51" fmla="*/ 327025 w 866775"/>
                  <a:gd name="connsiteY6-52" fmla="*/ 622300 h 1127125"/>
                  <a:gd name="connsiteX7-53" fmla="*/ 463550 w 866775"/>
                  <a:gd name="connsiteY7-54" fmla="*/ 758825 h 1127125"/>
                  <a:gd name="connsiteX8-55" fmla="*/ 463550 w 866775"/>
                  <a:gd name="connsiteY8-56" fmla="*/ 965200 h 1127125"/>
                  <a:gd name="connsiteX9-57" fmla="*/ 355600 w 866775"/>
                  <a:gd name="connsiteY9-58" fmla="*/ 1082675 h 1127125"/>
                  <a:gd name="connsiteX10-59" fmla="*/ 244475 w 866775"/>
                  <a:gd name="connsiteY10-60" fmla="*/ 1127125 h 1127125"/>
                  <a:gd name="connsiteX11-61" fmla="*/ 400050 w 866775"/>
                  <a:gd name="connsiteY11-62" fmla="*/ 1092200 h 1127125"/>
                  <a:gd name="connsiteX12-63" fmla="*/ 847725 w 866775"/>
                  <a:gd name="connsiteY12-64" fmla="*/ 393700 h 1127125"/>
                  <a:gd name="connsiteX13-65" fmla="*/ 841375 w 866775"/>
                  <a:gd name="connsiteY13-66" fmla="*/ 390525 h 1127125"/>
                  <a:gd name="connsiteX14-67" fmla="*/ 866775 w 866775"/>
                  <a:gd name="connsiteY14-68" fmla="*/ 292100 h 1127125"/>
                  <a:gd name="connsiteX15-69" fmla="*/ 831850 w 866775"/>
                  <a:gd name="connsiteY15-70" fmla="*/ 149225 h 1127125"/>
                  <a:gd name="connsiteX16-71" fmla="*/ 717550 w 866775"/>
                  <a:gd name="connsiteY16-72" fmla="*/ 53975 h 1127125"/>
                  <a:gd name="connsiteX17-73" fmla="*/ 568325 w 866775"/>
                  <a:gd name="connsiteY17-74" fmla="*/ 0 h 1127125"/>
                  <a:gd name="connsiteX18-75" fmla="*/ 457200 w 866775"/>
                  <a:gd name="connsiteY18-76" fmla="*/ 0 h 1127125"/>
                  <a:gd name="connsiteX0-77" fmla="*/ 457200 w 866775"/>
                  <a:gd name="connsiteY0-78" fmla="*/ 0 h 1127125"/>
                  <a:gd name="connsiteX1-79" fmla="*/ 311150 w 866775"/>
                  <a:gd name="connsiteY1-80" fmla="*/ 111125 h 1127125"/>
                  <a:gd name="connsiteX2-81" fmla="*/ 130175 w 866775"/>
                  <a:gd name="connsiteY2-82" fmla="*/ 269875 h 1127125"/>
                  <a:gd name="connsiteX3-83" fmla="*/ 22225 w 866775"/>
                  <a:gd name="connsiteY3-84" fmla="*/ 371475 h 1127125"/>
                  <a:gd name="connsiteX4-85" fmla="*/ 0 w 866775"/>
                  <a:gd name="connsiteY4-86" fmla="*/ 454025 h 1127125"/>
                  <a:gd name="connsiteX5-87" fmla="*/ 44450 w 866775"/>
                  <a:gd name="connsiteY5-88" fmla="*/ 504825 h 1127125"/>
                  <a:gd name="connsiteX6-89" fmla="*/ 327025 w 866775"/>
                  <a:gd name="connsiteY6-90" fmla="*/ 622300 h 1127125"/>
                  <a:gd name="connsiteX7-91" fmla="*/ 463550 w 866775"/>
                  <a:gd name="connsiteY7-92" fmla="*/ 758825 h 1127125"/>
                  <a:gd name="connsiteX8-93" fmla="*/ 463550 w 866775"/>
                  <a:gd name="connsiteY8-94" fmla="*/ 965200 h 1127125"/>
                  <a:gd name="connsiteX9-95" fmla="*/ 355600 w 866775"/>
                  <a:gd name="connsiteY9-96" fmla="*/ 1082675 h 1127125"/>
                  <a:gd name="connsiteX10-97" fmla="*/ 244475 w 866775"/>
                  <a:gd name="connsiteY10-98" fmla="*/ 1127125 h 1127125"/>
                  <a:gd name="connsiteX11-99" fmla="*/ 393700 w 866775"/>
                  <a:gd name="connsiteY11-100" fmla="*/ 1082675 h 1127125"/>
                  <a:gd name="connsiteX12-101" fmla="*/ 847725 w 866775"/>
                  <a:gd name="connsiteY12-102" fmla="*/ 393700 h 1127125"/>
                  <a:gd name="connsiteX13-103" fmla="*/ 841375 w 866775"/>
                  <a:gd name="connsiteY13-104" fmla="*/ 390525 h 1127125"/>
                  <a:gd name="connsiteX14-105" fmla="*/ 866775 w 866775"/>
                  <a:gd name="connsiteY14-106" fmla="*/ 292100 h 1127125"/>
                  <a:gd name="connsiteX15-107" fmla="*/ 831850 w 866775"/>
                  <a:gd name="connsiteY15-108" fmla="*/ 149225 h 1127125"/>
                  <a:gd name="connsiteX16-109" fmla="*/ 717550 w 866775"/>
                  <a:gd name="connsiteY16-110" fmla="*/ 53975 h 1127125"/>
                  <a:gd name="connsiteX17-111" fmla="*/ 568325 w 866775"/>
                  <a:gd name="connsiteY17-112" fmla="*/ 0 h 1127125"/>
                  <a:gd name="connsiteX18-113" fmla="*/ 457200 w 866775"/>
                  <a:gd name="connsiteY18-114" fmla="*/ 0 h 1127125"/>
                  <a:gd name="connsiteX0-115" fmla="*/ 457200 w 866775"/>
                  <a:gd name="connsiteY0-116" fmla="*/ 0 h 1127125"/>
                  <a:gd name="connsiteX1-117" fmla="*/ 311150 w 866775"/>
                  <a:gd name="connsiteY1-118" fmla="*/ 111125 h 1127125"/>
                  <a:gd name="connsiteX2-119" fmla="*/ 130175 w 866775"/>
                  <a:gd name="connsiteY2-120" fmla="*/ 269875 h 1127125"/>
                  <a:gd name="connsiteX3-121" fmla="*/ 22225 w 866775"/>
                  <a:gd name="connsiteY3-122" fmla="*/ 371475 h 1127125"/>
                  <a:gd name="connsiteX4-123" fmla="*/ 0 w 866775"/>
                  <a:gd name="connsiteY4-124" fmla="*/ 454025 h 1127125"/>
                  <a:gd name="connsiteX5-125" fmla="*/ 44450 w 866775"/>
                  <a:gd name="connsiteY5-126" fmla="*/ 504825 h 1127125"/>
                  <a:gd name="connsiteX6-127" fmla="*/ 327025 w 866775"/>
                  <a:gd name="connsiteY6-128" fmla="*/ 622300 h 1127125"/>
                  <a:gd name="connsiteX7-129" fmla="*/ 463550 w 866775"/>
                  <a:gd name="connsiteY7-130" fmla="*/ 758825 h 1127125"/>
                  <a:gd name="connsiteX8-131" fmla="*/ 463550 w 866775"/>
                  <a:gd name="connsiteY8-132" fmla="*/ 965200 h 1127125"/>
                  <a:gd name="connsiteX9-133" fmla="*/ 355600 w 866775"/>
                  <a:gd name="connsiteY9-134" fmla="*/ 1082675 h 1127125"/>
                  <a:gd name="connsiteX10-135" fmla="*/ 244475 w 866775"/>
                  <a:gd name="connsiteY10-136" fmla="*/ 1127125 h 1127125"/>
                  <a:gd name="connsiteX11-137" fmla="*/ 393700 w 866775"/>
                  <a:gd name="connsiteY11-138" fmla="*/ 1082675 h 1127125"/>
                  <a:gd name="connsiteX12-139" fmla="*/ 847725 w 866775"/>
                  <a:gd name="connsiteY12-140" fmla="*/ 393700 h 1127125"/>
                  <a:gd name="connsiteX13-141" fmla="*/ 841375 w 866775"/>
                  <a:gd name="connsiteY13-142" fmla="*/ 390525 h 1127125"/>
                  <a:gd name="connsiteX14-143" fmla="*/ 866775 w 866775"/>
                  <a:gd name="connsiteY14-144" fmla="*/ 292100 h 1127125"/>
                  <a:gd name="connsiteX15-145" fmla="*/ 831850 w 866775"/>
                  <a:gd name="connsiteY15-146" fmla="*/ 149225 h 1127125"/>
                  <a:gd name="connsiteX16-147" fmla="*/ 717550 w 866775"/>
                  <a:gd name="connsiteY16-148" fmla="*/ 53975 h 1127125"/>
                  <a:gd name="connsiteX17-149" fmla="*/ 568325 w 866775"/>
                  <a:gd name="connsiteY17-150" fmla="*/ 0 h 1127125"/>
                  <a:gd name="connsiteX18-151" fmla="*/ 457200 w 866775"/>
                  <a:gd name="connsiteY18-152" fmla="*/ 0 h 1127125"/>
                  <a:gd name="connsiteX0-153" fmla="*/ 457200 w 866775"/>
                  <a:gd name="connsiteY0-154" fmla="*/ 0 h 1127125"/>
                  <a:gd name="connsiteX1-155" fmla="*/ 311150 w 866775"/>
                  <a:gd name="connsiteY1-156" fmla="*/ 111125 h 1127125"/>
                  <a:gd name="connsiteX2-157" fmla="*/ 130175 w 866775"/>
                  <a:gd name="connsiteY2-158" fmla="*/ 269875 h 1127125"/>
                  <a:gd name="connsiteX3-159" fmla="*/ 22225 w 866775"/>
                  <a:gd name="connsiteY3-160" fmla="*/ 371475 h 1127125"/>
                  <a:gd name="connsiteX4-161" fmla="*/ 0 w 866775"/>
                  <a:gd name="connsiteY4-162" fmla="*/ 454025 h 1127125"/>
                  <a:gd name="connsiteX5-163" fmla="*/ 44450 w 866775"/>
                  <a:gd name="connsiteY5-164" fmla="*/ 504825 h 1127125"/>
                  <a:gd name="connsiteX6-165" fmla="*/ 314325 w 866775"/>
                  <a:gd name="connsiteY6-166" fmla="*/ 631825 h 1127125"/>
                  <a:gd name="connsiteX7-167" fmla="*/ 463550 w 866775"/>
                  <a:gd name="connsiteY7-168" fmla="*/ 758825 h 1127125"/>
                  <a:gd name="connsiteX8-169" fmla="*/ 463550 w 866775"/>
                  <a:gd name="connsiteY8-170" fmla="*/ 965200 h 1127125"/>
                  <a:gd name="connsiteX9-171" fmla="*/ 355600 w 866775"/>
                  <a:gd name="connsiteY9-172" fmla="*/ 1082675 h 1127125"/>
                  <a:gd name="connsiteX10-173" fmla="*/ 244475 w 866775"/>
                  <a:gd name="connsiteY10-174" fmla="*/ 1127125 h 1127125"/>
                  <a:gd name="connsiteX11-175" fmla="*/ 393700 w 866775"/>
                  <a:gd name="connsiteY11-176" fmla="*/ 1082675 h 1127125"/>
                  <a:gd name="connsiteX12-177" fmla="*/ 847725 w 866775"/>
                  <a:gd name="connsiteY12-178" fmla="*/ 393700 h 1127125"/>
                  <a:gd name="connsiteX13-179" fmla="*/ 841375 w 866775"/>
                  <a:gd name="connsiteY13-180" fmla="*/ 390525 h 1127125"/>
                  <a:gd name="connsiteX14-181" fmla="*/ 866775 w 866775"/>
                  <a:gd name="connsiteY14-182" fmla="*/ 292100 h 1127125"/>
                  <a:gd name="connsiteX15-183" fmla="*/ 831850 w 866775"/>
                  <a:gd name="connsiteY15-184" fmla="*/ 149225 h 1127125"/>
                  <a:gd name="connsiteX16-185" fmla="*/ 717550 w 866775"/>
                  <a:gd name="connsiteY16-186" fmla="*/ 53975 h 1127125"/>
                  <a:gd name="connsiteX17-187" fmla="*/ 568325 w 866775"/>
                  <a:gd name="connsiteY17-188" fmla="*/ 0 h 1127125"/>
                  <a:gd name="connsiteX18-189" fmla="*/ 457200 w 866775"/>
                  <a:gd name="connsiteY18-190" fmla="*/ 0 h 1127125"/>
                  <a:gd name="connsiteX0-191" fmla="*/ 457200 w 866775"/>
                  <a:gd name="connsiteY0-192" fmla="*/ 0 h 1127125"/>
                  <a:gd name="connsiteX1-193" fmla="*/ 311150 w 866775"/>
                  <a:gd name="connsiteY1-194" fmla="*/ 111125 h 1127125"/>
                  <a:gd name="connsiteX2-195" fmla="*/ 130175 w 866775"/>
                  <a:gd name="connsiteY2-196" fmla="*/ 269875 h 1127125"/>
                  <a:gd name="connsiteX3-197" fmla="*/ 22225 w 866775"/>
                  <a:gd name="connsiteY3-198" fmla="*/ 371475 h 1127125"/>
                  <a:gd name="connsiteX4-199" fmla="*/ 0 w 866775"/>
                  <a:gd name="connsiteY4-200" fmla="*/ 454025 h 1127125"/>
                  <a:gd name="connsiteX5-201" fmla="*/ 44450 w 866775"/>
                  <a:gd name="connsiteY5-202" fmla="*/ 504825 h 1127125"/>
                  <a:gd name="connsiteX6-203" fmla="*/ 314325 w 866775"/>
                  <a:gd name="connsiteY6-204" fmla="*/ 631825 h 1127125"/>
                  <a:gd name="connsiteX7-205" fmla="*/ 444500 w 866775"/>
                  <a:gd name="connsiteY7-206" fmla="*/ 758825 h 1127125"/>
                  <a:gd name="connsiteX8-207" fmla="*/ 463550 w 866775"/>
                  <a:gd name="connsiteY8-208" fmla="*/ 965200 h 1127125"/>
                  <a:gd name="connsiteX9-209" fmla="*/ 355600 w 866775"/>
                  <a:gd name="connsiteY9-210" fmla="*/ 1082675 h 1127125"/>
                  <a:gd name="connsiteX10-211" fmla="*/ 244475 w 866775"/>
                  <a:gd name="connsiteY10-212" fmla="*/ 1127125 h 1127125"/>
                  <a:gd name="connsiteX11-213" fmla="*/ 393700 w 866775"/>
                  <a:gd name="connsiteY11-214" fmla="*/ 1082675 h 1127125"/>
                  <a:gd name="connsiteX12-215" fmla="*/ 847725 w 866775"/>
                  <a:gd name="connsiteY12-216" fmla="*/ 393700 h 1127125"/>
                  <a:gd name="connsiteX13-217" fmla="*/ 841375 w 866775"/>
                  <a:gd name="connsiteY13-218" fmla="*/ 390525 h 1127125"/>
                  <a:gd name="connsiteX14-219" fmla="*/ 866775 w 866775"/>
                  <a:gd name="connsiteY14-220" fmla="*/ 292100 h 1127125"/>
                  <a:gd name="connsiteX15-221" fmla="*/ 831850 w 866775"/>
                  <a:gd name="connsiteY15-222" fmla="*/ 149225 h 1127125"/>
                  <a:gd name="connsiteX16-223" fmla="*/ 717550 w 866775"/>
                  <a:gd name="connsiteY16-224" fmla="*/ 53975 h 1127125"/>
                  <a:gd name="connsiteX17-225" fmla="*/ 568325 w 866775"/>
                  <a:gd name="connsiteY17-226" fmla="*/ 0 h 1127125"/>
                  <a:gd name="connsiteX18-227" fmla="*/ 457200 w 866775"/>
                  <a:gd name="connsiteY18-228" fmla="*/ 0 h 1127125"/>
                  <a:gd name="connsiteX0-229" fmla="*/ 457200 w 866775"/>
                  <a:gd name="connsiteY0-230" fmla="*/ 0 h 1127125"/>
                  <a:gd name="connsiteX1-231" fmla="*/ 311150 w 866775"/>
                  <a:gd name="connsiteY1-232" fmla="*/ 111125 h 1127125"/>
                  <a:gd name="connsiteX2-233" fmla="*/ 130175 w 866775"/>
                  <a:gd name="connsiteY2-234" fmla="*/ 269875 h 1127125"/>
                  <a:gd name="connsiteX3-235" fmla="*/ 22225 w 866775"/>
                  <a:gd name="connsiteY3-236" fmla="*/ 371475 h 1127125"/>
                  <a:gd name="connsiteX4-237" fmla="*/ 0 w 866775"/>
                  <a:gd name="connsiteY4-238" fmla="*/ 454025 h 1127125"/>
                  <a:gd name="connsiteX5-239" fmla="*/ 44450 w 866775"/>
                  <a:gd name="connsiteY5-240" fmla="*/ 504825 h 1127125"/>
                  <a:gd name="connsiteX6-241" fmla="*/ 314325 w 866775"/>
                  <a:gd name="connsiteY6-242" fmla="*/ 631825 h 1127125"/>
                  <a:gd name="connsiteX7-243" fmla="*/ 444500 w 866775"/>
                  <a:gd name="connsiteY7-244" fmla="*/ 758825 h 1127125"/>
                  <a:gd name="connsiteX8-245" fmla="*/ 444500 w 866775"/>
                  <a:gd name="connsiteY8-246" fmla="*/ 962025 h 1127125"/>
                  <a:gd name="connsiteX9-247" fmla="*/ 355600 w 866775"/>
                  <a:gd name="connsiteY9-248" fmla="*/ 1082675 h 1127125"/>
                  <a:gd name="connsiteX10-249" fmla="*/ 244475 w 866775"/>
                  <a:gd name="connsiteY10-250" fmla="*/ 1127125 h 1127125"/>
                  <a:gd name="connsiteX11-251" fmla="*/ 393700 w 866775"/>
                  <a:gd name="connsiteY11-252" fmla="*/ 1082675 h 1127125"/>
                  <a:gd name="connsiteX12-253" fmla="*/ 847725 w 866775"/>
                  <a:gd name="connsiteY12-254" fmla="*/ 393700 h 1127125"/>
                  <a:gd name="connsiteX13-255" fmla="*/ 841375 w 866775"/>
                  <a:gd name="connsiteY13-256" fmla="*/ 390525 h 1127125"/>
                  <a:gd name="connsiteX14-257" fmla="*/ 866775 w 866775"/>
                  <a:gd name="connsiteY14-258" fmla="*/ 292100 h 1127125"/>
                  <a:gd name="connsiteX15-259" fmla="*/ 831850 w 866775"/>
                  <a:gd name="connsiteY15-260" fmla="*/ 149225 h 1127125"/>
                  <a:gd name="connsiteX16-261" fmla="*/ 717550 w 866775"/>
                  <a:gd name="connsiteY16-262" fmla="*/ 53975 h 1127125"/>
                  <a:gd name="connsiteX17-263" fmla="*/ 568325 w 866775"/>
                  <a:gd name="connsiteY17-264" fmla="*/ 0 h 1127125"/>
                  <a:gd name="connsiteX18-265" fmla="*/ 457200 w 866775"/>
                  <a:gd name="connsiteY18-266" fmla="*/ 0 h 1127125"/>
                  <a:gd name="connsiteX0-267" fmla="*/ 457200 w 866775"/>
                  <a:gd name="connsiteY0-268" fmla="*/ 0 h 1127125"/>
                  <a:gd name="connsiteX1-269" fmla="*/ 311150 w 866775"/>
                  <a:gd name="connsiteY1-270" fmla="*/ 111125 h 1127125"/>
                  <a:gd name="connsiteX2-271" fmla="*/ 130175 w 866775"/>
                  <a:gd name="connsiteY2-272" fmla="*/ 269875 h 1127125"/>
                  <a:gd name="connsiteX3-273" fmla="*/ 22225 w 866775"/>
                  <a:gd name="connsiteY3-274" fmla="*/ 371475 h 1127125"/>
                  <a:gd name="connsiteX4-275" fmla="*/ 0 w 866775"/>
                  <a:gd name="connsiteY4-276" fmla="*/ 454025 h 1127125"/>
                  <a:gd name="connsiteX5-277" fmla="*/ 44450 w 866775"/>
                  <a:gd name="connsiteY5-278" fmla="*/ 504825 h 1127125"/>
                  <a:gd name="connsiteX6-279" fmla="*/ 314325 w 866775"/>
                  <a:gd name="connsiteY6-280" fmla="*/ 631825 h 1127125"/>
                  <a:gd name="connsiteX7-281" fmla="*/ 444500 w 866775"/>
                  <a:gd name="connsiteY7-282" fmla="*/ 758825 h 1127125"/>
                  <a:gd name="connsiteX8-283" fmla="*/ 444500 w 866775"/>
                  <a:gd name="connsiteY8-284" fmla="*/ 962025 h 1127125"/>
                  <a:gd name="connsiteX9-285" fmla="*/ 336550 w 866775"/>
                  <a:gd name="connsiteY9-286" fmla="*/ 1069975 h 1127125"/>
                  <a:gd name="connsiteX10-287" fmla="*/ 244475 w 866775"/>
                  <a:gd name="connsiteY10-288" fmla="*/ 1127125 h 1127125"/>
                  <a:gd name="connsiteX11-289" fmla="*/ 393700 w 866775"/>
                  <a:gd name="connsiteY11-290" fmla="*/ 1082675 h 1127125"/>
                  <a:gd name="connsiteX12-291" fmla="*/ 847725 w 866775"/>
                  <a:gd name="connsiteY12-292" fmla="*/ 393700 h 1127125"/>
                  <a:gd name="connsiteX13-293" fmla="*/ 841375 w 866775"/>
                  <a:gd name="connsiteY13-294" fmla="*/ 390525 h 1127125"/>
                  <a:gd name="connsiteX14-295" fmla="*/ 866775 w 866775"/>
                  <a:gd name="connsiteY14-296" fmla="*/ 292100 h 1127125"/>
                  <a:gd name="connsiteX15-297" fmla="*/ 831850 w 866775"/>
                  <a:gd name="connsiteY15-298" fmla="*/ 149225 h 1127125"/>
                  <a:gd name="connsiteX16-299" fmla="*/ 717550 w 866775"/>
                  <a:gd name="connsiteY16-300" fmla="*/ 53975 h 1127125"/>
                  <a:gd name="connsiteX17-301" fmla="*/ 568325 w 866775"/>
                  <a:gd name="connsiteY17-302" fmla="*/ 0 h 1127125"/>
                  <a:gd name="connsiteX18-303" fmla="*/ 457200 w 866775"/>
                  <a:gd name="connsiteY18-304" fmla="*/ 0 h 1127125"/>
                  <a:gd name="connsiteX0-305" fmla="*/ 466725 w 876300"/>
                  <a:gd name="connsiteY0-306" fmla="*/ 0 h 1127125"/>
                  <a:gd name="connsiteX1-307" fmla="*/ 320675 w 876300"/>
                  <a:gd name="connsiteY1-308" fmla="*/ 111125 h 1127125"/>
                  <a:gd name="connsiteX2-309" fmla="*/ 139700 w 876300"/>
                  <a:gd name="connsiteY2-310" fmla="*/ 269875 h 1127125"/>
                  <a:gd name="connsiteX3-311" fmla="*/ 0 w 876300"/>
                  <a:gd name="connsiteY3-312" fmla="*/ 396875 h 1127125"/>
                  <a:gd name="connsiteX4-313" fmla="*/ 9525 w 876300"/>
                  <a:gd name="connsiteY4-314" fmla="*/ 454025 h 1127125"/>
                  <a:gd name="connsiteX5-315" fmla="*/ 53975 w 876300"/>
                  <a:gd name="connsiteY5-316" fmla="*/ 504825 h 1127125"/>
                  <a:gd name="connsiteX6-317" fmla="*/ 323850 w 876300"/>
                  <a:gd name="connsiteY6-318" fmla="*/ 631825 h 1127125"/>
                  <a:gd name="connsiteX7-319" fmla="*/ 454025 w 876300"/>
                  <a:gd name="connsiteY7-320" fmla="*/ 758825 h 1127125"/>
                  <a:gd name="connsiteX8-321" fmla="*/ 454025 w 876300"/>
                  <a:gd name="connsiteY8-322" fmla="*/ 962025 h 1127125"/>
                  <a:gd name="connsiteX9-323" fmla="*/ 346075 w 876300"/>
                  <a:gd name="connsiteY9-324" fmla="*/ 1069975 h 1127125"/>
                  <a:gd name="connsiteX10-325" fmla="*/ 254000 w 876300"/>
                  <a:gd name="connsiteY10-326" fmla="*/ 1127125 h 1127125"/>
                  <a:gd name="connsiteX11-327" fmla="*/ 403225 w 876300"/>
                  <a:gd name="connsiteY11-328" fmla="*/ 1082675 h 1127125"/>
                  <a:gd name="connsiteX12-329" fmla="*/ 857250 w 876300"/>
                  <a:gd name="connsiteY12-330" fmla="*/ 393700 h 1127125"/>
                  <a:gd name="connsiteX13-331" fmla="*/ 850900 w 876300"/>
                  <a:gd name="connsiteY13-332" fmla="*/ 390525 h 1127125"/>
                  <a:gd name="connsiteX14-333" fmla="*/ 876300 w 876300"/>
                  <a:gd name="connsiteY14-334" fmla="*/ 292100 h 1127125"/>
                  <a:gd name="connsiteX15-335" fmla="*/ 841375 w 876300"/>
                  <a:gd name="connsiteY15-336" fmla="*/ 149225 h 1127125"/>
                  <a:gd name="connsiteX16-337" fmla="*/ 727075 w 876300"/>
                  <a:gd name="connsiteY16-338" fmla="*/ 53975 h 1127125"/>
                  <a:gd name="connsiteX17-339" fmla="*/ 577850 w 876300"/>
                  <a:gd name="connsiteY17-340" fmla="*/ 0 h 1127125"/>
                  <a:gd name="connsiteX18-341" fmla="*/ 466725 w 876300"/>
                  <a:gd name="connsiteY18-342" fmla="*/ 0 h 1127125"/>
                  <a:gd name="connsiteX0-343" fmla="*/ 466725 w 876300"/>
                  <a:gd name="connsiteY0-344" fmla="*/ 0 h 1127125"/>
                  <a:gd name="connsiteX1-345" fmla="*/ 320675 w 876300"/>
                  <a:gd name="connsiteY1-346" fmla="*/ 111125 h 1127125"/>
                  <a:gd name="connsiteX2-347" fmla="*/ 139700 w 876300"/>
                  <a:gd name="connsiteY2-348" fmla="*/ 269875 h 1127125"/>
                  <a:gd name="connsiteX3-349" fmla="*/ 0 w 876300"/>
                  <a:gd name="connsiteY3-350" fmla="*/ 396875 h 1127125"/>
                  <a:gd name="connsiteX4-351" fmla="*/ 0 w 876300"/>
                  <a:gd name="connsiteY4-352" fmla="*/ 460375 h 1127125"/>
                  <a:gd name="connsiteX5-353" fmla="*/ 53975 w 876300"/>
                  <a:gd name="connsiteY5-354" fmla="*/ 504825 h 1127125"/>
                  <a:gd name="connsiteX6-355" fmla="*/ 323850 w 876300"/>
                  <a:gd name="connsiteY6-356" fmla="*/ 631825 h 1127125"/>
                  <a:gd name="connsiteX7-357" fmla="*/ 454025 w 876300"/>
                  <a:gd name="connsiteY7-358" fmla="*/ 758825 h 1127125"/>
                  <a:gd name="connsiteX8-359" fmla="*/ 454025 w 876300"/>
                  <a:gd name="connsiteY8-360" fmla="*/ 962025 h 1127125"/>
                  <a:gd name="connsiteX9-361" fmla="*/ 346075 w 876300"/>
                  <a:gd name="connsiteY9-362" fmla="*/ 1069975 h 1127125"/>
                  <a:gd name="connsiteX10-363" fmla="*/ 254000 w 876300"/>
                  <a:gd name="connsiteY10-364" fmla="*/ 1127125 h 1127125"/>
                  <a:gd name="connsiteX11-365" fmla="*/ 403225 w 876300"/>
                  <a:gd name="connsiteY11-366" fmla="*/ 1082675 h 1127125"/>
                  <a:gd name="connsiteX12-367" fmla="*/ 857250 w 876300"/>
                  <a:gd name="connsiteY12-368" fmla="*/ 393700 h 1127125"/>
                  <a:gd name="connsiteX13-369" fmla="*/ 850900 w 876300"/>
                  <a:gd name="connsiteY13-370" fmla="*/ 390525 h 1127125"/>
                  <a:gd name="connsiteX14-371" fmla="*/ 876300 w 876300"/>
                  <a:gd name="connsiteY14-372" fmla="*/ 292100 h 1127125"/>
                  <a:gd name="connsiteX15-373" fmla="*/ 841375 w 876300"/>
                  <a:gd name="connsiteY15-374" fmla="*/ 149225 h 1127125"/>
                  <a:gd name="connsiteX16-375" fmla="*/ 727075 w 876300"/>
                  <a:gd name="connsiteY16-376" fmla="*/ 53975 h 1127125"/>
                  <a:gd name="connsiteX17-377" fmla="*/ 577850 w 876300"/>
                  <a:gd name="connsiteY17-378" fmla="*/ 0 h 1127125"/>
                  <a:gd name="connsiteX18-379" fmla="*/ 466725 w 876300"/>
                  <a:gd name="connsiteY18-380" fmla="*/ 0 h 1127125"/>
                  <a:gd name="connsiteX0-381" fmla="*/ 466725 w 876300"/>
                  <a:gd name="connsiteY0-382" fmla="*/ 0 h 1127125"/>
                  <a:gd name="connsiteX1-383" fmla="*/ 320675 w 876300"/>
                  <a:gd name="connsiteY1-384" fmla="*/ 111125 h 1127125"/>
                  <a:gd name="connsiteX2-385" fmla="*/ 139700 w 876300"/>
                  <a:gd name="connsiteY2-386" fmla="*/ 269875 h 1127125"/>
                  <a:gd name="connsiteX3-387" fmla="*/ 22225 w 876300"/>
                  <a:gd name="connsiteY3-388" fmla="*/ 393700 h 1127125"/>
                  <a:gd name="connsiteX4-389" fmla="*/ 0 w 876300"/>
                  <a:gd name="connsiteY4-390" fmla="*/ 460375 h 1127125"/>
                  <a:gd name="connsiteX5-391" fmla="*/ 53975 w 876300"/>
                  <a:gd name="connsiteY5-392" fmla="*/ 504825 h 1127125"/>
                  <a:gd name="connsiteX6-393" fmla="*/ 323850 w 876300"/>
                  <a:gd name="connsiteY6-394" fmla="*/ 631825 h 1127125"/>
                  <a:gd name="connsiteX7-395" fmla="*/ 454025 w 876300"/>
                  <a:gd name="connsiteY7-396" fmla="*/ 758825 h 1127125"/>
                  <a:gd name="connsiteX8-397" fmla="*/ 454025 w 876300"/>
                  <a:gd name="connsiteY8-398" fmla="*/ 962025 h 1127125"/>
                  <a:gd name="connsiteX9-399" fmla="*/ 346075 w 876300"/>
                  <a:gd name="connsiteY9-400" fmla="*/ 1069975 h 1127125"/>
                  <a:gd name="connsiteX10-401" fmla="*/ 254000 w 876300"/>
                  <a:gd name="connsiteY10-402" fmla="*/ 1127125 h 1127125"/>
                  <a:gd name="connsiteX11-403" fmla="*/ 403225 w 876300"/>
                  <a:gd name="connsiteY11-404" fmla="*/ 1082675 h 1127125"/>
                  <a:gd name="connsiteX12-405" fmla="*/ 857250 w 876300"/>
                  <a:gd name="connsiteY12-406" fmla="*/ 393700 h 1127125"/>
                  <a:gd name="connsiteX13-407" fmla="*/ 850900 w 876300"/>
                  <a:gd name="connsiteY13-408" fmla="*/ 390525 h 1127125"/>
                  <a:gd name="connsiteX14-409" fmla="*/ 876300 w 876300"/>
                  <a:gd name="connsiteY14-410" fmla="*/ 292100 h 1127125"/>
                  <a:gd name="connsiteX15-411" fmla="*/ 841375 w 876300"/>
                  <a:gd name="connsiteY15-412" fmla="*/ 149225 h 1127125"/>
                  <a:gd name="connsiteX16-413" fmla="*/ 727075 w 876300"/>
                  <a:gd name="connsiteY16-414" fmla="*/ 53975 h 1127125"/>
                  <a:gd name="connsiteX17-415" fmla="*/ 577850 w 876300"/>
                  <a:gd name="connsiteY17-416" fmla="*/ 0 h 1127125"/>
                  <a:gd name="connsiteX18-417" fmla="*/ 466725 w 876300"/>
                  <a:gd name="connsiteY18-418" fmla="*/ 0 h 1127125"/>
                  <a:gd name="connsiteX0-419" fmla="*/ 466725 w 876300"/>
                  <a:gd name="connsiteY0-420" fmla="*/ 0 h 1127125"/>
                  <a:gd name="connsiteX1-421" fmla="*/ 320675 w 876300"/>
                  <a:gd name="connsiteY1-422" fmla="*/ 111125 h 1127125"/>
                  <a:gd name="connsiteX2-423" fmla="*/ 139700 w 876300"/>
                  <a:gd name="connsiteY2-424" fmla="*/ 269875 h 1127125"/>
                  <a:gd name="connsiteX3-425" fmla="*/ 22225 w 876300"/>
                  <a:gd name="connsiteY3-426" fmla="*/ 393700 h 1127125"/>
                  <a:gd name="connsiteX4-427" fmla="*/ 0 w 876300"/>
                  <a:gd name="connsiteY4-428" fmla="*/ 460375 h 1127125"/>
                  <a:gd name="connsiteX5-429" fmla="*/ 53975 w 876300"/>
                  <a:gd name="connsiteY5-430" fmla="*/ 504825 h 1127125"/>
                  <a:gd name="connsiteX6-431" fmla="*/ 323850 w 876300"/>
                  <a:gd name="connsiteY6-432" fmla="*/ 631825 h 1127125"/>
                  <a:gd name="connsiteX7-433" fmla="*/ 454025 w 876300"/>
                  <a:gd name="connsiteY7-434" fmla="*/ 758825 h 1127125"/>
                  <a:gd name="connsiteX8-435" fmla="*/ 454025 w 876300"/>
                  <a:gd name="connsiteY8-436" fmla="*/ 962025 h 1127125"/>
                  <a:gd name="connsiteX9-437" fmla="*/ 346075 w 876300"/>
                  <a:gd name="connsiteY9-438" fmla="*/ 1069975 h 1127125"/>
                  <a:gd name="connsiteX10-439" fmla="*/ 228600 w 876300"/>
                  <a:gd name="connsiteY10-440" fmla="*/ 1127125 h 1127125"/>
                  <a:gd name="connsiteX11-441" fmla="*/ 403225 w 876300"/>
                  <a:gd name="connsiteY11-442" fmla="*/ 1082675 h 1127125"/>
                  <a:gd name="connsiteX12-443" fmla="*/ 857250 w 876300"/>
                  <a:gd name="connsiteY12-444" fmla="*/ 393700 h 1127125"/>
                  <a:gd name="connsiteX13-445" fmla="*/ 850900 w 876300"/>
                  <a:gd name="connsiteY13-446" fmla="*/ 390525 h 1127125"/>
                  <a:gd name="connsiteX14-447" fmla="*/ 876300 w 876300"/>
                  <a:gd name="connsiteY14-448" fmla="*/ 292100 h 1127125"/>
                  <a:gd name="connsiteX15-449" fmla="*/ 841375 w 876300"/>
                  <a:gd name="connsiteY15-450" fmla="*/ 149225 h 1127125"/>
                  <a:gd name="connsiteX16-451" fmla="*/ 727075 w 876300"/>
                  <a:gd name="connsiteY16-452" fmla="*/ 53975 h 1127125"/>
                  <a:gd name="connsiteX17-453" fmla="*/ 577850 w 876300"/>
                  <a:gd name="connsiteY17-454" fmla="*/ 0 h 1127125"/>
                  <a:gd name="connsiteX18-455" fmla="*/ 466725 w 876300"/>
                  <a:gd name="connsiteY18-456" fmla="*/ 0 h 1127125"/>
                  <a:gd name="connsiteX0-457" fmla="*/ 466725 w 876300"/>
                  <a:gd name="connsiteY0-458" fmla="*/ 0 h 1122363"/>
                  <a:gd name="connsiteX1-459" fmla="*/ 320675 w 876300"/>
                  <a:gd name="connsiteY1-460" fmla="*/ 111125 h 1122363"/>
                  <a:gd name="connsiteX2-461" fmla="*/ 139700 w 876300"/>
                  <a:gd name="connsiteY2-462" fmla="*/ 269875 h 1122363"/>
                  <a:gd name="connsiteX3-463" fmla="*/ 22225 w 876300"/>
                  <a:gd name="connsiteY3-464" fmla="*/ 393700 h 1122363"/>
                  <a:gd name="connsiteX4-465" fmla="*/ 0 w 876300"/>
                  <a:gd name="connsiteY4-466" fmla="*/ 460375 h 1122363"/>
                  <a:gd name="connsiteX5-467" fmla="*/ 53975 w 876300"/>
                  <a:gd name="connsiteY5-468" fmla="*/ 504825 h 1122363"/>
                  <a:gd name="connsiteX6-469" fmla="*/ 323850 w 876300"/>
                  <a:gd name="connsiteY6-470" fmla="*/ 631825 h 1122363"/>
                  <a:gd name="connsiteX7-471" fmla="*/ 454025 w 876300"/>
                  <a:gd name="connsiteY7-472" fmla="*/ 758825 h 1122363"/>
                  <a:gd name="connsiteX8-473" fmla="*/ 454025 w 876300"/>
                  <a:gd name="connsiteY8-474" fmla="*/ 962025 h 1122363"/>
                  <a:gd name="connsiteX9-475" fmla="*/ 346075 w 876300"/>
                  <a:gd name="connsiteY9-476" fmla="*/ 1069975 h 1122363"/>
                  <a:gd name="connsiteX10-477" fmla="*/ 223838 w 876300"/>
                  <a:gd name="connsiteY10-478" fmla="*/ 1122363 h 1122363"/>
                  <a:gd name="connsiteX11-479" fmla="*/ 403225 w 876300"/>
                  <a:gd name="connsiteY11-480" fmla="*/ 1082675 h 1122363"/>
                  <a:gd name="connsiteX12-481" fmla="*/ 857250 w 876300"/>
                  <a:gd name="connsiteY12-482" fmla="*/ 393700 h 1122363"/>
                  <a:gd name="connsiteX13-483" fmla="*/ 850900 w 876300"/>
                  <a:gd name="connsiteY13-484" fmla="*/ 390525 h 1122363"/>
                  <a:gd name="connsiteX14-485" fmla="*/ 876300 w 876300"/>
                  <a:gd name="connsiteY14-486" fmla="*/ 292100 h 1122363"/>
                  <a:gd name="connsiteX15-487" fmla="*/ 841375 w 876300"/>
                  <a:gd name="connsiteY15-488" fmla="*/ 149225 h 1122363"/>
                  <a:gd name="connsiteX16-489" fmla="*/ 727075 w 876300"/>
                  <a:gd name="connsiteY16-490" fmla="*/ 53975 h 1122363"/>
                  <a:gd name="connsiteX17-491" fmla="*/ 577850 w 876300"/>
                  <a:gd name="connsiteY17-492" fmla="*/ 0 h 1122363"/>
                  <a:gd name="connsiteX18-493" fmla="*/ 466725 w 876300"/>
                  <a:gd name="connsiteY18-494" fmla="*/ 0 h 1122363"/>
                  <a:gd name="connsiteX0-495" fmla="*/ 466725 w 876300"/>
                  <a:gd name="connsiteY0-496" fmla="*/ 0 h 1122363"/>
                  <a:gd name="connsiteX1-497" fmla="*/ 320675 w 876300"/>
                  <a:gd name="connsiteY1-498" fmla="*/ 111125 h 1122363"/>
                  <a:gd name="connsiteX2-499" fmla="*/ 139700 w 876300"/>
                  <a:gd name="connsiteY2-500" fmla="*/ 269875 h 1122363"/>
                  <a:gd name="connsiteX3-501" fmla="*/ 22225 w 876300"/>
                  <a:gd name="connsiteY3-502" fmla="*/ 393700 h 1122363"/>
                  <a:gd name="connsiteX4-503" fmla="*/ 0 w 876300"/>
                  <a:gd name="connsiteY4-504" fmla="*/ 460375 h 1122363"/>
                  <a:gd name="connsiteX5-505" fmla="*/ 53975 w 876300"/>
                  <a:gd name="connsiteY5-506" fmla="*/ 504825 h 1122363"/>
                  <a:gd name="connsiteX6-507" fmla="*/ 323850 w 876300"/>
                  <a:gd name="connsiteY6-508" fmla="*/ 631825 h 1122363"/>
                  <a:gd name="connsiteX7-509" fmla="*/ 454025 w 876300"/>
                  <a:gd name="connsiteY7-510" fmla="*/ 758825 h 1122363"/>
                  <a:gd name="connsiteX8-511" fmla="*/ 454025 w 876300"/>
                  <a:gd name="connsiteY8-512" fmla="*/ 962025 h 1122363"/>
                  <a:gd name="connsiteX9-513" fmla="*/ 346075 w 876300"/>
                  <a:gd name="connsiteY9-514" fmla="*/ 1069975 h 1122363"/>
                  <a:gd name="connsiteX10-515" fmla="*/ 223838 w 876300"/>
                  <a:gd name="connsiteY10-516" fmla="*/ 1122363 h 1122363"/>
                  <a:gd name="connsiteX11-517" fmla="*/ 386556 w 876300"/>
                  <a:gd name="connsiteY11-518" fmla="*/ 1063625 h 1122363"/>
                  <a:gd name="connsiteX12-519" fmla="*/ 857250 w 876300"/>
                  <a:gd name="connsiteY12-520" fmla="*/ 393700 h 1122363"/>
                  <a:gd name="connsiteX13-521" fmla="*/ 850900 w 876300"/>
                  <a:gd name="connsiteY13-522" fmla="*/ 390525 h 1122363"/>
                  <a:gd name="connsiteX14-523" fmla="*/ 876300 w 876300"/>
                  <a:gd name="connsiteY14-524" fmla="*/ 292100 h 1122363"/>
                  <a:gd name="connsiteX15-525" fmla="*/ 841375 w 876300"/>
                  <a:gd name="connsiteY15-526" fmla="*/ 149225 h 1122363"/>
                  <a:gd name="connsiteX16-527" fmla="*/ 727075 w 876300"/>
                  <a:gd name="connsiteY16-528" fmla="*/ 53975 h 1122363"/>
                  <a:gd name="connsiteX17-529" fmla="*/ 577850 w 876300"/>
                  <a:gd name="connsiteY17-530" fmla="*/ 0 h 1122363"/>
                  <a:gd name="connsiteX18-531" fmla="*/ 466725 w 876300"/>
                  <a:gd name="connsiteY18-532" fmla="*/ 0 h 1122363"/>
                  <a:gd name="connsiteX0-533" fmla="*/ 466725 w 876300"/>
                  <a:gd name="connsiteY0-534" fmla="*/ 0 h 1122363"/>
                  <a:gd name="connsiteX1-535" fmla="*/ 320675 w 876300"/>
                  <a:gd name="connsiteY1-536" fmla="*/ 111125 h 1122363"/>
                  <a:gd name="connsiteX2-537" fmla="*/ 139700 w 876300"/>
                  <a:gd name="connsiteY2-538" fmla="*/ 269875 h 1122363"/>
                  <a:gd name="connsiteX3-539" fmla="*/ 22225 w 876300"/>
                  <a:gd name="connsiteY3-540" fmla="*/ 393700 h 1122363"/>
                  <a:gd name="connsiteX4-541" fmla="*/ 0 w 876300"/>
                  <a:gd name="connsiteY4-542" fmla="*/ 460375 h 1122363"/>
                  <a:gd name="connsiteX5-543" fmla="*/ 53975 w 876300"/>
                  <a:gd name="connsiteY5-544" fmla="*/ 504825 h 1122363"/>
                  <a:gd name="connsiteX6-545" fmla="*/ 323850 w 876300"/>
                  <a:gd name="connsiteY6-546" fmla="*/ 631825 h 1122363"/>
                  <a:gd name="connsiteX7-547" fmla="*/ 454025 w 876300"/>
                  <a:gd name="connsiteY7-548" fmla="*/ 758825 h 1122363"/>
                  <a:gd name="connsiteX8-549" fmla="*/ 454025 w 876300"/>
                  <a:gd name="connsiteY8-550" fmla="*/ 962025 h 1122363"/>
                  <a:gd name="connsiteX9-551" fmla="*/ 346075 w 876300"/>
                  <a:gd name="connsiteY9-552" fmla="*/ 1069975 h 1122363"/>
                  <a:gd name="connsiteX10-553" fmla="*/ 223838 w 876300"/>
                  <a:gd name="connsiteY10-554" fmla="*/ 1122363 h 1122363"/>
                  <a:gd name="connsiteX11-555" fmla="*/ 422275 w 876300"/>
                  <a:gd name="connsiteY11-556" fmla="*/ 1030288 h 1122363"/>
                  <a:gd name="connsiteX12-557" fmla="*/ 857250 w 876300"/>
                  <a:gd name="connsiteY12-558" fmla="*/ 393700 h 1122363"/>
                  <a:gd name="connsiteX13-559" fmla="*/ 850900 w 876300"/>
                  <a:gd name="connsiteY13-560" fmla="*/ 390525 h 1122363"/>
                  <a:gd name="connsiteX14-561" fmla="*/ 876300 w 876300"/>
                  <a:gd name="connsiteY14-562" fmla="*/ 292100 h 1122363"/>
                  <a:gd name="connsiteX15-563" fmla="*/ 841375 w 876300"/>
                  <a:gd name="connsiteY15-564" fmla="*/ 149225 h 1122363"/>
                  <a:gd name="connsiteX16-565" fmla="*/ 727075 w 876300"/>
                  <a:gd name="connsiteY16-566" fmla="*/ 53975 h 1122363"/>
                  <a:gd name="connsiteX17-567" fmla="*/ 577850 w 876300"/>
                  <a:gd name="connsiteY17-568" fmla="*/ 0 h 1122363"/>
                  <a:gd name="connsiteX18-569" fmla="*/ 466725 w 876300"/>
                  <a:gd name="connsiteY18-570" fmla="*/ 0 h 1122363"/>
                  <a:gd name="connsiteX0-571" fmla="*/ 466725 w 876300"/>
                  <a:gd name="connsiteY0-572" fmla="*/ 0 h 1122363"/>
                  <a:gd name="connsiteX1-573" fmla="*/ 320675 w 876300"/>
                  <a:gd name="connsiteY1-574" fmla="*/ 111125 h 1122363"/>
                  <a:gd name="connsiteX2-575" fmla="*/ 139700 w 876300"/>
                  <a:gd name="connsiteY2-576" fmla="*/ 269875 h 1122363"/>
                  <a:gd name="connsiteX3-577" fmla="*/ 22225 w 876300"/>
                  <a:gd name="connsiteY3-578" fmla="*/ 393700 h 1122363"/>
                  <a:gd name="connsiteX4-579" fmla="*/ 0 w 876300"/>
                  <a:gd name="connsiteY4-580" fmla="*/ 460375 h 1122363"/>
                  <a:gd name="connsiteX5-581" fmla="*/ 53975 w 876300"/>
                  <a:gd name="connsiteY5-582" fmla="*/ 504825 h 1122363"/>
                  <a:gd name="connsiteX6-583" fmla="*/ 323850 w 876300"/>
                  <a:gd name="connsiteY6-584" fmla="*/ 631825 h 1122363"/>
                  <a:gd name="connsiteX7-585" fmla="*/ 454025 w 876300"/>
                  <a:gd name="connsiteY7-586" fmla="*/ 758825 h 1122363"/>
                  <a:gd name="connsiteX8-587" fmla="*/ 454025 w 876300"/>
                  <a:gd name="connsiteY8-588" fmla="*/ 962025 h 1122363"/>
                  <a:gd name="connsiteX9-589" fmla="*/ 346075 w 876300"/>
                  <a:gd name="connsiteY9-590" fmla="*/ 1069975 h 1122363"/>
                  <a:gd name="connsiteX10-591" fmla="*/ 223838 w 876300"/>
                  <a:gd name="connsiteY10-592" fmla="*/ 1122363 h 1122363"/>
                  <a:gd name="connsiteX11-593" fmla="*/ 422275 w 876300"/>
                  <a:gd name="connsiteY11-594" fmla="*/ 1030288 h 1122363"/>
                  <a:gd name="connsiteX12-595" fmla="*/ 857250 w 876300"/>
                  <a:gd name="connsiteY12-596" fmla="*/ 393700 h 1122363"/>
                  <a:gd name="connsiteX13-597" fmla="*/ 860425 w 876300"/>
                  <a:gd name="connsiteY13-598" fmla="*/ 385763 h 1122363"/>
                  <a:gd name="connsiteX14-599" fmla="*/ 876300 w 876300"/>
                  <a:gd name="connsiteY14-600" fmla="*/ 292100 h 1122363"/>
                  <a:gd name="connsiteX15-601" fmla="*/ 841375 w 876300"/>
                  <a:gd name="connsiteY15-602" fmla="*/ 149225 h 1122363"/>
                  <a:gd name="connsiteX16-603" fmla="*/ 727075 w 876300"/>
                  <a:gd name="connsiteY16-604" fmla="*/ 53975 h 1122363"/>
                  <a:gd name="connsiteX17-605" fmla="*/ 577850 w 876300"/>
                  <a:gd name="connsiteY17-606" fmla="*/ 0 h 1122363"/>
                  <a:gd name="connsiteX18-607" fmla="*/ 466725 w 876300"/>
                  <a:gd name="connsiteY18-608" fmla="*/ 0 h 1122363"/>
                  <a:gd name="connsiteX0-609" fmla="*/ 466725 w 876300"/>
                  <a:gd name="connsiteY0-610" fmla="*/ 0 h 1122363"/>
                  <a:gd name="connsiteX1-611" fmla="*/ 320675 w 876300"/>
                  <a:gd name="connsiteY1-612" fmla="*/ 111125 h 1122363"/>
                  <a:gd name="connsiteX2-613" fmla="*/ 139700 w 876300"/>
                  <a:gd name="connsiteY2-614" fmla="*/ 269875 h 1122363"/>
                  <a:gd name="connsiteX3-615" fmla="*/ 22225 w 876300"/>
                  <a:gd name="connsiteY3-616" fmla="*/ 393700 h 1122363"/>
                  <a:gd name="connsiteX4-617" fmla="*/ 0 w 876300"/>
                  <a:gd name="connsiteY4-618" fmla="*/ 460375 h 1122363"/>
                  <a:gd name="connsiteX5-619" fmla="*/ 53975 w 876300"/>
                  <a:gd name="connsiteY5-620" fmla="*/ 504825 h 1122363"/>
                  <a:gd name="connsiteX6-621" fmla="*/ 323850 w 876300"/>
                  <a:gd name="connsiteY6-622" fmla="*/ 631825 h 1122363"/>
                  <a:gd name="connsiteX7-623" fmla="*/ 454025 w 876300"/>
                  <a:gd name="connsiteY7-624" fmla="*/ 758825 h 1122363"/>
                  <a:gd name="connsiteX8-625" fmla="*/ 454025 w 876300"/>
                  <a:gd name="connsiteY8-626" fmla="*/ 962025 h 1122363"/>
                  <a:gd name="connsiteX9-627" fmla="*/ 346075 w 876300"/>
                  <a:gd name="connsiteY9-628" fmla="*/ 1069975 h 1122363"/>
                  <a:gd name="connsiteX10-629" fmla="*/ 223838 w 876300"/>
                  <a:gd name="connsiteY10-630" fmla="*/ 1122363 h 1122363"/>
                  <a:gd name="connsiteX11-631" fmla="*/ 422275 w 876300"/>
                  <a:gd name="connsiteY11-632" fmla="*/ 1030288 h 1122363"/>
                  <a:gd name="connsiteX12-633" fmla="*/ 857250 w 876300"/>
                  <a:gd name="connsiteY12-634" fmla="*/ 393700 h 1122363"/>
                  <a:gd name="connsiteX13-635" fmla="*/ 869950 w 876300"/>
                  <a:gd name="connsiteY13-636" fmla="*/ 376238 h 1122363"/>
                  <a:gd name="connsiteX14-637" fmla="*/ 876300 w 876300"/>
                  <a:gd name="connsiteY14-638" fmla="*/ 292100 h 1122363"/>
                  <a:gd name="connsiteX15-639" fmla="*/ 841375 w 876300"/>
                  <a:gd name="connsiteY15-640" fmla="*/ 149225 h 1122363"/>
                  <a:gd name="connsiteX16-641" fmla="*/ 727075 w 876300"/>
                  <a:gd name="connsiteY16-642" fmla="*/ 53975 h 1122363"/>
                  <a:gd name="connsiteX17-643" fmla="*/ 577850 w 876300"/>
                  <a:gd name="connsiteY17-644" fmla="*/ 0 h 1122363"/>
                  <a:gd name="connsiteX18-645" fmla="*/ 466725 w 876300"/>
                  <a:gd name="connsiteY18-646" fmla="*/ 0 h 1122363"/>
                  <a:gd name="connsiteX0-647" fmla="*/ 466725 w 876300"/>
                  <a:gd name="connsiteY0-648" fmla="*/ 0 h 1122363"/>
                  <a:gd name="connsiteX1-649" fmla="*/ 320675 w 876300"/>
                  <a:gd name="connsiteY1-650" fmla="*/ 111125 h 1122363"/>
                  <a:gd name="connsiteX2-651" fmla="*/ 139700 w 876300"/>
                  <a:gd name="connsiteY2-652" fmla="*/ 269875 h 1122363"/>
                  <a:gd name="connsiteX3-653" fmla="*/ 22225 w 876300"/>
                  <a:gd name="connsiteY3-654" fmla="*/ 393700 h 1122363"/>
                  <a:gd name="connsiteX4-655" fmla="*/ 0 w 876300"/>
                  <a:gd name="connsiteY4-656" fmla="*/ 460375 h 1122363"/>
                  <a:gd name="connsiteX5-657" fmla="*/ 53975 w 876300"/>
                  <a:gd name="connsiteY5-658" fmla="*/ 504825 h 1122363"/>
                  <a:gd name="connsiteX6-659" fmla="*/ 323850 w 876300"/>
                  <a:gd name="connsiteY6-660" fmla="*/ 631825 h 1122363"/>
                  <a:gd name="connsiteX7-661" fmla="*/ 454025 w 876300"/>
                  <a:gd name="connsiteY7-662" fmla="*/ 758825 h 1122363"/>
                  <a:gd name="connsiteX8-663" fmla="*/ 454025 w 876300"/>
                  <a:gd name="connsiteY8-664" fmla="*/ 962025 h 1122363"/>
                  <a:gd name="connsiteX9-665" fmla="*/ 346075 w 876300"/>
                  <a:gd name="connsiteY9-666" fmla="*/ 1069975 h 1122363"/>
                  <a:gd name="connsiteX10-667" fmla="*/ 223838 w 876300"/>
                  <a:gd name="connsiteY10-668" fmla="*/ 1122363 h 1122363"/>
                  <a:gd name="connsiteX11-669" fmla="*/ 422275 w 876300"/>
                  <a:gd name="connsiteY11-670" fmla="*/ 1030288 h 1122363"/>
                  <a:gd name="connsiteX12-671" fmla="*/ 869950 w 876300"/>
                  <a:gd name="connsiteY12-672" fmla="*/ 376238 h 1122363"/>
                  <a:gd name="connsiteX13-673" fmla="*/ 876300 w 876300"/>
                  <a:gd name="connsiteY13-674" fmla="*/ 292100 h 1122363"/>
                  <a:gd name="connsiteX14-675" fmla="*/ 841375 w 876300"/>
                  <a:gd name="connsiteY14-676" fmla="*/ 149225 h 1122363"/>
                  <a:gd name="connsiteX15-677" fmla="*/ 727075 w 876300"/>
                  <a:gd name="connsiteY15-678" fmla="*/ 53975 h 1122363"/>
                  <a:gd name="connsiteX16-679" fmla="*/ 577850 w 876300"/>
                  <a:gd name="connsiteY16-680" fmla="*/ 0 h 1122363"/>
                  <a:gd name="connsiteX17-681" fmla="*/ 466725 w 876300"/>
                  <a:gd name="connsiteY17-682" fmla="*/ 0 h 1122363"/>
                  <a:gd name="connsiteX0-683" fmla="*/ 466725 w 876300"/>
                  <a:gd name="connsiteY0-684" fmla="*/ 0 h 1122363"/>
                  <a:gd name="connsiteX1-685" fmla="*/ 320675 w 876300"/>
                  <a:gd name="connsiteY1-686" fmla="*/ 111125 h 1122363"/>
                  <a:gd name="connsiteX2-687" fmla="*/ 139700 w 876300"/>
                  <a:gd name="connsiteY2-688" fmla="*/ 269875 h 1122363"/>
                  <a:gd name="connsiteX3-689" fmla="*/ 22225 w 876300"/>
                  <a:gd name="connsiteY3-690" fmla="*/ 393700 h 1122363"/>
                  <a:gd name="connsiteX4-691" fmla="*/ 0 w 876300"/>
                  <a:gd name="connsiteY4-692" fmla="*/ 460375 h 1122363"/>
                  <a:gd name="connsiteX5-693" fmla="*/ 53975 w 876300"/>
                  <a:gd name="connsiteY5-694" fmla="*/ 504825 h 1122363"/>
                  <a:gd name="connsiteX6-695" fmla="*/ 323850 w 876300"/>
                  <a:gd name="connsiteY6-696" fmla="*/ 631825 h 1122363"/>
                  <a:gd name="connsiteX7-697" fmla="*/ 454025 w 876300"/>
                  <a:gd name="connsiteY7-698" fmla="*/ 758825 h 1122363"/>
                  <a:gd name="connsiteX8-699" fmla="*/ 454025 w 876300"/>
                  <a:gd name="connsiteY8-700" fmla="*/ 962025 h 1122363"/>
                  <a:gd name="connsiteX9-701" fmla="*/ 346075 w 876300"/>
                  <a:gd name="connsiteY9-702" fmla="*/ 1069975 h 1122363"/>
                  <a:gd name="connsiteX10-703" fmla="*/ 223838 w 876300"/>
                  <a:gd name="connsiteY10-704" fmla="*/ 1122363 h 1122363"/>
                  <a:gd name="connsiteX11-705" fmla="*/ 422275 w 876300"/>
                  <a:gd name="connsiteY11-706" fmla="*/ 1030288 h 1122363"/>
                  <a:gd name="connsiteX12-707" fmla="*/ 869950 w 876300"/>
                  <a:gd name="connsiteY12-708" fmla="*/ 376238 h 1122363"/>
                  <a:gd name="connsiteX13-709" fmla="*/ 876300 w 876300"/>
                  <a:gd name="connsiteY13-710" fmla="*/ 292100 h 1122363"/>
                  <a:gd name="connsiteX14-711" fmla="*/ 841375 w 876300"/>
                  <a:gd name="connsiteY14-712" fmla="*/ 149225 h 1122363"/>
                  <a:gd name="connsiteX15-713" fmla="*/ 727075 w 876300"/>
                  <a:gd name="connsiteY15-714" fmla="*/ 53975 h 1122363"/>
                  <a:gd name="connsiteX16-715" fmla="*/ 577850 w 876300"/>
                  <a:gd name="connsiteY16-716" fmla="*/ 0 h 1122363"/>
                  <a:gd name="connsiteX17-717" fmla="*/ 466725 w 876300"/>
                  <a:gd name="connsiteY17-718" fmla="*/ 0 h 1122363"/>
                  <a:gd name="connsiteX0-719" fmla="*/ 466725 w 876311"/>
                  <a:gd name="connsiteY0-720" fmla="*/ 0 h 1122363"/>
                  <a:gd name="connsiteX1-721" fmla="*/ 320675 w 876311"/>
                  <a:gd name="connsiteY1-722" fmla="*/ 111125 h 1122363"/>
                  <a:gd name="connsiteX2-723" fmla="*/ 139700 w 876311"/>
                  <a:gd name="connsiteY2-724" fmla="*/ 269875 h 1122363"/>
                  <a:gd name="connsiteX3-725" fmla="*/ 22225 w 876311"/>
                  <a:gd name="connsiteY3-726" fmla="*/ 393700 h 1122363"/>
                  <a:gd name="connsiteX4-727" fmla="*/ 0 w 876311"/>
                  <a:gd name="connsiteY4-728" fmla="*/ 460375 h 1122363"/>
                  <a:gd name="connsiteX5-729" fmla="*/ 53975 w 876311"/>
                  <a:gd name="connsiteY5-730" fmla="*/ 504825 h 1122363"/>
                  <a:gd name="connsiteX6-731" fmla="*/ 323850 w 876311"/>
                  <a:gd name="connsiteY6-732" fmla="*/ 631825 h 1122363"/>
                  <a:gd name="connsiteX7-733" fmla="*/ 454025 w 876311"/>
                  <a:gd name="connsiteY7-734" fmla="*/ 758825 h 1122363"/>
                  <a:gd name="connsiteX8-735" fmla="*/ 454025 w 876311"/>
                  <a:gd name="connsiteY8-736" fmla="*/ 962025 h 1122363"/>
                  <a:gd name="connsiteX9-737" fmla="*/ 346075 w 876311"/>
                  <a:gd name="connsiteY9-738" fmla="*/ 1069975 h 1122363"/>
                  <a:gd name="connsiteX10-739" fmla="*/ 223838 w 876311"/>
                  <a:gd name="connsiteY10-740" fmla="*/ 1122363 h 1122363"/>
                  <a:gd name="connsiteX11-741" fmla="*/ 422275 w 876311"/>
                  <a:gd name="connsiteY11-742" fmla="*/ 1030288 h 1122363"/>
                  <a:gd name="connsiteX12-743" fmla="*/ 869950 w 876311"/>
                  <a:gd name="connsiteY12-744" fmla="*/ 376238 h 1122363"/>
                  <a:gd name="connsiteX13-745" fmla="*/ 876300 w 876311"/>
                  <a:gd name="connsiteY13-746" fmla="*/ 292100 h 1122363"/>
                  <a:gd name="connsiteX14-747" fmla="*/ 841375 w 876311"/>
                  <a:gd name="connsiteY14-748" fmla="*/ 149225 h 1122363"/>
                  <a:gd name="connsiteX15-749" fmla="*/ 727075 w 876311"/>
                  <a:gd name="connsiteY15-750" fmla="*/ 53975 h 1122363"/>
                  <a:gd name="connsiteX16-751" fmla="*/ 577850 w 876311"/>
                  <a:gd name="connsiteY16-752" fmla="*/ 0 h 1122363"/>
                  <a:gd name="connsiteX17-753" fmla="*/ 466725 w 876311"/>
                  <a:gd name="connsiteY17-754" fmla="*/ 0 h 1122363"/>
                  <a:gd name="connsiteX0-755" fmla="*/ 466725 w 876311"/>
                  <a:gd name="connsiteY0-756" fmla="*/ 0 h 1122363"/>
                  <a:gd name="connsiteX1-757" fmla="*/ 320675 w 876311"/>
                  <a:gd name="connsiteY1-758" fmla="*/ 111125 h 1122363"/>
                  <a:gd name="connsiteX2-759" fmla="*/ 139700 w 876311"/>
                  <a:gd name="connsiteY2-760" fmla="*/ 269875 h 1122363"/>
                  <a:gd name="connsiteX3-761" fmla="*/ 22225 w 876311"/>
                  <a:gd name="connsiteY3-762" fmla="*/ 393700 h 1122363"/>
                  <a:gd name="connsiteX4-763" fmla="*/ 0 w 876311"/>
                  <a:gd name="connsiteY4-764" fmla="*/ 460375 h 1122363"/>
                  <a:gd name="connsiteX5-765" fmla="*/ 53975 w 876311"/>
                  <a:gd name="connsiteY5-766" fmla="*/ 504825 h 1122363"/>
                  <a:gd name="connsiteX6-767" fmla="*/ 323850 w 876311"/>
                  <a:gd name="connsiteY6-768" fmla="*/ 631825 h 1122363"/>
                  <a:gd name="connsiteX7-769" fmla="*/ 454025 w 876311"/>
                  <a:gd name="connsiteY7-770" fmla="*/ 758825 h 1122363"/>
                  <a:gd name="connsiteX8-771" fmla="*/ 454025 w 876311"/>
                  <a:gd name="connsiteY8-772" fmla="*/ 962025 h 1122363"/>
                  <a:gd name="connsiteX9-773" fmla="*/ 346075 w 876311"/>
                  <a:gd name="connsiteY9-774" fmla="*/ 1069975 h 1122363"/>
                  <a:gd name="connsiteX10-775" fmla="*/ 223838 w 876311"/>
                  <a:gd name="connsiteY10-776" fmla="*/ 1122363 h 1122363"/>
                  <a:gd name="connsiteX11-777" fmla="*/ 422275 w 876311"/>
                  <a:gd name="connsiteY11-778" fmla="*/ 1030288 h 1122363"/>
                  <a:gd name="connsiteX12-779" fmla="*/ 869950 w 876311"/>
                  <a:gd name="connsiteY12-780" fmla="*/ 376238 h 1122363"/>
                  <a:gd name="connsiteX13-781" fmla="*/ 876300 w 876311"/>
                  <a:gd name="connsiteY13-782" fmla="*/ 292100 h 1122363"/>
                  <a:gd name="connsiteX14-783" fmla="*/ 841375 w 876311"/>
                  <a:gd name="connsiteY14-784" fmla="*/ 149225 h 1122363"/>
                  <a:gd name="connsiteX15-785" fmla="*/ 727075 w 876311"/>
                  <a:gd name="connsiteY15-786" fmla="*/ 53975 h 1122363"/>
                  <a:gd name="connsiteX16-787" fmla="*/ 577850 w 876311"/>
                  <a:gd name="connsiteY16-788" fmla="*/ 0 h 1122363"/>
                  <a:gd name="connsiteX17-789" fmla="*/ 466725 w 876311"/>
                  <a:gd name="connsiteY17-790" fmla="*/ 0 h 1122363"/>
                  <a:gd name="connsiteX0-791" fmla="*/ 466725 w 876311"/>
                  <a:gd name="connsiteY0-792" fmla="*/ 0 h 1122363"/>
                  <a:gd name="connsiteX1-793" fmla="*/ 320675 w 876311"/>
                  <a:gd name="connsiteY1-794" fmla="*/ 111125 h 1122363"/>
                  <a:gd name="connsiteX2-795" fmla="*/ 139700 w 876311"/>
                  <a:gd name="connsiteY2-796" fmla="*/ 269875 h 1122363"/>
                  <a:gd name="connsiteX3-797" fmla="*/ 22225 w 876311"/>
                  <a:gd name="connsiteY3-798" fmla="*/ 393700 h 1122363"/>
                  <a:gd name="connsiteX4-799" fmla="*/ 0 w 876311"/>
                  <a:gd name="connsiteY4-800" fmla="*/ 460375 h 1122363"/>
                  <a:gd name="connsiteX5-801" fmla="*/ 53975 w 876311"/>
                  <a:gd name="connsiteY5-802" fmla="*/ 504825 h 1122363"/>
                  <a:gd name="connsiteX6-803" fmla="*/ 323850 w 876311"/>
                  <a:gd name="connsiteY6-804" fmla="*/ 631825 h 1122363"/>
                  <a:gd name="connsiteX7-805" fmla="*/ 454025 w 876311"/>
                  <a:gd name="connsiteY7-806" fmla="*/ 758825 h 1122363"/>
                  <a:gd name="connsiteX8-807" fmla="*/ 454025 w 876311"/>
                  <a:gd name="connsiteY8-808" fmla="*/ 962025 h 1122363"/>
                  <a:gd name="connsiteX9-809" fmla="*/ 346075 w 876311"/>
                  <a:gd name="connsiteY9-810" fmla="*/ 1069975 h 1122363"/>
                  <a:gd name="connsiteX10-811" fmla="*/ 223838 w 876311"/>
                  <a:gd name="connsiteY10-812" fmla="*/ 1122363 h 1122363"/>
                  <a:gd name="connsiteX11-813" fmla="*/ 422275 w 876311"/>
                  <a:gd name="connsiteY11-814" fmla="*/ 1030288 h 1122363"/>
                  <a:gd name="connsiteX12-815" fmla="*/ 869950 w 876311"/>
                  <a:gd name="connsiteY12-816" fmla="*/ 376238 h 1122363"/>
                  <a:gd name="connsiteX13-817" fmla="*/ 876300 w 876311"/>
                  <a:gd name="connsiteY13-818" fmla="*/ 292100 h 1122363"/>
                  <a:gd name="connsiteX14-819" fmla="*/ 841375 w 876311"/>
                  <a:gd name="connsiteY14-820" fmla="*/ 149225 h 1122363"/>
                  <a:gd name="connsiteX15-821" fmla="*/ 727075 w 876311"/>
                  <a:gd name="connsiteY15-822" fmla="*/ 53975 h 1122363"/>
                  <a:gd name="connsiteX16-823" fmla="*/ 577850 w 876311"/>
                  <a:gd name="connsiteY16-824" fmla="*/ 0 h 1122363"/>
                  <a:gd name="connsiteX17-825" fmla="*/ 466725 w 876311"/>
                  <a:gd name="connsiteY17-826" fmla="*/ 0 h 1122363"/>
                  <a:gd name="connsiteX0-827" fmla="*/ 466725 w 876311"/>
                  <a:gd name="connsiteY0-828" fmla="*/ 0 h 1122363"/>
                  <a:gd name="connsiteX1-829" fmla="*/ 320675 w 876311"/>
                  <a:gd name="connsiteY1-830" fmla="*/ 111125 h 1122363"/>
                  <a:gd name="connsiteX2-831" fmla="*/ 139700 w 876311"/>
                  <a:gd name="connsiteY2-832" fmla="*/ 269875 h 1122363"/>
                  <a:gd name="connsiteX3-833" fmla="*/ 22225 w 876311"/>
                  <a:gd name="connsiteY3-834" fmla="*/ 393700 h 1122363"/>
                  <a:gd name="connsiteX4-835" fmla="*/ 0 w 876311"/>
                  <a:gd name="connsiteY4-836" fmla="*/ 460375 h 1122363"/>
                  <a:gd name="connsiteX5-837" fmla="*/ 53975 w 876311"/>
                  <a:gd name="connsiteY5-838" fmla="*/ 504825 h 1122363"/>
                  <a:gd name="connsiteX6-839" fmla="*/ 323850 w 876311"/>
                  <a:gd name="connsiteY6-840" fmla="*/ 631825 h 1122363"/>
                  <a:gd name="connsiteX7-841" fmla="*/ 454025 w 876311"/>
                  <a:gd name="connsiteY7-842" fmla="*/ 758825 h 1122363"/>
                  <a:gd name="connsiteX8-843" fmla="*/ 454025 w 876311"/>
                  <a:gd name="connsiteY8-844" fmla="*/ 962025 h 1122363"/>
                  <a:gd name="connsiteX9-845" fmla="*/ 346075 w 876311"/>
                  <a:gd name="connsiteY9-846" fmla="*/ 1069975 h 1122363"/>
                  <a:gd name="connsiteX10-847" fmla="*/ 223838 w 876311"/>
                  <a:gd name="connsiteY10-848" fmla="*/ 1122363 h 1122363"/>
                  <a:gd name="connsiteX11-849" fmla="*/ 422275 w 876311"/>
                  <a:gd name="connsiteY11-850" fmla="*/ 1030288 h 1122363"/>
                  <a:gd name="connsiteX12-851" fmla="*/ 869950 w 876311"/>
                  <a:gd name="connsiteY12-852" fmla="*/ 376238 h 1122363"/>
                  <a:gd name="connsiteX13-853" fmla="*/ 876300 w 876311"/>
                  <a:gd name="connsiteY13-854" fmla="*/ 292100 h 1122363"/>
                  <a:gd name="connsiteX14-855" fmla="*/ 841375 w 876311"/>
                  <a:gd name="connsiteY14-856" fmla="*/ 149225 h 1122363"/>
                  <a:gd name="connsiteX15-857" fmla="*/ 727075 w 876311"/>
                  <a:gd name="connsiteY15-858" fmla="*/ 53975 h 1122363"/>
                  <a:gd name="connsiteX16-859" fmla="*/ 577850 w 876311"/>
                  <a:gd name="connsiteY16-860" fmla="*/ 0 h 1122363"/>
                  <a:gd name="connsiteX17-861" fmla="*/ 466725 w 876311"/>
                  <a:gd name="connsiteY17-862" fmla="*/ 0 h 1122363"/>
                  <a:gd name="connsiteX0-863" fmla="*/ 466725 w 876311"/>
                  <a:gd name="connsiteY0-864" fmla="*/ 0 h 1122363"/>
                  <a:gd name="connsiteX1-865" fmla="*/ 320675 w 876311"/>
                  <a:gd name="connsiteY1-866" fmla="*/ 111125 h 1122363"/>
                  <a:gd name="connsiteX2-867" fmla="*/ 139700 w 876311"/>
                  <a:gd name="connsiteY2-868" fmla="*/ 269875 h 1122363"/>
                  <a:gd name="connsiteX3-869" fmla="*/ 22225 w 876311"/>
                  <a:gd name="connsiteY3-870" fmla="*/ 393700 h 1122363"/>
                  <a:gd name="connsiteX4-871" fmla="*/ 0 w 876311"/>
                  <a:gd name="connsiteY4-872" fmla="*/ 460375 h 1122363"/>
                  <a:gd name="connsiteX5-873" fmla="*/ 53975 w 876311"/>
                  <a:gd name="connsiteY5-874" fmla="*/ 504825 h 1122363"/>
                  <a:gd name="connsiteX6-875" fmla="*/ 323850 w 876311"/>
                  <a:gd name="connsiteY6-876" fmla="*/ 631825 h 1122363"/>
                  <a:gd name="connsiteX7-877" fmla="*/ 454025 w 876311"/>
                  <a:gd name="connsiteY7-878" fmla="*/ 758825 h 1122363"/>
                  <a:gd name="connsiteX8-879" fmla="*/ 454025 w 876311"/>
                  <a:gd name="connsiteY8-880" fmla="*/ 962025 h 1122363"/>
                  <a:gd name="connsiteX9-881" fmla="*/ 346075 w 876311"/>
                  <a:gd name="connsiteY9-882" fmla="*/ 1069975 h 1122363"/>
                  <a:gd name="connsiteX10-883" fmla="*/ 223838 w 876311"/>
                  <a:gd name="connsiteY10-884" fmla="*/ 1122363 h 1122363"/>
                  <a:gd name="connsiteX11-885" fmla="*/ 422275 w 876311"/>
                  <a:gd name="connsiteY11-886" fmla="*/ 1030288 h 1122363"/>
                  <a:gd name="connsiteX12-887" fmla="*/ 869950 w 876311"/>
                  <a:gd name="connsiteY12-888" fmla="*/ 376238 h 1122363"/>
                  <a:gd name="connsiteX13-889" fmla="*/ 876300 w 876311"/>
                  <a:gd name="connsiteY13-890" fmla="*/ 292100 h 1122363"/>
                  <a:gd name="connsiteX14-891" fmla="*/ 841375 w 876311"/>
                  <a:gd name="connsiteY14-892" fmla="*/ 149225 h 1122363"/>
                  <a:gd name="connsiteX15-893" fmla="*/ 727075 w 876311"/>
                  <a:gd name="connsiteY15-894" fmla="*/ 53975 h 1122363"/>
                  <a:gd name="connsiteX16-895" fmla="*/ 577850 w 876311"/>
                  <a:gd name="connsiteY16-896" fmla="*/ 0 h 1122363"/>
                  <a:gd name="connsiteX17-897" fmla="*/ 466725 w 876311"/>
                  <a:gd name="connsiteY17-898" fmla="*/ 0 h 1122363"/>
                  <a:gd name="connsiteX0-899" fmla="*/ 466725 w 876311"/>
                  <a:gd name="connsiteY0-900" fmla="*/ 0 h 1122363"/>
                  <a:gd name="connsiteX1-901" fmla="*/ 320675 w 876311"/>
                  <a:gd name="connsiteY1-902" fmla="*/ 111125 h 1122363"/>
                  <a:gd name="connsiteX2-903" fmla="*/ 139700 w 876311"/>
                  <a:gd name="connsiteY2-904" fmla="*/ 269875 h 1122363"/>
                  <a:gd name="connsiteX3-905" fmla="*/ 22225 w 876311"/>
                  <a:gd name="connsiteY3-906" fmla="*/ 393700 h 1122363"/>
                  <a:gd name="connsiteX4-907" fmla="*/ 0 w 876311"/>
                  <a:gd name="connsiteY4-908" fmla="*/ 460375 h 1122363"/>
                  <a:gd name="connsiteX5-909" fmla="*/ 53975 w 876311"/>
                  <a:gd name="connsiteY5-910" fmla="*/ 504825 h 1122363"/>
                  <a:gd name="connsiteX6-911" fmla="*/ 323850 w 876311"/>
                  <a:gd name="connsiteY6-912" fmla="*/ 631825 h 1122363"/>
                  <a:gd name="connsiteX7-913" fmla="*/ 454025 w 876311"/>
                  <a:gd name="connsiteY7-914" fmla="*/ 758825 h 1122363"/>
                  <a:gd name="connsiteX8-915" fmla="*/ 454025 w 876311"/>
                  <a:gd name="connsiteY8-916" fmla="*/ 962025 h 1122363"/>
                  <a:gd name="connsiteX9-917" fmla="*/ 346075 w 876311"/>
                  <a:gd name="connsiteY9-918" fmla="*/ 1069975 h 1122363"/>
                  <a:gd name="connsiteX10-919" fmla="*/ 223838 w 876311"/>
                  <a:gd name="connsiteY10-920" fmla="*/ 1122363 h 1122363"/>
                  <a:gd name="connsiteX11-921" fmla="*/ 422275 w 876311"/>
                  <a:gd name="connsiteY11-922" fmla="*/ 1030288 h 1122363"/>
                  <a:gd name="connsiteX12-923" fmla="*/ 869950 w 876311"/>
                  <a:gd name="connsiteY12-924" fmla="*/ 376238 h 1122363"/>
                  <a:gd name="connsiteX13-925" fmla="*/ 876300 w 876311"/>
                  <a:gd name="connsiteY13-926" fmla="*/ 292100 h 1122363"/>
                  <a:gd name="connsiteX14-927" fmla="*/ 841375 w 876311"/>
                  <a:gd name="connsiteY14-928" fmla="*/ 149225 h 1122363"/>
                  <a:gd name="connsiteX15-929" fmla="*/ 727075 w 876311"/>
                  <a:gd name="connsiteY15-930" fmla="*/ 53975 h 1122363"/>
                  <a:gd name="connsiteX16-931" fmla="*/ 577850 w 876311"/>
                  <a:gd name="connsiteY16-932" fmla="*/ 0 h 1122363"/>
                  <a:gd name="connsiteX17-933" fmla="*/ 466725 w 876311"/>
                  <a:gd name="connsiteY17-934" fmla="*/ 0 h 1122363"/>
                  <a:gd name="connsiteX0-935" fmla="*/ 466725 w 876311"/>
                  <a:gd name="connsiteY0-936" fmla="*/ 3175 h 1125538"/>
                  <a:gd name="connsiteX1-937" fmla="*/ 320675 w 876311"/>
                  <a:gd name="connsiteY1-938" fmla="*/ 114300 h 1125538"/>
                  <a:gd name="connsiteX2-939" fmla="*/ 139700 w 876311"/>
                  <a:gd name="connsiteY2-940" fmla="*/ 273050 h 1125538"/>
                  <a:gd name="connsiteX3-941" fmla="*/ 22225 w 876311"/>
                  <a:gd name="connsiteY3-942" fmla="*/ 396875 h 1125538"/>
                  <a:gd name="connsiteX4-943" fmla="*/ 0 w 876311"/>
                  <a:gd name="connsiteY4-944" fmla="*/ 463550 h 1125538"/>
                  <a:gd name="connsiteX5-945" fmla="*/ 53975 w 876311"/>
                  <a:gd name="connsiteY5-946" fmla="*/ 508000 h 1125538"/>
                  <a:gd name="connsiteX6-947" fmla="*/ 323850 w 876311"/>
                  <a:gd name="connsiteY6-948" fmla="*/ 635000 h 1125538"/>
                  <a:gd name="connsiteX7-949" fmla="*/ 454025 w 876311"/>
                  <a:gd name="connsiteY7-950" fmla="*/ 762000 h 1125538"/>
                  <a:gd name="connsiteX8-951" fmla="*/ 454025 w 876311"/>
                  <a:gd name="connsiteY8-952" fmla="*/ 965200 h 1125538"/>
                  <a:gd name="connsiteX9-953" fmla="*/ 346075 w 876311"/>
                  <a:gd name="connsiteY9-954" fmla="*/ 1073150 h 1125538"/>
                  <a:gd name="connsiteX10-955" fmla="*/ 223838 w 876311"/>
                  <a:gd name="connsiteY10-956" fmla="*/ 1125538 h 1125538"/>
                  <a:gd name="connsiteX11-957" fmla="*/ 422275 w 876311"/>
                  <a:gd name="connsiteY11-958" fmla="*/ 1033463 h 1125538"/>
                  <a:gd name="connsiteX12-959" fmla="*/ 869950 w 876311"/>
                  <a:gd name="connsiteY12-960" fmla="*/ 379413 h 1125538"/>
                  <a:gd name="connsiteX13-961" fmla="*/ 876300 w 876311"/>
                  <a:gd name="connsiteY13-962" fmla="*/ 295275 h 1125538"/>
                  <a:gd name="connsiteX14-963" fmla="*/ 841375 w 876311"/>
                  <a:gd name="connsiteY14-964" fmla="*/ 152400 h 1125538"/>
                  <a:gd name="connsiteX15-965" fmla="*/ 727075 w 876311"/>
                  <a:gd name="connsiteY15-966" fmla="*/ 57150 h 1125538"/>
                  <a:gd name="connsiteX16-967" fmla="*/ 577850 w 876311"/>
                  <a:gd name="connsiteY16-968" fmla="*/ 3175 h 1125538"/>
                  <a:gd name="connsiteX17-969" fmla="*/ 466725 w 876311"/>
                  <a:gd name="connsiteY17-970" fmla="*/ 3175 h 1125538"/>
                  <a:gd name="connsiteX0-971" fmla="*/ 466725 w 876311"/>
                  <a:gd name="connsiteY0-972" fmla="*/ 5357 h 1127720"/>
                  <a:gd name="connsiteX1-973" fmla="*/ 320675 w 876311"/>
                  <a:gd name="connsiteY1-974" fmla="*/ 116482 h 1127720"/>
                  <a:gd name="connsiteX2-975" fmla="*/ 139700 w 876311"/>
                  <a:gd name="connsiteY2-976" fmla="*/ 275232 h 1127720"/>
                  <a:gd name="connsiteX3-977" fmla="*/ 22225 w 876311"/>
                  <a:gd name="connsiteY3-978" fmla="*/ 399057 h 1127720"/>
                  <a:gd name="connsiteX4-979" fmla="*/ 0 w 876311"/>
                  <a:gd name="connsiteY4-980" fmla="*/ 465732 h 1127720"/>
                  <a:gd name="connsiteX5-981" fmla="*/ 53975 w 876311"/>
                  <a:gd name="connsiteY5-982" fmla="*/ 510182 h 1127720"/>
                  <a:gd name="connsiteX6-983" fmla="*/ 323850 w 876311"/>
                  <a:gd name="connsiteY6-984" fmla="*/ 637182 h 1127720"/>
                  <a:gd name="connsiteX7-985" fmla="*/ 454025 w 876311"/>
                  <a:gd name="connsiteY7-986" fmla="*/ 764182 h 1127720"/>
                  <a:gd name="connsiteX8-987" fmla="*/ 454025 w 876311"/>
                  <a:gd name="connsiteY8-988" fmla="*/ 967382 h 1127720"/>
                  <a:gd name="connsiteX9-989" fmla="*/ 346075 w 876311"/>
                  <a:gd name="connsiteY9-990" fmla="*/ 1075332 h 1127720"/>
                  <a:gd name="connsiteX10-991" fmla="*/ 223838 w 876311"/>
                  <a:gd name="connsiteY10-992" fmla="*/ 1127720 h 1127720"/>
                  <a:gd name="connsiteX11-993" fmla="*/ 422275 w 876311"/>
                  <a:gd name="connsiteY11-994" fmla="*/ 1035645 h 1127720"/>
                  <a:gd name="connsiteX12-995" fmla="*/ 869950 w 876311"/>
                  <a:gd name="connsiteY12-996" fmla="*/ 381595 h 1127720"/>
                  <a:gd name="connsiteX13-997" fmla="*/ 876300 w 876311"/>
                  <a:gd name="connsiteY13-998" fmla="*/ 297457 h 1127720"/>
                  <a:gd name="connsiteX14-999" fmla="*/ 841375 w 876311"/>
                  <a:gd name="connsiteY14-1000" fmla="*/ 154582 h 1127720"/>
                  <a:gd name="connsiteX15-1001" fmla="*/ 727075 w 876311"/>
                  <a:gd name="connsiteY15-1002" fmla="*/ 59332 h 1127720"/>
                  <a:gd name="connsiteX16-1003" fmla="*/ 577850 w 876311"/>
                  <a:gd name="connsiteY16-1004" fmla="*/ 5357 h 1127720"/>
                  <a:gd name="connsiteX17-1005" fmla="*/ 466725 w 876311"/>
                  <a:gd name="connsiteY17-1006" fmla="*/ 5357 h 112772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</a:cxnLst>
                <a:rect l="l" t="t" r="r" b="b"/>
                <a:pathLst>
                  <a:path w="876311" h="1127720">
                    <a:moveTo>
                      <a:pt x="466725" y="5357"/>
                    </a:moveTo>
                    <a:lnTo>
                      <a:pt x="320675" y="116482"/>
                    </a:lnTo>
                    <a:lnTo>
                      <a:pt x="139700" y="275232"/>
                    </a:lnTo>
                    <a:lnTo>
                      <a:pt x="22225" y="399057"/>
                    </a:lnTo>
                    <a:lnTo>
                      <a:pt x="0" y="465732"/>
                    </a:lnTo>
                    <a:lnTo>
                      <a:pt x="53975" y="510182"/>
                    </a:lnTo>
                    <a:lnTo>
                      <a:pt x="323850" y="637182"/>
                    </a:lnTo>
                    <a:lnTo>
                      <a:pt x="454025" y="764182"/>
                    </a:lnTo>
                    <a:lnTo>
                      <a:pt x="454025" y="967382"/>
                    </a:lnTo>
                    <a:lnTo>
                      <a:pt x="346075" y="1075332"/>
                    </a:lnTo>
                    <a:lnTo>
                      <a:pt x="223838" y="1127720"/>
                    </a:lnTo>
                    <a:lnTo>
                      <a:pt x="422275" y="1035645"/>
                    </a:lnTo>
                    <a:lnTo>
                      <a:pt x="869950" y="381595"/>
                    </a:lnTo>
                    <a:cubicBezTo>
                      <a:pt x="872067" y="353549"/>
                      <a:pt x="876564" y="351697"/>
                      <a:pt x="876300" y="297457"/>
                    </a:cubicBezTo>
                    <a:cubicBezTo>
                      <a:pt x="867039" y="223638"/>
                      <a:pt x="874448" y="242688"/>
                      <a:pt x="841375" y="154582"/>
                    </a:cubicBezTo>
                    <a:cubicBezTo>
                      <a:pt x="793750" y="101400"/>
                      <a:pt x="777082" y="91082"/>
                      <a:pt x="727075" y="59332"/>
                    </a:cubicBezTo>
                    <a:cubicBezTo>
                      <a:pt x="672570" y="27052"/>
                      <a:pt x="651404" y="18586"/>
                      <a:pt x="577850" y="5357"/>
                    </a:cubicBezTo>
                    <a:cubicBezTo>
                      <a:pt x="516996" y="-1787"/>
                      <a:pt x="515673" y="-1786"/>
                      <a:pt x="466725" y="5357"/>
                    </a:cubicBezTo>
                    <a:close/>
                  </a:path>
                </a:pathLst>
              </a:custGeom>
              <a:gradFill flip="none" rotWithShape="1">
                <a:gsLst>
                  <a:gs pos="98000">
                    <a:schemeClr val="bg1">
                      <a:lumMod val="75000"/>
                    </a:schemeClr>
                  </a:gs>
                  <a:gs pos="50000">
                    <a:schemeClr val="bg1">
                      <a:lumMod val="95000"/>
                    </a:schemeClr>
                  </a:gs>
                  <a:gs pos="8000">
                    <a:schemeClr val="bg1">
                      <a:lumMod val="8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2" name="任意多边形 3">
                <a:extLst>
                  <a:ext uri="{FF2B5EF4-FFF2-40B4-BE49-F238E27FC236}">
                    <a16:creationId xmlns:a16="http://schemas.microsoft.com/office/drawing/2014/main" id="{309E6AF0-6E90-461D-BBBC-976DA20AEB31}"/>
                  </a:ext>
                </a:extLst>
              </p:cNvPr>
              <p:cNvSpPr/>
              <p:nvPr/>
            </p:nvSpPr>
            <p:spPr bwMode="auto">
              <a:xfrm>
                <a:off x="3298563" y="2346033"/>
                <a:ext cx="1028476" cy="519721"/>
              </a:xfrm>
              <a:custGeom>
                <a:avLst/>
                <a:gdLst/>
                <a:ahLst/>
                <a:cxnLst/>
                <a:rect l="l" t="t" r="r" b="b"/>
                <a:pathLst>
                  <a:path w="1481140" h="749300">
                    <a:moveTo>
                      <a:pt x="1004096" y="0"/>
                    </a:moveTo>
                    <a:cubicBezTo>
                      <a:pt x="992454" y="26458"/>
                      <a:pt x="996688" y="17992"/>
                      <a:pt x="997746" y="60325"/>
                    </a:cubicBezTo>
                    <a:cubicBezTo>
                      <a:pt x="1014679" y="87578"/>
                      <a:pt x="1007006" y="87048"/>
                      <a:pt x="1048546" y="120650"/>
                    </a:cubicBezTo>
                    <a:cubicBezTo>
                      <a:pt x="1087439" y="132292"/>
                      <a:pt x="1095377" y="134409"/>
                      <a:pt x="1143796" y="155575"/>
                    </a:cubicBezTo>
                    <a:cubicBezTo>
                      <a:pt x="1203063" y="175683"/>
                      <a:pt x="1224229" y="195792"/>
                      <a:pt x="1264446" y="215900"/>
                    </a:cubicBezTo>
                    <a:cubicBezTo>
                      <a:pt x="1327416" y="252942"/>
                      <a:pt x="1341969" y="258233"/>
                      <a:pt x="1410496" y="327025"/>
                    </a:cubicBezTo>
                    <a:cubicBezTo>
                      <a:pt x="1462619" y="396610"/>
                      <a:pt x="1459973" y="365390"/>
                      <a:pt x="1481140" y="492919"/>
                    </a:cubicBezTo>
                    <a:cubicBezTo>
                      <a:pt x="1464207" y="614627"/>
                      <a:pt x="1458385" y="591079"/>
                      <a:pt x="1413671" y="655637"/>
                    </a:cubicBezTo>
                    <a:cubicBezTo>
                      <a:pt x="1327946" y="717020"/>
                      <a:pt x="1293021" y="728398"/>
                      <a:pt x="1223171" y="739775"/>
                    </a:cubicBezTo>
                    <a:lnTo>
                      <a:pt x="939221" y="744728"/>
                    </a:lnTo>
                    <a:lnTo>
                      <a:pt x="939802" y="747682"/>
                    </a:lnTo>
                    <a:lnTo>
                      <a:pt x="788927" y="747349"/>
                    </a:lnTo>
                    <a:lnTo>
                      <a:pt x="677071" y="749300"/>
                    </a:lnTo>
                    <a:cubicBezTo>
                      <a:pt x="677077" y="748567"/>
                      <a:pt x="677084" y="747835"/>
                      <a:pt x="677090" y="747102"/>
                    </a:cubicBezTo>
                    <a:lnTo>
                      <a:pt x="90700" y="745808"/>
                    </a:lnTo>
                    <a:cubicBezTo>
                      <a:pt x="40608" y="745808"/>
                      <a:pt x="0" y="705200"/>
                      <a:pt x="0" y="655108"/>
                    </a:cubicBezTo>
                    <a:lnTo>
                      <a:pt x="0" y="98508"/>
                    </a:lnTo>
                    <a:cubicBezTo>
                      <a:pt x="0" y="48416"/>
                      <a:pt x="40608" y="7808"/>
                      <a:pt x="90700" y="7808"/>
                    </a:cubicBezTo>
                    <a:lnTo>
                      <a:pt x="683404" y="5215"/>
                    </a:lnTo>
                    <a:lnTo>
                      <a:pt x="683421" y="3175"/>
                    </a:lnTo>
                    <a:close/>
                  </a:path>
                </a:pathLst>
              </a:custGeom>
              <a:solidFill>
                <a:srgbClr val="089DA3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3" name="TextBox 12">
                <a:extLst>
                  <a:ext uri="{FF2B5EF4-FFF2-40B4-BE49-F238E27FC236}">
                    <a16:creationId xmlns:a16="http://schemas.microsoft.com/office/drawing/2014/main" id="{C5CD7E60-3B4E-47BB-B14D-00E32792FA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04361" y="2336738"/>
                <a:ext cx="566181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3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DFPLiKingHei-XB" pitchFamily="34" charset="-120"/>
                  </a:rPr>
                  <a:t>02</a:t>
                </a:r>
                <a:endParaRPr lang="zh-CN" altLang="en-US" sz="3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DFPLiKingHei-XB" pitchFamily="34" charset="-120"/>
                </a:endParaRPr>
              </a:p>
            </p:txBody>
          </p:sp>
          <p:sp>
            <p:nvSpPr>
              <p:cNvPr id="74" name="AutoShape 96">
                <a:extLst>
                  <a:ext uri="{FF2B5EF4-FFF2-40B4-BE49-F238E27FC236}">
                    <a16:creationId xmlns:a16="http://schemas.microsoft.com/office/drawing/2014/main" id="{81CA9DC8-A63E-4613-AEF3-D2089CB48590}"/>
                  </a:ext>
                </a:extLst>
              </p:cNvPr>
              <p:cNvSpPr/>
              <p:nvPr/>
            </p:nvSpPr>
            <p:spPr bwMode="auto">
              <a:xfrm>
                <a:off x="3505876" y="2428710"/>
                <a:ext cx="331691" cy="288612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8845" y="434"/>
                    </a:moveTo>
                    <a:cubicBezTo>
                      <a:pt x="19000" y="276"/>
                      <a:pt x="19186" y="194"/>
                      <a:pt x="19399" y="194"/>
                    </a:cubicBezTo>
                    <a:cubicBezTo>
                      <a:pt x="19670" y="194"/>
                      <a:pt x="19900" y="332"/>
                      <a:pt x="20087" y="602"/>
                    </a:cubicBezTo>
                    <a:cubicBezTo>
                      <a:pt x="20165" y="716"/>
                      <a:pt x="20282" y="872"/>
                      <a:pt x="20432" y="1072"/>
                    </a:cubicBezTo>
                    <a:cubicBezTo>
                      <a:pt x="20586" y="1274"/>
                      <a:pt x="20733" y="1483"/>
                      <a:pt x="20880" y="1692"/>
                    </a:cubicBezTo>
                    <a:cubicBezTo>
                      <a:pt x="21024" y="1903"/>
                      <a:pt x="21147" y="2127"/>
                      <a:pt x="21252" y="2359"/>
                    </a:cubicBezTo>
                    <a:cubicBezTo>
                      <a:pt x="21357" y="2597"/>
                      <a:pt x="21411" y="2796"/>
                      <a:pt x="21411" y="2967"/>
                    </a:cubicBezTo>
                    <a:cubicBezTo>
                      <a:pt x="21411" y="3334"/>
                      <a:pt x="21298" y="3616"/>
                      <a:pt x="21071" y="3825"/>
                    </a:cubicBezTo>
                    <a:lnTo>
                      <a:pt x="2568" y="21376"/>
                    </a:lnTo>
                    <a:cubicBezTo>
                      <a:pt x="2408" y="21526"/>
                      <a:pt x="2227" y="21599"/>
                      <a:pt x="2017" y="21599"/>
                    </a:cubicBezTo>
                    <a:cubicBezTo>
                      <a:pt x="1725" y="21599"/>
                      <a:pt x="1495" y="21464"/>
                      <a:pt x="1324" y="21194"/>
                    </a:cubicBezTo>
                    <a:cubicBezTo>
                      <a:pt x="1248" y="21082"/>
                      <a:pt x="1128" y="20924"/>
                      <a:pt x="971" y="20724"/>
                    </a:cubicBezTo>
                    <a:cubicBezTo>
                      <a:pt x="817" y="20521"/>
                      <a:pt x="668" y="20316"/>
                      <a:pt x="528" y="20104"/>
                    </a:cubicBezTo>
                    <a:cubicBezTo>
                      <a:pt x="386" y="19893"/>
                      <a:pt x="261" y="19672"/>
                      <a:pt x="156" y="19443"/>
                    </a:cubicBezTo>
                    <a:cubicBezTo>
                      <a:pt x="51" y="19214"/>
                      <a:pt x="0" y="19008"/>
                      <a:pt x="0" y="18832"/>
                    </a:cubicBezTo>
                    <a:cubicBezTo>
                      <a:pt x="0" y="18465"/>
                      <a:pt x="115" y="18177"/>
                      <a:pt x="337" y="17971"/>
                    </a:cubicBezTo>
                    <a:lnTo>
                      <a:pt x="18845" y="434"/>
                    </a:lnTo>
                    <a:close/>
                    <a:moveTo>
                      <a:pt x="4372" y="9154"/>
                    </a:moveTo>
                    <a:lnTo>
                      <a:pt x="2998" y="8634"/>
                    </a:lnTo>
                    <a:lnTo>
                      <a:pt x="4372" y="8126"/>
                    </a:lnTo>
                    <a:lnTo>
                      <a:pt x="4805" y="6484"/>
                    </a:lnTo>
                    <a:lnTo>
                      <a:pt x="5204" y="8126"/>
                    </a:lnTo>
                    <a:lnTo>
                      <a:pt x="6597" y="8634"/>
                    </a:lnTo>
                    <a:lnTo>
                      <a:pt x="5204" y="9154"/>
                    </a:lnTo>
                    <a:lnTo>
                      <a:pt x="4805" y="10800"/>
                    </a:lnTo>
                    <a:lnTo>
                      <a:pt x="4372" y="9154"/>
                    </a:lnTo>
                    <a:close/>
                    <a:moveTo>
                      <a:pt x="7126" y="5329"/>
                    </a:moveTo>
                    <a:lnTo>
                      <a:pt x="4372" y="4316"/>
                    </a:lnTo>
                    <a:lnTo>
                      <a:pt x="7126" y="3317"/>
                    </a:lnTo>
                    <a:lnTo>
                      <a:pt x="7971" y="0"/>
                    </a:lnTo>
                    <a:lnTo>
                      <a:pt x="8810" y="3317"/>
                    </a:lnTo>
                    <a:lnTo>
                      <a:pt x="11565" y="4316"/>
                    </a:lnTo>
                    <a:lnTo>
                      <a:pt x="8810" y="5329"/>
                    </a:lnTo>
                    <a:lnTo>
                      <a:pt x="7971" y="8634"/>
                    </a:lnTo>
                    <a:lnTo>
                      <a:pt x="7126" y="5329"/>
                    </a:lnTo>
                    <a:close/>
                    <a:moveTo>
                      <a:pt x="12412" y="2670"/>
                    </a:moveTo>
                    <a:lnTo>
                      <a:pt x="11041" y="2162"/>
                    </a:lnTo>
                    <a:lnTo>
                      <a:pt x="12412" y="1642"/>
                    </a:lnTo>
                    <a:lnTo>
                      <a:pt x="12845" y="0"/>
                    </a:lnTo>
                    <a:lnTo>
                      <a:pt x="13278" y="1642"/>
                    </a:lnTo>
                    <a:lnTo>
                      <a:pt x="14637" y="2162"/>
                    </a:lnTo>
                    <a:lnTo>
                      <a:pt x="13278" y="2670"/>
                    </a:lnTo>
                    <a:lnTo>
                      <a:pt x="12845" y="4316"/>
                    </a:lnTo>
                    <a:lnTo>
                      <a:pt x="12412" y="2670"/>
                    </a:lnTo>
                    <a:close/>
                    <a:moveTo>
                      <a:pt x="20498" y="2993"/>
                    </a:moveTo>
                    <a:lnTo>
                      <a:pt x="19399" y="1289"/>
                    </a:lnTo>
                    <a:lnTo>
                      <a:pt x="15070" y="5385"/>
                    </a:lnTo>
                    <a:lnTo>
                      <a:pt x="16172" y="7086"/>
                    </a:lnTo>
                    <a:lnTo>
                      <a:pt x="20498" y="2993"/>
                    </a:lnTo>
                    <a:close/>
                    <a:moveTo>
                      <a:pt x="21599" y="9154"/>
                    </a:moveTo>
                    <a:lnTo>
                      <a:pt x="20229" y="9674"/>
                    </a:lnTo>
                    <a:lnTo>
                      <a:pt x="19807" y="11320"/>
                    </a:lnTo>
                    <a:lnTo>
                      <a:pt x="19374" y="9674"/>
                    </a:lnTo>
                    <a:lnTo>
                      <a:pt x="18001" y="9154"/>
                    </a:lnTo>
                    <a:lnTo>
                      <a:pt x="19374" y="8661"/>
                    </a:lnTo>
                    <a:lnTo>
                      <a:pt x="19807" y="7004"/>
                    </a:lnTo>
                    <a:lnTo>
                      <a:pt x="20229" y="8661"/>
                    </a:lnTo>
                    <a:lnTo>
                      <a:pt x="21599" y="915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lIns="38092" tIns="38092" rIns="38092" bIns="38092" anchor="ctr"/>
              <a:lstStyle/>
              <a:p>
                <a:pPr defTabSz="342424">
                  <a:defRPr/>
                </a:pPr>
                <a:endParaRPr lang="es-ES" sz="2175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cs typeface="Gill Sans" charset="0"/>
                  <a:sym typeface="Gill Sans" charset="0"/>
                </a:endParaRPr>
              </a:p>
            </p:txBody>
          </p:sp>
        </p:grp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3F4A1DED-99A3-4E57-8FE3-362B0ED7F833}"/>
                </a:ext>
              </a:extLst>
            </p:cNvPr>
            <p:cNvSpPr txBox="1"/>
            <p:nvPr/>
          </p:nvSpPr>
          <p:spPr>
            <a:xfrm>
              <a:off x="4730192" y="2513158"/>
              <a:ext cx="3849013" cy="6361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3000" dirty="0">
                  <a:solidFill>
                    <a:schemeClr val="accent5">
                      <a:lumMod val="25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完善患者预约流程</a:t>
              </a: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FD6B747D-96E7-4753-AA65-E5C997A9267D}"/>
              </a:ext>
            </a:extLst>
          </p:cNvPr>
          <p:cNvGrpSpPr/>
          <p:nvPr/>
        </p:nvGrpSpPr>
        <p:grpSpPr>
          <a:xfrm>
            <a:off x="1826156" y="4274599"/>
            <a:ext cx="5695106" cy="810829"/>
            <a:chOff x="2884099" y="2338465"/>
            <a:chExt cx="5695106" cy="810829"/>
          </a:xfrm>
        </p:grpSpPr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71F8D6A6-7352-4263-83E4-9D241C709A50}"/>
                </a:ext>
              </a:extLst>
            </p:cNvPr>
            <p:cNvGrpSpPr/>
            <p:nvPr/>
          </p:nvGrpSpPr>
          <p:grpSpPr>
            <a:xfrm>
              <a:off x="2884099" y="2338465"/>
              <a:ext cx="1671979" cy="810481"/>
              <a:chOff x="3298563" y="2080255"/>
              <a:chExt cx="1671979" cy="810481"/>
            </a:xfrm>
          </p:grpSpPr>
          <p:sp>
            <p:nvSpPr>
              <p:cNvPr id="78" name="圆角矩形 9">
                <a:extLst>
                  <a:ext uri="{FF2B5EF4-FFF2-40B4-BE49-F238E27FC236}">
                    <a16:creationId xmlns:a16="http://schemas.microsoft.com/office/drawing/2014/main" id="{D73FB623-2838-4E91-9857-24B28291AB40}"/>
                  </a:ext>
                </a:extLst>
              </p:cNvPr>
              <p:cNvSpPr/>
              <p:nvPr/>
            </p:nvSpPr>
            <p:spPr bwMode="auto">
              <a:xfrm>
                <a:off x="4147170" y="2343830"/>
                <a:ext cx="813295" cy="521923"/>
              </a:xfrm>
              <a:custGeom>
                <a:avLst/>
                <a:gdLst>
                  <a:gd name="connsiteX0" fmla="*/ 0 w 2394000"/>
                  <a:gd name="connsiteY0" fmla="*/ 74091 h 749300"/>
                  <a:gd name="connsiteX1" fmla="*/ 74091 w 2394000"/>
                  <a:gd name="connsiteY1" fmla="*/ 0 h 749300"/>
                  <a:gd name="connsiteX2" fmla="*/ 2319909 w 2394000"/>
                  <a:gd name="connsiteY2" fmla="*/ 0 h 749300"/>
                  <a:gd name="connsiteX3" fmla="*/ 2394000 w 2394000"/>
                  <a:gd name="connsiteY3" fmla="*/ 74091 h 749300"/>
                  <a:gd name="connsiteX4" fmla="*/ 2394000 w 2394000"/>
                  <a:gd name="connsiteY4" fmla="*/ 675209 h 749300"/>
                  <a:gd name="connsiteX5" fmla="*/ 2319909 w 2394000"/>
                  <a:gd name="connsiteY5" fmla="*/ 749300 h 749300"/>
                  <a:gd name="connsiteX6" fmla="*/ 74091 w 2394000"/>
                  <a:gd name="connsiteY6" fmla="*/ 749300 h 749300"/>
                  <a:gd name="connsiteX7" fmla="*/ 0 w 2394000"/>
                  <a:gd name="connsiteY7" fmla="*/ 675209 h 749300"/>
                  <a:gd name="connsiteX8" fmla="*/ 0 w 2394000"/>
                  <a:gd name="connsiteY8" fmla="*/ 74091 h 749300"/>
                  <a:gd name="connsiteX0-1" fmla="*/ 0 w 2394000"/>
                  <a:gd name="connsiteY0-2" fmla="*/ 75709 h 750918"/>
                  <a:gd name="connsiteX1-3" fmla="*/ 74091 w 2394000"/>
                  <a:gd name="connsiteY1-4" fmla="*/ 1618 h 750918"/>
                  <a:gd name="connsiteX2-5" fmla="*/ 1835524 w 2394000"/>
                  <a:gd name="connsiteY2-6" fmla="*/ 0 h 750918"/>
                  <a:gd name="connsiteX3-7" fmla="*/ 2319909 w 2394000"/>
                  <a:gd name="connsiteY3-8" fmla="*/ 1618 h 750918"/>
                  <a:gd name="connsiteX4-9" fmla="*/ 2394000 w 2394000"/>
                  <a:gd name="connsiteY4-10" fmla="*/ 75709 h 750918"/>
                  <a:gd name="connsiteX5-11" fmla="*/ 2394000 w 2394000"/>
                  <a:gd name="connsiteY5-12" fmla="*/ 676827 h 750918"/>
                  <a:gd name="connsiteX6-13" fmla="*/ 2319909 w 2394000"/>
                  <a:gd name="connsiteY6-14" fmla="*/ 750918 h 750918"/>
                  <a:gd name="connsiteX7-15" fmla="*/ 74091 w 2394000"/>
                  <a:gd name="connsiteY7-16" fmla="*/ 750918 h 750918"/>
                  <a:gd name="connsiteX8-17" fmla="*/ 0 w 2394000"/>
                  <a:gd name="connsiteY8-18" fmla="*/ 676827 h 750918"/>
                  <a:gd name="connsiteX9" fmla="*/ 0 w 2394000"/>
                  <a:gd name="connsiteY9" fmla="*/ 75709 h 750918"/>
                  <a:gd name="connsiteX0-19" fmla="*/ 0 w 2394000"/>
                  <a:gd name="connsiteY0-20" fmla="*/ 75709 h 750918"/>
                  <a:gd name="connsiteX1-21" fmla="*/ 74091 w 2394000"/>
                  <a:gd name="connsiteY1-22" fmla="*/ 1618 h 750918"/>
                  <a:gd name="connsiteX2-23" fmla="*/ 1835524 w 2394000"/>
                  <a:gd name="connsiteY2-24" fmla="*/ 0 h 750918"/>
                  <a:gd name="connsiteX3-25" fmla="*/ 2319909 w 2394000"/>
                  <a:gd name="connsiteY3-26" fmla="*/ 1618 h 750918"/>
                  <a:gd name="connsiteX4-27" fmla="*/ 2394000 w 2394000"/>
                  <a:gd name="connsiteY4-28" fmla="*/ 75709 h 750918"/>
                  <a:gd name="connsiteX5-29" fmla="*/ 2394000 w 2394000"/>
                  <a:gd name="connsiteY5-30" fmla="*/ 676827 h 750918"/>
                  <a:gd name="connsiteX6-31" fmla="*/ 2319909 w 2394000"/>
                  <a:gd name="connsiteY6-32" fmla="*/ 750918 h 750918"/>
                  <a:gd name="connsiteX7-33" fmla="*/ 1327524 w 2394000"/>
                  <a:gd name="connsiteY7-34" fmla="*/ 749300 h 750918"/>
                  <a:gd name="connsiteX8-35" fmla="*/ 74091 w 2394000"/>
                  <a:gd name="connsiteY8-36" fmla="*/ 750918 h 750918"/>
                  <a:gd name="connsiteX9-37" fmla="*/ 0 w 2394000"/>
                  <a:gd name="connsiteY9-38" fmla="*/ 676827 h 750918"/>
                  <a:gd name="connsiteX10" fmla="*/ 0 w 2394000"/>
                  <a:gd name="connsiteY10" fmla="*/ 75709 h 750918"/>
                  <a:gd name="connsiteX0-39" fmla="*/ 0 w 2394000"/>
                  <a:gd name="connsiteY0-40" fmla="*/ 75709 h 750918"/>
                  <a:gd name="connsiteX1-41" fmla="*/ 74091 w 2394000"/>
                  <a:gd name="connsiteY1-42" fmla="*/ 1618 h 750918"/>
                  <a:gd name="connsiteX2-43" fmla="*/ 1835524 w 2394000"/>
                  <a:gd name="connsiteY2-44" fmla="*/ 0 h 750918"/>
                  <a:gd name="connsiteX3-45" fmla="*/ 2319909 w 2394000"/>
                  <a:gd name="connsiteY3-46" fmla="*/ 1618 h 750918"/>
                  <a:gd name="connsiteX4-47" fmla="*/ 2394000 w 2394000"/>
                  <a:gd name="connsiteY4-48" fmla="*/ 75709 h 750918"/>
                  <a:gd name="connsiteX5-49" fmla="*/ 2394000 w 2394000"/>
                  <a:gd name="connsiteY5-50" fmla="*/ 676827 h 750918"/>
                  <a:gd name="connsiteX6-51" fmla="*/ 2319909 w 2394000"/>
                  <a:gd name="connsiteY6-52" fmla="*/ 750918 h 750918"/>
                  <a:gd name="connsiteX7-53" fmla="*/ 1327524 w 2394000"/>
                  <a:gd name="connsiteY7-54" fmla="*/ 749300 h 750918"/>
                  <a:gd name="connsiteX8-55" fmla="*/ 0 w 2394000"/>
                  <a:gd name="connsiteY8-56" fmla="*/ 676827 h 750918"/>
                  <a:gd name="connsiteX9-57" fmla="*/ 0 w 2394000"/>
                  <a:gd name="connsiteY9-58" fmla="*/ 75709 h 750918"/>
                  <a:gd name="connsiteX0-59" fmla="*/ 0 w 2394000"/>
                  <a:gd name="connsiteY0-60" fmla="*/ 75709 h 750918"/>
                  <a:gd name="connsiteX1-61" fmla="*/ 74091 w 2394000"/>
                  <a:gd name="connsiteY1-62" fmla="*/ 1618 h 750918"/>
                  <a:gd name="connsiteX2-63" fmla="*/ 1835524 w 2394000"/>
                  <a:gd name="connsiteY2-64" fmla="*/ 0 h 750918"/>
                  <a:gd name="connsiteX3-65" fmla="*/ 2319909 w 2394000"/>
                  <a:gd name="connsiteY3-66" fmla="*/ 1618 h 750918"/>
                  <a:gd name="connsiteX4-67" fmla="*/ 2394000 w 2394000"/>
                  <a:gd name="connsiteY4-68" fmla="*/ 75709 h 750918"/>
                  <a:gd name="connsiteX5-69" fmla="*/ 2394000 w 2394000"/>
                  <a:gd name="connsiteY5-70" fmla="*/ 676827 h 750918"/>
                  <a:gd name="connsiteX6-71" fmla="*/ 2319909 w 2394000"/>
                  <a:gd name="connsiteY6-72" fmla="*/ 750918 h 750918"/>
                  <a:gd name="connsiteX7-73" fmla="*/ 1327524 w 2394000"/>
                  <a:gd name="connsiteY7-74" fmla="*/ 749300 h 750918"/>
                  <a:gd name="connsiteX8-75" fmla="*/ 0 w 2394000"/>
                  <a:gd name="connsiteY8-76" fmla="*/ 75709 h 750918"/>
                  <a:gd name="connsiteX0-77" fmla="*/ 1253433 w 2319909"/>
                  <a:gd name="connsiteY0-78" fmla="*/ 749300 h 750918"/>
                  <a:gd name="connsiteX1-79" fmla="*/ 0 w 2319909"/>
                  <a:gd name="connsiteY1-80" fmla="*/ 1618 h 750918"/>
                  <a:gd name="connsiteX2-81" fmla="*/ 1761433 w 2319909"/>
                  <a:gd name="connsiteY2-82" fmla="*/ 0 h 750918"/>
                  <a:gd name="connsiteX3-83" fmla="*/ 2245818 w 2319909"/>
                  <a:gd name="connsiteY3-84" fmla="*/ 1618 h 750918"/>
                  <a:gd name="connsiteX4-85" fmla="*/ 2319909 w 2319909"/>
                  <a:gd name="connsiteY4-86" fmla="*/ 75709 h 750918"/>
                  <a:gd name="connsiteX5-87" fmla="*/ 2319909 w 2319909"/>
                  <a:gd name="connsiteY5-88" fmla="*/ 676827 h 750918"/>
                  <a:gd name="connsiteX6-89" fmla="*/ 2245818 w 2319909"/>
                  <a:gd name="connsiteY6-90" fmla="*/ 750918 h 750918"/>
                  <a:gd name="connsiteX7-91" fmla="*/ 1253433 w 2319909"/>
                  <a:gd name="connsiteY7-92" fmla="*/ 749300 h 750918"/>
                  <a:gd name="connsiteX0-93" fmla="*/ 0 w 1066476"/>
                  <a:gd name="connsiteY0-94" fmla="*/ 749300 h 750918"/>
                  <a:gd name="connsiteX1-95" fmla="*/ 508000 w 1066476"/>
                  <a:gd name="connsiteY1-96" fmla="*/ 0 h 750918"/>
                  <a:gd name="connsiteX2-97" fmla="*/ 992385 w 1066476"/>
                  <a:gd name="connsiteY2-98" fmla="*/ 1618 h 750918"/>
                  <a:gd name="connsiteX3-99" fmla="*/ 1066476 w 1066476"/>
                  <a:gd name="connsiteY3-100" fmla="*/ 75709 h 750918"/>
                  <a:gd name="connsiteX4-101" fmla="*/ 1066476 w 1066476"/>
                  <a:gd name="connsiteY4-102" fmla="*/ 676827 h 750918"/>
                  <a:gd name="connsiteX5-103" fmla="*/ 992385 w 1066476"/>
                  <a:gd name="connsiteY5-104" fmla="*/ 750918 h 750918"/>
                  <a:gd name="connsiteX6-105" fmla="*/ 0 w 1066476"/>
                  <a:gd name="connsiteY6-106" fmla="*/ 749300 h 750918"/>
                  <a:gd name="connsiteX0-107" fmla="*/ 0 w 1066476"/>
                  <a:gd name="connsiteY0-108" fmla="*/ 749300 h 750918"/>
                  <a:gd name="connsiteX1-109" fmla="*/ 106636 w 1066476"/>
                  <a:gd name="connsiteY1-110" fmla="*/ 582962 h 750918"/>
                  <a:gd name="connsiteX2-111" fmla="*/ 508000 w 1066476"/>
                  <a:gd name="connsiteY2-112" fmla="*/ 0 h 750918"/>
                  <a:gd name="connsiteX3-113" fmla="*/ 992385 w 1066476"/>
                  <a:gd name="connsiteY3-114" fmla="*/ 1618 h 750918"/>
                  <a:gd name="connsiteX4-115" fmla="*/ 1066476 w 1066476"/>
                  <a:gd name="connsiteY4-116" fmla="*/ 75709 h 750918"/>
                  <a:gd name="connsiteX5-117" fmla="*/ 1066476 w 1066476"/>
                  <a:gd name="connsiteY5-118" fmla="*/ 676827 h 750918"/>
                  <a:gd name="connsiteX6-119" fmla="*/ 992385 w 1066476"/>
                  <a:gd name="connsiteY6-120" fmla="*/ 750918 h 750918"/>
                  <a:gd name="connsiteX7-121" fmla="*/ 0 w 1066476"/>
                  <a:gd name="connsiteY7-122" fmla="*/ 749300 h 750918"/>
                  <a:gd name="connsiteX0-123" fmla="*/ 0 w 1066476"/>
                  <a:gd name="connsiteY0-124" fmla="*/ 749300 h 750918"/>
                  <a:gd name="connsiteX1-125" fmla="*/ 111398 w 1066476"/>
                  <a:gd name="connsiteY1-126" fmla="*/ 585339 h 750918"/>
                  <a:gd name="connsiteX2-127" fmla="*/ 508000 w 1066476"/>
                  <a:gd name="connsiteY2-128" fmla="*/ 0 h 750918"/>
                  <a:gd name="connsiteX3-129" fmla="*/ 992385 w 1066476"/>
                  <a:gd name="connsiteY3-130" fmla="*/ 1618 h 750918"/>
                  <a:gd name="connsiteX4-131" fmla="*/ 1066476 w 1066476"/>
                  <a:gd name="connsiteY4-132" fmla="*/ 75709 h 750918"/>
                  <a:gd name="connsiteX5-133" fmla="*/ 1066476 w 1066476"/>
                  <a:gd name="connsiteY5-134" fmla="*/ 676827 h 750918"/>
                  <a:gd name="connsiteX6-135" fmla="*/ 992385 w 1066476"/>
                  <a:gd name="connsiteY6-136" fmla="*/ 750918 h 750918"/>
                  <a:gd name="connsiteX7-137" fmla="*/ 0 w 1066476"/>
                  <a:gd name="connsiteY7-138" fmla="*/ 749300 h 750918"/>
                  <a:gd name="connsiteX0-139" fmla="*/ 0 w 1149820"/>
                  <a:gd name="connsiteY0-140" fmla="*/ 746923 h 750918"/>
                  <a:gd name="connsiteX1-141" fmla="*/ 194742 w 1149820"/>
                  <a:gd name="connsiteY1-142" fmla="*/ 585339 h 750918"/>
                  <a:gd name="connsiteX2-143" fmla="*/ 591344 w 1149820"/>
                  <a:gd name="connsiteY2-144" fmla="*/ 0 h 750918"/>
                  <a:gd name="connsiteX3-145" fmla="*/ 1075729 w 1149820"/>
                  <a:gd name="connsiteY3-146" fmla="*/ 1618 h 750918"/>
                  <a:gd name="connsiteX4-147" fmla="*/ 1149820 w 1149820"/>
                  <a:gd name="connsiteY4-148" fmla="*/ 75709 h 750918"/>
                  <a:gd name="connsiteX5-149" fmla="*/ 1149820 w 1149820"/>
                  <a:gd name="connsiteY5-150" fmla="*/ 676827 h 750918"/>
                  <a:gd name="connsiteX6-151" fmla="*/ 1075729 w 1149820"/>
                  <a:gd name="connsiteY6-152" fmla="*/ 750918 h 750918"/>
                  <a:gd name="connsiteX7-153" fmla="*/ 0 w 1149820"/>
                  <a:gd name="connsiteY7-154" fmla="*/ 746923 h 750918"/>
                  <a:gd name="connsiteX0-155" fmla="*/ 0 w 1178395"/>
                  <a:gd name="connsiteY0-156" fmla="*/ 746923 h 750918"/>
                  <a:gd name="connsiteX1-157" fmla="*/ 223317 w 1178395"/>
                  <a:gd name="connsiteY1-158" fmla="*/ 585339 h 750918"/>
                  <a:gd name="connsiteX2-159" fmla="*/ 619919 w 1178395"/>
                  <a:gd name="connsiteY2-160" fmla="*/ 0 h 750918"/>
                  <a:gd name="connsiteX3-161" fmla="*/ 1104304 w 1178395"/>
                  <a:gd name="connsiteY3-162" fmla="*/ 1618 h 750918"/>
                  <a:gd name="connsiteX4-163" fmla="*/ 1178395 w 1178395"/>
                  <a:gd name="connsiteY4-164" fmla="*/ 75709 h 750918"/>
                  <a:gd name="connsiteX5-165" fmla="*/ 1178395 w 1178395"/>
                  <a:gd name="connsiteY5-166" fmla="*/ 676827 h 750918"/>
                  <a:gd name="connsiteX6-167" fmla="*/ 1104304 w 1178395"/>
                  <a:gd name="connsiteY6-168" fmla="*/ 750918 h 750918"/>
                  <a:gd name="connsiteX7-169" fmla="*/ 0 w 1178395"/>
                  <a:gd name="connsiteY7-170" fmla="*/ 746923 h 750918"/>
                  <a:gd name="connsiteX0-171" fmla="*/ 0 w 1171251"/>
                  <a:gd name="connsiteY0-172" fmla="*/ 737418 h 750918"/>
                  <a:gd name="connsiteX1-173" fmla="*/ 216173 w 1171251"/>
                  <a:gd name="connsiteY1-174" fmla="*/ 585339 h 750918"/>
                  <a:gd name="connsiteX2-175" fmla="*/ 612775 w 1171251"/>
                  <a:gd name="connsiteY2-176" fmla="*/ 0 h 750918"/>
                  <a:gd name="connsiteX3-177" fmla="*/ 1097160 w 1171251"/>
                  <a:gd name="connsiteY3-178" fmla="*/ 1618 h 750918"/>
                  <a:gd name="connsiteX4-179" fmla="*/ 1171251 w 1171251"/>
                  <a:gd name="connsiteY4-180" fmla="*/ 75709 h 750918"/>
                  <a:gd name="connsiteX5-181" fmla="*/ 1171251 w 1171251"/>
                  <a:gd name="connsiteY5-182" fmla="*/ 676827 h 750918"/>
                  <a:gd name="connsiteX6-183" fmla="*/ 1097160 w 1171251"/>
                  <a:gd name="connsiteY6-184" fmla="*/ 750918 h 750918"/>
                  <a:gd name="connsiteX7-185" fmla="*/ 0 w 1171251"/>
                  <a:gd name="connsiteY7-186" fmla="*/ 737418 h 75091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</a:cxnLst>
                <a:rect l="l" t="t" r="r" b="b"/>
                <a:pathLst>
                  <a:path w="1171251" h="750918">
                    <a:moveTo>
                      <a:pt x="0" y="737418"/>
                    </a:moveTo>
                    <a:lnTo>
                      <a:pt x="216173" y="585339"/>
                    </a:lnTo>
                    <a:lnTo>
                      <a:pt x="612775" y="0"/>
                    </a:lnTo>
                    <a:lnTo>
                      <a:pt x="1097160" y="1618"/>
                    </a:lnTo>
                    <a:cubicBezTo>
                      <a:pt x="1138079" y="1618"/>
                      <a:pt x="1171251" y="34790"/>
                      <a:pt x="1171251" y="75709"/>
                    </a:cubicBezTo>
                    <a:lnTo>
                      <a:pt x="1171251" y="676827"/>
                    </a:lnTo>
                    <a:cubicBezTo>
                      <a:pt x="1171251" y="717746"/>
                      <a:pt x="1138079" y="750918"/>
                      <a:pt x="1097160" y="750918"/>
                    </a:cubicBezTo>
                    <a:lnTo>
                      <a:pt x="0" y="737418"/>
                    </a:lnTo>
                    <a:close/>
                  </a:path>
                </a:pathLst>
              </a:custGeom>
              <a:solidFill>
                <a:srgbClr val="089DA3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9" name="任意多边形 10">
                <a:extLst>
                  <a:ext uri="{FF2B5EF4-FFF2-40B4-BE49-F238E27FC236}">
                    <a16:creationId xmlns:a16="http://schemas.microsoft.com/office/drawing/2014/main" id="{1C996E4E-E5D6-4259-B088-BCC16135BEE1}"/>
                  </a:ext>
                </a:extLst>
              </p:cNvPr>
              <p:cNvSpPr/>
              <p:nvPr/>
            </p:nvSpPr>
            <p:spPr bwMode="auto">
              <a:xfrm>
                <a:off x="3969682" y="2080255"/>
                <a:ext cx="608494" cy="782196"/>
              </a:xfrm>
              <a:custGeom>
                <a:avLst/>
                <a:gdLst>
                  <a:gd name="connsiteX0" fmla="*/ 457200 w 933450"/>
                  <a:gd name="connsiteY0" fmla="*/ 0 h 1127125"/>
                  <a:gd name="connsiteX1" fmla="*/ 311150 w 933450"/>
                  <a:gd name="connsiteY1" fmla="*/ 111125 h 1127125"/>
                  <a:gd name="connsiteX2" fmla="*/ 130175 w 933450"/>
                  <a:gd name="connsiteY2" fmla="*/ 269875 h 1127125"/>
                  <a:gd name="connsiteX3" fmla="*/ 22225 w 933450"/>
                  <a:gd name="connsiteY3" fmla="*/ 371475 h 1127125"/>
                  <a:gd name="connsiteX4" fmla="*/ 0 w 933450"/>
                  <a:gd name="connsiteY4" fmla="*/ 454025 h 1127125"/>
                  <a:gd name="connsiteX5" fmla="*/ 44450 w 933450"/>
                  <a:gd name="connsiteY5" fmla="*/ 504825 h 1127125"/>
                  <a:gd name="connsiteX6" fmla="*/ 327025 w 933450"/>
                  <a:gd name="connsiteY6" fmla="*/ 622300 h 1127125"/>
                  <a:gd name="connsiteX7" fmla="*/ 463550 w 933450"/>
                  <a:gd name="connsiteY7" fmla="*/ 758825 h 1127125"/>
                  <a:gd name="connsiteX8" fmla="*/ 463550 w 933450"/>
                  <a:gd name="connsiteY8" fmla="*/ 965200 h 1127125"/>
                  <a:gd name="connsiteX9" fmla="*/ 355600 w 933450"/>
                  <a:gd name="connsiteY9" fmla="*/ 1082675 h 1127125"/>
                  <a:gd name="connsiteX10" fmla="*/ 244475 w 933450"/>
                  <a:gd name="connsiteY10" fmla="*/ 1127125 h 1127125"/>
                  <a:gd name="connsiteX11" fmla="*/ 463550 w 933450"/>
                  <a:gd name="connsiteY11" fmla="*/ 1120775 h 1127125"/>
                  <a:gd name="connsiteX12" fmla="*/ 933450 w 933450"/>
                  <a:gd name="connsiteY12" fmla="*/ 384175 h 1127125"/>
                  <a:gd name="connsiteX13" fmla="*/ 841375 w 933450"/>
                  <a:gd name="connsiteY13" fmla="*/ 390525 h 1127125"/>
                  <a:gd name="connsiteX14" fmla="*/ 866775 w 933450"/>
                  <a:gd name="connsiteY14" fmla="*/ 292100 h 1127125"/>
                  <a:gd name="connsiteX15" fmla="*/ 831850 w 933450"/>
                  <a:gd name="connsiteY15" fmla="*/ 149225 h 1127125"/>
                  <a:gd name="connsiteX16" fmla="*/ 717550 w 933450"/>
                  <a:gd name="connsiteY16" fmla="*/ 53975 h 1127125"/>
                  <a:gd name="connsiteX17" fmla="*/ 568325 w 933450"/>
                  <a:gd name="connsiteY17" fmla="*/ 0 h 1127125"/>
                  <a:gd name="connsiteX18" fmla="*/ 457200 w 933450"/>
                  <a:gd name="connsiteY18" fmla="*/ 0 h 1127125"/>
                  <a:gd name="connsiteX0-1" fmla="*/ 457200 w 933450"/>
                  <a:gd name="connsiteY0-2" fmla="*/ 0 h 1127125"/>
                  <a:gd name="connsiteX1-3" fmla="*/ 311150 w 933450"/>
                  <a:gd name="connsiteY1-4" fmla="*/ 111125 h 1127125"/>
                  <a:gd name="connsiteX2-5" fmla="*/ 130175 w 933450"/>
                  <a:gd name="connsiteY2-6" fmla="*/ 269875 h 1127125"/>
                  <a:gd name="connsiteX3-7" fmla="*/ 22225 w 933450"/>
                  <a:gd name="connsiteY3-8" fmla="*/ 371475 h 1127125"/>
                  <a:gd name="connsiteX4-9" fmla="*/ 0 w 933450"/>
                  <a:gd name="connsiteY4-10" fmla="*/ 454025 h 1127125"/>
                  <a:gd name="connsiteX5-11" fmla="*/ 44450 w 933450"/>
                  <a:gd name="connsiteY5-12" fmla="*/ 504825 h 1127125"/>
                  <a:gd name="connsiteX6-13" fmla="*/ 327025 w 933450"/>
                  <a:gd name="connsiteY6-14" fmla="*/ 622300 h 1127125"/>
                  <a:gd name="connsiteX7-15" fmla="*/ 463550 w 933450"/>
                  <a:gd name="connsiteY7-16" fmla="*/ 758825 h 1127125"/>
                  <a:gd name="connsiteX8-17" fmla="*/ 463550 w 933450"/>
                  <a:gd name="connsiteY8-18" fmla="*/ 965200 h 1127125"/>
                  <a:gd name="connsiteX9-19" fmla="*/ 355600 w 933450"/>
                  <a:gd name="connsiteY9-20" fmla="*/ 1082675 h 1127125"/>
                  <a:gd name="connsiteX10-21" fmla="*/ 244475 w 933450"/>
                  <a:gd name="connsiteY10-22" fmla="*/ 1127125 h 1127125"/>
                  <a:gd name="connsiteX11-23" fmla="*/ 400050 w 933450"/>
                  <a:gd name="connsiteY11-24" fmla="*/ 1092200 h 1127125"/>
                  <a:gd name="connsiteX12-25" fmla="*/ 933450 w 933450"/>
                  <a:gd name="connsiteY12-26" fmla="*/ 384175 h 1127125"/>
                  <a:gd name="connsiteX13-27" fmla="*/ 841375 w 933450"/>
                  <a:gd name="connsiteY13-28" fmla="*/ 390525 h 1127125"/>
                  <a:gd name="connsiteX14-29" fmla="*/ 866775 w 933450"/>
                  <a:gd name="connsiteY14-30" fmla="*/ 292100 h 1127125"/>
                  <a:gd name="connsiteX15-31" fmla="*/ 831850 w 933450"/>
                  <a:gd name="connsiteY15-32" fmla="*/ 149225 h 1127125"/>
                  <a:gd name="connsiteX16-33" fmla="*/ 717550 w 933450"/>
                  <a:gd name="connsiteY16-34" fmla="*/ 53975 h 1127125"/>
                  <a:gd name="connsiteX17-35" fmla="*/ 568325 w 933450"/>
                  <a:gd name="connsiteY17-36" fmla="*/ 0 h 1127125"/>
                  <a:gd name="connsiteX18-37" fmla="*/ 457200 w 933450"/>
                  <a:gd name="connsiteY18-38" fmla="*/ 0 h 1127125"/>
                  <a:gd name="connsiteX0-39" fmla="*/ 457200 w 866775"/>
                  <a:gd name="connsiteY0-40" fmla="*/ 0 h 1127125"/>
                  <a:gd name="connsiteX1-41" fmla="*/ 311150 w 866775"/>
                  <a:gd name="connsiteY1-42" fmla="*/ 111125 h 1127125"/>
                  <a:gd name="connsiteX2-43" fmla="*/ 130175 w 866775"/>
                  <a:gd name="connsiteY2-44" fmla="*/ 269875 h 1127125"/>
                  <a:gd name="connsiteX3-45" fmla="*/ 22225 w 866775"/>
                  <a:gd name="connsiteY3-46" fmla="*/ 371475 h 1127125"/>
                  <a:gd name="connsiteX4-47" fmla="*/ 0 w 866775"/>
                  <a:gd name="connsiteY4-48" fmla="*/ 454025 h 1127125"/>
                  <a:gd name="connsiteX5-49" fmla="*/ 44450 w 866775"/>
                  <a:gd name="connsiteY5-50" fmla="*/ 504825 h 1127125"/>
                  <a:gd name="connsiteX6-51" fmla="*/ 327025 w 866775"/>
                  <a:gd name="connsiteY6-52" fmla="*/ 622300 h 1127125"/>
                  <a:gd name="connsiteX7-53" fmla="*/ 463550 w 866775"/>
                  <a:gd name="connsiteY7-54" fmla="*/ 758825 h 1127125"/>
                  <a:gd name="connsiteX8-55" fmla="*/ 463550 w 866775"/>
                  <a:gd name="connsiteY8-56" fmla="*/ 965200 h 1127125"/>
                  <a:gd name="connsiteX9-57" fmla="*/ 355600 w 866775"/>
                  <a:gd name="connsiteY9-58" fmla="*/ 1082675 h 1127125"/>
                  <a:gd name="connsiteX10-59" fmla="*/ 244475 w 866775"/>
                  <a:gd name="connsiteY10-60" fmla="*/ 1127125 h 1127125"/>
                  <a:gd name="connsiteX11-61" fmla="*/ 400050 w 866775"/>
                  <a:gd name="connsiteY11-62" fmla="*/ 1092200 h 1127125"/>
                  <a:gd name="connsiteX12-63" fmla="*/ 847725 w 866775"/>
                  <a:gd name="connsiteY12-64" fmla="*/ 393700 h 1127125"/>
                  <a:gd name="connsiteX13-65" fmla="*/ 841375 w 866775"/>
                  <a:gd name="connsiteY13-66" fmla="*/ 390525 h 1127125"/>
                  <a:gd name="connsiteX14-67" fmla="*/ 866775 w 866775"/>
                  <a:gd name="connsiteY14-68" fmla="*/ 292100 h 1127125"/>
                  <a:gd name="connsiteX15-69" fmla="*/ 831850 w 866775"/>
                  <a:gd name="connsiteY15-70" fmla="*/ 149225 h 1127125"/>
                  <a:gd name="connsiteX16-71" fmla="*/ 717550 w 866775"/>
                  <a:gd name="connsiteY16-72" fmla="*/ 53975 h 1127125"/>
                  <a:gd name="connsiteX17-73" fmla="*/ 568325 w 866775"/>
                  <a:gd name="connsiteY17-74" fmla="*/ 0 h 1127125"/>
                  <a:gd name="connsiteX18-75" fmla="*/ 457200 w 866775"/>
                  <a:gd name="connsiteY18-76" fmla="*/ 0 h 1127125"/>
                  <a:gd name="connsiteX0-77" fmla="*/ 457200 w 866775"/>
                  <a:gd name="connsiteY0-78" fmla="*/ 0 h 1127125"/>
                  <a:gd name="connsiteX1-79" fmla="*/ 311150 w 866775"/>
                  <a:gd name="connsiteY1-80" fmla="*/ 111125 h 1127125"/>
                  <a:gd name="connsiteX2-81" fmla="*/ 130175 w 866775"/>
                  <a:gd name="connsiteY2-82" fmla="*/ 269875 h 1127125"/>
                  <a:gd name="connsiteX3-83" fmla="*/ 22225 w 866775"/>
                  <a:gd name="connsiteY3-84" fmla="*/ 371475 h 1127125"/>
                  <a:gd name="connsiteX4-85" fmla="*/ 0 w 866775"/>
                  <a:gd name="connsiteY4-86" fmla="*/ 454025 h 1127125"/>
                  <a:gd name="connsiteX5-87" fmla="*/ 44450 w 866775"/>
                  <a:gd name="connsiteY5-88" fmla="*/ 504825 h 1127125"/>
                  <a:gd name="connsiteX6-89" fmla="*/ 327025 w 866775"/>
                  <a:gd name="connsiteY6-90" fmla="*/ 622300 h 1127125"/>
                  <a:gd name="connsiteX7-91" fmla="*/ 463550 w 866775"/>
                  <a:gd name="connsiteY7-92" fmla="*/ 758825 h 1127125"/>
                  <a:gd name="connsiteX8-93" fmla="*/ 463550 w 866775"/>
                  <a:gd name="connsiteY8-94" fmla="*/ 965200 h 1127125"/>
                  <a:gd name="connsiteX9-95" fmla="*/ 355600 w 866775"/>
                  <a:gd name="connsiteY9-96" fmla="*/ 1082675 h 1127125"/>
                  <a:gd name="connsiteX10-97" fmla="*/ 244475 w 866775"/>
                  <a:gd name="connsiteY10-98" fmla="*/ 1127125 h 1127125"/>
                  <a:gd name="connsiteX11-99" fmla="*/ 393700 w 866775"/>
                  <a:gd name="connsiteY11-100" fmla="*/ 1082675 h 1127125"/>
                  <a:gd name="connsiteX12-101" fmla="*/ 847725 w 866775"/>
                  <a:gd name="connsiteY12-102" fmla="*/ 393700 h 1127125"/>
                  <a:gd name="connsiteX13-103" fmla="*/ 841375 w 866775"/>
                  <a:gd name="connsiteY13-104" fmla="*/ 390525 h 1127125"/>
                  <a:gd name="connsiteX14-105" fmla="*/ 866775 w 866775"/>
                  <a:gd name="connsiteY14-106" fmla="*/ 292100 h 1127125"/>
                  <a:gd name="connsiteX15-107" fmla="*/ 831850 w 866775"/>
                  <a:gd name="connsiteY15-108" fmla="*/ 149225 h 1127125"/>
                  <a:gd name="connsiteX16-109" fmla="*/ 717550 w 866775"/>
                  <a:gd name="connsiteY16-110" fmla="*/ 53975 h 1127125"/>
                  <a:gd name="connsiteX17-111" fmla="*/ 568325 w 866775"/>
                  <a:gd name="connsiteY17-112" fmla="*/ 0 h 1127125"/>
                  <a:gd name="connsiteX18-113" fmla="*/ 457200 w 866775"/>
                  <a:gd name="connsiteY18-114" fmla="*/ 0 h 1127125"/>
                  <a:gd name="connsiteX0-115" fmla="*/ 457200 w 866775"/>
                  <a:gd name="connsiteY0-116" fmla="*/ 0 h 1127125"/>
                  <a:gd name="connsiteX1-117" fmla="*/ 311150 w 866775"/>
                  <a:gd name="connsiteY1-118" fmla="*/ 111125 h 1127125"/>
                  <a:gd name="connsiteX2-119" fmla="*/ 130175 w 866775"/>
                  <a:gd name="connsiteY2-120" fmla="*/ 269875 h 1127125"/>
                  <a:gd name="connsiteX3-121" fmla="*/ 22225 w 866775"/>
                  <a:gd name="connsiteY3-122" fmla="*/ 371475 h 1127125"/>
                  <a:gd name="connsiteX4-123" fmla="*/ 0 w 866775"/>
                  <a:gd name="connsiteY4-124" fmla="*/ 454025 h 1127125"/>
                  <a:gd name="connsiteX5-125" fmla="*/ 44450 w 866775"/>
                  <a:gd name="connsiteY5-126" fmla="*/ 504825 h 1127125"/>
                  <a:gd name="connsiteX6-127" fmla="*/ 327025 w 866775"/>
                  <a:gd name="connsiteY6-128" fmla="*/ 622300 h 1127125"/>
                  <a:gd name="connsiteX7-129" fmla="*/ 463550 w 866775"/>
                  <a:gd name="connsiteY7-130" fmla="*/ 758825 h 1127125"/>
                  <a:gd name="connsiteX8-131" fmla="*/ 463550 w 866775"/>
                  <a:gd name="connsiteY8-132" fmla="*/ 965200 h 1127125"/>
                  <a:gd name="connsiteX9-133" fmla="*/ 355600 w 866775"/>
                  <a:gd name="connsiteY9-134" fmla="*/ 1082675 h 1127125"/>
                  <a:gd name="connsiteX10-135" fmla="*/ 244475 w 866775"/>
                  <a:gd name="connsiteY10-136" fmla="*/ 1127125 h 1127125"/>
                  <a:gd name="connsiteX11-137" fmla="*/ 393700 w 866775"/>
                  <a:gd name="connsiteY11-138" fmla="*/ 1082675 h 1127125"/>
                  <a:gd name="connsiteX12-139" fmla="*/ 847725 w 866775"/>
                  <a:gd name="connsiteY12-140" fmla="*/ 393700 h 1127125"/>
                  <a:gd name="connsiteX13-141" fmla="*/ 841375 w 866775"/>
                  <a:gd name="connsiteY13-142" fmla="*/ 390525 h 1127125"/>
                  <a:gd name="connsiteX14-143" fmla="*/ 866775 w 866775"/>
                  <a:gd name="connsiteY14-144" fmla="*/ 292100 h 1127125"/>
                  <a:gd name="connsiteX15-145" fmla="*/ 831850 w 866775"/>
                  <a:gd name="connsiteY15-146" fmla="*/ 149225 h 1127125"/>
                  <a:gd name="connsiteX16-147" fmla="*/ 717550 w 866775"/>
                  <a:gd name="connsiteY16-148" fmla="*/ 53975 h 1127125"/>
                  <a:gd name="connsiteX17-149" fmla="*/ 568325 w 866775"/>
                  <a:gd name="connsiteY17-150" fmla="*/ 0 h 1127125"/>
                  <a:gd name="connsiteX18-151" fmla="*/ 457200 w 866775"/>
                  <a:gd name="connsiteY18-152" fmla="*/ 0 h 1127125"/>
                  <a:gd name="connsiteX0-153" fmla="*/ 457200 w 866775"/>
                  <a:gd name="connsiteY0-154" fmla="*/ 0 h 1127125"/>
                  <a:gd name="connsiteX1-155" fmla="*/ 311150 w 866775"/>
                  <a:gd name="connsiteY1-156" fmla="*/ 111125 h 1127125"/>
                  <a:gd name="connsiteX2-157" fmla="*/ 130175 w 866775"/>
                  <a:gd name="connsiteY2-158" fmla="*/ 269875 h 1127125"/>
                  <a:gd name="connsiteX3-159" fmla="*/ 22225 w 866775"/>
                  <a:gd name="connsiteY3-160" fmla="*/ 371475 h 1127125"/>
                  <a:gd name="connsiteX4-161" fmla="*/ 0 w 866775"/>
                  <a:gd name="connsiteY4-162" fmla="*/ 454025 h 1127125"/>
                  <a:gd name="connsiteX5-163" fmla="*/ 44450 w 866775"/>
                  <a:gd name="connsiteY5-164" fmla="*/ 504825 h 1127125"/>
                  <a:gd name="connsiteX6-165" fmla="*/ 314325 w 866775"/>
                  <a:gd name="connsiteY6-166" fmla="*/ 631825 h 1127125"/>
                  <a:gd name="connsiteX7-167" fmla="*/ 463550 w 866775"/>
                  <a:gd name="connsiteY7-168" fmla="*/ 758825 h 1127125"/>
                  <a:gd name="connsiteX8-169" fmla="*/ 463550 w 866775"/>
                  <a:gd name="connsiteY8-170" fmla="*/ 965200 h 1127125"/>
                  <a:gd name="connsiteX9-171" fmla="*/ 355600 w 866775"/>
                  <a:gd name="connsiteY9-172" fmla="*/ 1082675 h 1127125"/>
                  <a:gd name="connsiteX10-173" fmla="*/ 244475 w 866775"/>
                  <a:gd name="connsiteY10-174" fmla="*/ 1127125 h 1127125"/>
                  <a:gd name="connsiteX11-175" fmla="*/ 393700 w 866775"/>
                  <a:gd name="connsiteY11-176" fmla="*/ 1082675 h 1127125"/>
                  <a:gd name="connsiteX12-177" fmla="*/ 847725 w 866775"/>
                  <a:gd name="connsiteY12-178" fmla="*/ 393700 h 1127125"/>
                  <a:gd name="connsiteX13-179" fmla="*/ 841375 w 866775"/>
                  <a:gd name="connsiteY13-180" fmla="*/ 390525 h 1127125"/>
                  <a:gd name="connsiteX14-181" fmla="*/ 866775 w 866775"/>
                  <a:gd name="connsiteY14-182" fmla="*/ 292100 h 1127125"/>
                  <a:gd name="connsiteX15-183" fmla="*/ 831850 w 866775"/>
                  <a:gd name="connsiteY15-184" fmla="*/ 149225 h 1127125"/>
                  <a:gd name="connsiteX16-185" fmla="*/ 717550 w 866775"/>
                  <a:gd name="connsiteY16-186" fmla="*/ 53975 h 1127125"/>
                  <a:gd name="connsiteX17-187" fmla="*/ 568325 w 866775"/>
                  <a:gd name="connsiteY17-188" fmla="*/ 0 h 1127125"/>
                  <a:gd name="connsiteX18-189" fmla="*/ 457200 w 866775"/>
                  <a:gd name="connsiteY18-190" fmla="*/ 0 h 1127125"/>
                  <a:gd name="connsiteX0-191" fmla="*/ 457200 w 866775"/>
                  <a:gd name="connsiteY0-192" fmla="*/ 0 h 1127125"/>
                  <a:gd name="connsiteX1-193" fmla="*/ 311150 w 866775"/>
                  <a:gd name="connsiteY1-194" fmla="*/ 111125 h 1127125"/>
                  <a:gd name="connsiteX2-195" fmla="*/ 130175 w 866775"/>
                  <a:gd name="connsiteY2-196" fmla="*/ 269875 h 1127125"/>
                  <a:gd name="connsiteX3-197" fmla="*/ 22225 w 866775"/>
                  <a:gd name="connsiteY3-198" fmla="*/ 371475 h 1127125"/>
                  <a:gd name="connsiteX4-199" fmla="*/ 0 w 866775"/>
                  <a:gd name="connsiteY4-200" fmla="*/ 454025 h 1127125"/>
                  <a:gd name="connsiteX5-201" fmla="*/ 44450 w 866775"/>
                  <a:gd name="connsiteY5-202" fmla="*/ 504825 h 1127125"/>
                  <a:gd name="connsiteX6-203" fmla="*/ 314325 w 866775"/>
                  <a:gd name="connsiteY6-204" fmla="*/ 631825 h 1127125"/>
                  <a:gd name="connsiteX7-205" fmla="*/ 444500 w 866775"/>
                  <a:gd name="connsiteY7-206" fmla="*/ 758825 h 1127125"/>
                  <a:gd name="connsiteX8-207" fmla="*/ 463550 w 866775"/>
                  <a:gd name="connsiteY8-208" fmla="*/ 965200 h 1127125"/>
                  <a:gd name="connsiteX9-209" fmla="*/ 355600 w 866775"/>
                  <a:gd name="connsiteY9-210" fmla="*/ 1082675 h 1127125"/>
                  <a:gd name="connsiteX10-211" fmla="*/ 244475 w 866775"/>
                  <a:gd name="connsiteY10-212" fmla="*/ 1127125 h 1127125"/>
                  <a:gd name="connsiteX11-213" fmla="*/ 393700 w 866775"/>
                  <a:gd name="connsiteY11-214" fmla="*/ 1082675 h 1127125"/>
                  <a:gd name="connsiteX12-215" fmla="*/ 847725 w 866775"/>
                  <a:gd name="connsiteY12-216" fmla="*/ 393700 h 1127125"/>
                  <a:gd name="connsiteX13-217" fmla="*/ 841375 w 866775"/>
                  <a:gd name="connsiteY13-218" fmla="*/ 390525 h 1127125"/>
                  <a:gd name="connsiteX14-219" fmla="*/ 866775 w 866775"/>
                  <a:gd name="connsiteY14-220" fmla="*/ 292100 h 1127125"/>
                  <a:gd name="connsiteX15-221" fmla="*/ 831850 w 866775"/>
                  <a:gd name="connsiteY15-222" fmla="*/ 149225 h 1127125"/>
                  <a:gd name="connsiteX16-223" fmla="*/ 717550 w 866775"/>
                  <a:gd name="connsiteY16-224" fmla="*/ 53975 h 1127125"/>
                  <a:gd name="connsiteX17-225" fmla="*/ 568325 w 866775"/>
                  <a:gd name="connsiteY17-226" fmla="*/ 0 h 1127125"/>
                  <a:gd name="connsiteX18-227" fmla="*/ 457200 w 866775"/>
                  <a:gd name="connsiteY18-228" fmla="*/ 0 h 1127125"/>
                  <a:gd name="connsiteX0-229" fmla="*/ 457200 w 866775"/>
                  <a:gd name="connsiteY0-230" fmla="*/ 0 h 1127125"/>
                  <a:gd name="connsiteX1-231" fmla="*/ 311150 w 866775"/>
                  <a:gd name="connsiteY1-232" fmla="*/ 111125 h 1127125"/>
                  <a:gd name="connsiteX2-233" fmla="*/ 130175 w 866775"/>
                  <a:gd name="connsiteY2-234" fmla="*/ 269875 h 1127125"/>
                  <a:gd name="connsiteX3-235" fmla="*/ 22225 w 866775"/>
                  <a:gd name="connsiteY3-236" fmla="*/ 371475 h 1127125"/>
                  <a:gd name="connsiteX4-237" fmla="*/ 0 w 866775"/>
                  <a:gd name="connsiteY4-238" fmla="*/ 454025 h 1127125"/>
                  <a:gd name="connsiteX5-239" fmla="*/ 44450 w 866775"/>
                  <a:gd name="connsiteY5-240" fmla="*/ 504825 h 1127125"/>
                  <a:gd name="connsiteX6-241" fmla="*/ 314325 w 866775"/>
                  <a:gd name="connsiteY6-242" fmla="*/ 631825 h 1127125"/>
                  <a:gd name="connsiteX7-243" fmla="*/ 444500 w 866775"/>
                  <a:gd name="connsiteY7-244" fmla="*/ 758825 h 1127125"/>
                  <a:gd name="connsiteX8-245" fmla="*/ 444500 w 866775"/>
                  <a:gd name="connsiteY8-246" fmla="*/ 962025 h 1127125"/>
                  <a:gd name="connsiteX9-247" fmla="*/ 355600 w 866775"/>
                  <a:gd name="connsiteY9-248" fmla="*/ 1082675 h 1127125"/>
                  <a:gd name="connsiteX10-249" fmla="*/ 244475 w 866775"/>
                  <a:gd name="connsiteY10-250" fmla="*/ 1127125 h 1127125"/>
                  <a:gd name="connsiteX11-251" fmla="*/ 393700 w 866775"/>
                  <a:gd name="connsiteY11-252" fmla="*/ 1082675 h 1127125"/>
                  <a:gd name="connsiteX12-253" fmla="*/ 847725 w 866775"/>
                  <a:gd name="connsiteY12-254" fmla="*/ 393700 h 1127125"/>
                  <a:gd name="connsiteX13-255" fmla="*/ 841375 w 866775"/>
                  <a:gd name="connsiteY13-256" fmla="*/ 390525 h 1127125"/>
                  <a:gd name="connsiteX14-257" fmla="*/ 866775 w 866775"/>
                  <a:gd name="connsiteY14-258" fmla="*/ 292100 h 1127125"/>
                  <a:gd name="connsiteX15-259" fmla="*/ 831850 w 866775"/>
                  <a:gd name="connsiteY15-260" fmla="*/ 149225 h 1127125"/>
                  <a:gd name="connsiteX16-261" fmla="*/ 717550 w 866775"/>
                  <a:gd name="connsiteY16-262" fmla="*/ 53975 h 1127125"/>
                  <a:gd name="connsiteX17-263" fmla="*/ 568325 w 866775"/>
                  <a:gd name="connsiteY17-264" fmla="*/ 0 h 1127125"/>
                  <a:gd name="connsiteX18-265" fmla="*/ 457200 w 866775"/>
                  <a:gd name="connsiteY18-266" fmla="*/ 0 h 1127125"/>
                  <a:gd name="connsiteX0-267" fmla="*/ 457200 w 866775"/>
                  <a:gd name="connsiteY0-268" fmla="*/ 0 h 1127125"/>
                  <a:gd name="connsiteX1-269" fmla="*/ 311150 w 866775"/>
                  <a:gd name="connsiteY1-270" fmla="*/ 111125 h 1127125"/>
                  <a:gd name="connsiteX2-271" fmla="*/ 130175 w 866775"/>
                  <a:gd name="connsiteY2-272" fmla="*/ 269875 h 1127125"/>
                  <a:gd name="connsiteX3-273" fmla="*/ 22225 w 866775"/>
                  <a:gd name="connsiteY3-274" fmla="*/ 371475 h 1127125"/>
                  <a:gd name="connsiteX4-275" fmla="*/ 0 w 866775"/>
                  <a:gd name="connsiteY4-276" fmla="*/ 454025 h 1127125"/>
                  <a:gd name="connsiteX5-277" fmla="*/ 44450 w 866775"/>
                  <a:gd name="connsiteY5-278" fmla="*/ 504825 h 1127125"/>
                  <a:gd name="connsiteX6-279" fmla="*/ 314325 w 866775"/>
                  <a:gd name="connsiteY6-280" fmla="*/ 631825 h 1127125"/>
                  <a:gd name="connsiteX7-281" fmla="*/ 444500 w 866775"/>
                  <a:gd name="connsiteY7-282" fmla="*/ 758825 h 1127125"/>
                  <a:gd name="connsiteX8-283" fmla="*/ 444500 w 866775"/>
                  <a:gd name="connsiteY8-284" fmla="*/ 962025 h 1127125"/>
                  <a:gd name="connsiteX9-285" fmla="*/ 336550 w 866775"/>
                  <a:gd name="connsiteY9-286" fmla="*/ 1069975 h 1127125"/>
                  <a:gd name="connsiteX10-287" fmla="*/ 244475 w 866775"/>
                  <a:gd name="connsiteY10-288" fmla="*/ 1127125 h 1127125"/>
                  <a:gd name="connsiteX11-289" fmla="*/ 393700 w 866775"/>
                  <a:gd name="connsiteY11-290" fmla="*/ 1082675 h 1127125"/>
                  <a:gd name="connsiteX12-291" fmla="*/ 847725 w 866775"/>
                  <a:gd name="connsiteY12-292" fmla="*/ 393700 h 1127125"/>
                  <a:gd name="connsiteX13-293" fmla="*/ 841375 w 866775"/>
                  <a:gd name="connsiteY13-294" fmla="*/ 390525 h 1127125"/>
                  <a:gd name="connsiteX14-295" fmla="*/ 866775 w 866775"/>
                  <a:gd name="connsiteY14-296" fmla="*/ 292100 h 1127125"/>
                  <a:gd name="connsiteX15-297" fmla="*/ 831850 w 866775"/>
                  <a:gd name="connsiteY15-298" fmla="*/ 149225 h 1127125"/>
                  <a:gd name="connsiteX16-299" fmla="*/ 717550 w 866775"/>
                  <a:gd name="connsiteY16-300" fmla="*/ 53975 h 1127125"/>
                  <a:gd name="connsiteX17-301" fmla="*/ 568325 w 866775"/>
                  <a:gd name="connsiteY17-302" fmla="*/ 0 h 1127125"/>
                  <a:gd name="connsiteX18-303" fmla="*/ 457200 w 866775"/>
                  <a:gd name="connsiteY18-304" fmla="*/ 0 h 1127125"/>
                  <a:gd name="connsiteX0-305" fmla="*/ 466725 w 876300"/>
                  <a:gd name="connsiteY0-306" fmla="*/ 0 h 1127125"/>
                  <a:gd name="connsiteX1-307" fmla="*/ 320675 w 876300"/>
                  <a:gd name="connsiteY1-308" fmla="*/ 111125 h 1127125"/>
                  <a:gd name="connsiteX2-309" fmla="*/ 139700 w 876300"/>
                  <a:gd name="connsiteY2-310" fmla="*/ 269875 h 1127125"/>
                  <a:gd name="connsiteX3-311" fmla="*/ 0 w 876300"/>
                  <a:gd name="connsiteY3-312" fmla="*/ 396875 h 1127125"/>
                  <a:gd name="connsiteX4-313" fmla="*/ 9525 w 876300"/>
                  <a:gd name="connsiteY4-314" fmla="*/ 454025 h 1127125"/>
                  <a:gd name="connsiteX5-315" fmla="*/ 53975 w 876300"/>
                  <a:gd name="connsiteY5-316" fmla="*/ 504825 h 1127125"/>
                  <a:gd name="connsiteX6-317" fmla="*/ 323850 w 876300"/>
                  <a:gd name="connsiteY6-318" fmla="*/ 631825 h 1127125"/>
                  <a:gd name="connsiteX7-319" fmla="*/ 454025 w 876300"/>
                  <a:gd name="connsiteY7-320" fmla="*/ 758825 h 1127125"/>
                  <a:gd name="connsiteX8-321" fmla="*/ 454025 w 876300"/>
                  <a:gd name="connsiteY8-322" fmla="*/ 962025 h 1127125"/>
                  <a:gd name="connsiteX9-323" fmla="*/ 346075 w 876300"/>
                  <a:gd name="connsiteY9-324" fmla="*/ 1069975 h 1127125"/>
                  <a:gd name="connsiteX10-325" fmla="*/ 254000 w 876300"/>
                  <a:gd name="connsiteY10-326" fmla="*/ 1127125 h 1127125"/>
                  <a:gd name="connsiteX11-327" fmla="*/ 403225 w 876300"/>
                  <a:gd name="connsiteY11-328" fmla="*/ 1082675 h 1127125"/>
                  <a:gd name="connsiteX12-329" fmla="*/ 857250 w 876300"/>
                  <a:gd name="connsiteY12-330" fmla="*/ 393700 h 1127125"/>
                  <a:gd name="connsiteX13-331" fmla="*/ 850900 w 876300"/>
                  <a:gd name="connsiteY13-332" fmla="*/ 390525 h 1127125"/>
                  <a:gd name="connsiteX14-333" fmla="*/ 876300 w 876300"/>
                  <a:gd name="connsiteY14-334" fmla="*/ 292100 h 1127125"/>
                  <a:gd name="connsiteX15-335" fmla="*/ 841375 w 876300"/>
                  <a:gd name="connsiteY15-336" fmla="*/ 149225 h 1127125"/>
                  <a:gd name="connsiteX16-337" fmla="*/ 727075 w 876300"/>
                  <a:gd name="connsiteY16-338" fmla="*/ 53975 h 1127125"/>
                  <a:gd name="connsiteX17-339" fmla="*/ 577850 w 876300"/>
                  <a:gd name="connsiteY17-340" fmla="*/ 0 h 1127125"/>
                  <a:gd name="connsiteX18-341" fmla="*/ 466725 w 876300"/>
                  <a:gd name="connsiteY18-342" fmla="*/ 0 h 1127125"/>
                  <a:gd name="connsiteX0-343" fmla="*/ 466725 w 876300"/>
                  <a:gd name="connsiteY0-344" fmla="*/ 0 h 1127125"/>
                  <a:gd name="connsiteX1-345" fmla="*/ 320675 w 876300"/>
                  <a:gd name="connsiteY1-346" fmla="*/ 111125 h 1127125"/>
                  <a:gd name="connsiteX2-347" fmla="*/ 139700 w 876300"/>
                  <a:gd name="connsiteY2-348" fmla="*/ 269875 h 1127125"/>
                  <a:gd name="connsiteX3-349" fmla="*/ 0 w 876300"/>
                  <a:gd name="connsiteY3-350" fmla="*/ 396875 h 1127125"/>
                  <a:gd name="connsiteX4-351" fmla="*/ 0 w 876300"/>
                  <a:gd name="connsiteY4-352" fmla="*/ 460375 h 1127125"/>
                  <a:gd name="connsiteX5-353" fmla="*/ 53975 w 876300"/>
                  <a:gd name="connsiteY5-354" fmla="*/ 504825 h 1127125"/>
                  <a:gd name="connsiteX6-355" fmla="*/ 323850 w 876300"/>
                  <a:gd name="connsiteY6-356" fmla="*/ 631825 h 1127125"/>
                  <a:gd name="connsiteX7-357" fmla="*/ 454025 w 876300"/>
                  <a:gd name="connsiteY7-358" fmla="*/ 758825 h 1127125"/>
                  <a:gd name="connsiteX8-359" fmla="*/ 454025 w 876300"/>
                  <a:gd name="connsiteY8-360" fmla="*/ 962025 h 1127125"/>
                  <a:gd name="connsiteX9-361" fmla="*/ 346075 w 876300"/>
                  <a:gd name="connsiteY9-362" fmla="*/ 1069975 h 1127125"/>
                  <a:gd name="connsiteX10-363" fmla="*/ 254000 w 876300"/>
                  <a:gd name="connsiteY10-364" fmla="*/ 1127125 h 1127125"/>
                  <a:gd name="connsiteX11-365" fmla="*/ 403225 w 876300"/>
                  <a:gd name="connsiteY11-366" fmla="*/ 1082675 h 1127125"/>
                  <a:gd name="connsiteX12-367" fmla="*/ 857250 w 876300"/>
                  <a:gd name="connsiteY12-368" fmla="*/ 393700 h 1127125"/>
                  <a:gd name="connsiteX13-369" fmla="*/ 850900 w 876300"/>
                  <a:gd name="connsiteY13-370" fmla="*/ 390525 h 1127125"/>
                  <a:gd name="connsiteX14-371" fmla="*/ 876300 w 876300"/>
                  <a:gd name="connsiteY14-372" fmla="*/ 292100 h 1127125"/>
                  <a:gd name="connsiteX15-373" fmla="*/ 841375 w 876300"/>
                  <a:gd name="connsiteY15-374" fmla="*/ 149225 h 1127125"/>
                  <a:gd name="connsiteX16-375" fmla="*/ 727075 w 876300"/>
                  <a:gd name="connsiteY16-376" fmla="*/ 53975 h 1127125"/>
                  <a:gd name="connsiteX17-377" fmla="*/ 577850 w 876300"/>
                  <a:gd name="connsiteY17-378" fmla="*/ 0 h 1127125"/>
                  <a:gd name="connsiteX18-379" fmla="*/ 466725 w 876300"/>
                  <a:gd name="connsiteY18-380" fmla="*/ 0 h 1127125"/>
                  <a:gd name="connsiteX0-381" fmla="*/ 466725 w 876300"/>
                  <a:gd name="connsiteY0-382" fmla="*/ 0 h 1127125"/>
                  <a:gd name="connsiteX1-383" fmla="*/ 320675 w 876300"/>
                  <a:gd name="connsiteY1-384" fmla="*/ 111125 h 1127125"/>
                  <a:gd name="connsiteX2-385" fmla="*/ 139700 w 876300"/>
                  <a:gd name="connsiteY2-386" fmla="*/ 269875 h 1127125"/>
                  <a:gd name="connsiteX3-387" fmla="*/ 22225 w 876300"/>
                  <a:gd name="connsiteY3-388" fmla="*/ 393700 h 1127125"/>
                  <a:gd name="connsiteX4-389" fmla="*/ 0 w 876300"/>
                  <a:gd name="connsiteY4-390" fmla="*/ 460375 h 1127125"/>
                  <a:gd name="connsiteX5-391" fmla="*/ 53975 w 876300"/>
                  <a:gd name="connsiteY5-392" fmla="*/ 504825 h 1127125"/>
                  <a:gd name="connsiteX6-393" fmla="*/ 323850 w 876300"/>
                  <a:gd name="connsiteY6-394" fmla="*/ 631825 h 1127125"/>
                  <a:gd name="connsiteX7-395" fmla="*/ 454025 w 876300"/>
                  <a:gd name="connsiteY7-396" fmla="*/ 758825 h 1127125"/>
                  <a:gd name="connsiteX8-397" fmla="*/ 454025 w 876300"/>
                  <a:gd name="connsiteY8-398" fmla="*/ 962025 h 1127125"/>
                  <a:gd name="connsiteX9-399" fmla="*/ 346075 w 876300"/>
                  <a:gd name="connsiteY9-400" fmla="*/ 1069975 h 1127125"/>
                  <a:gd name="connsiteX10-401" fmla="*/ 254000 w 876300"/>
                  <a:gd name="connsiteY10-402" fmla="*/ 1127125 h 1127125"/>
                  <a:gd name="connsiteX11-403" fmla="*/ 403225 w 876300"/>
                  <a:gd name="connsiteY11-404" fmla="*/ 1082675 h 1127125"/>
                  <a:gd name="connsiteX12-405" fmla="*/ 857250 w 876300"/>
                  <a:gd name="connsiteY12-406" fmla="*/ 393700 h 1127125"/>
                  <a:gd name="connsiteX13-407" fmla="*/ 850900 w 876300"/>
                  <a:gd name="connsiteY13-408" fmla="*/ 390525 h 1127125"/>
                  <a:gd name="connsiteX14-409" fmla="*/ 876300 w 876300"/>
                  <a:gd name="connsiteY14-410" fmla="*/ 292100 h 1127125"/>
                  <a:gd name="connsiteX15-411" fmla="*/ 841375 w 876300"/>
                  <a:gd name="connsiteY15-412" fmla="*/ 149225 h 1127125"/>
                  <a:gd name="connsiteX16-413" fmla="*/ 727075 w 876300"/>
                  <a:gd name="connsiteY16-414" fmla="*/ 53975 h 1127125"/>
                  <a:gd name="connsiteX17-415" fmla="*/ 577850 w 876300"/>
                  <a:gd name="connsiteY17-416" fmla="*/ 0 h 1127125"/>
                  <a:gd name="connsiteX18-417" fmla="*/ 466725 w 876300"/>
                  <a:gd name="connsiteY18-418" fmla="*/ 0 h 1127125"/>
                  <a:gd name="connsiteX0-419" fmla="*/ 466725 w 876300"/>
                  <a:gd name="connsiteY0-420" fmla="*/ 0 h 1127125"/>
                  <a:gd name="connsiteX1-421" fmla="*/ 320675 w 876300"/>
                  <a:gd name="connsiteY1-422" fmla="*/ 111125 h 1127125"/>
                  <a:gd name="connsiteX2-423" fmla="*/ 139700 w 876300"/>
                  <a:gd name="connsiteY2-424" fmla="*/ 269875 h 1127125"/>
                  <a:gd name="connsiteX3-425" fmla="*/ 22225 w 876300"/>
                  <a:gd name="connsiteY3-426" fmla="*/ 393700 h 1127125"/>
                  <a:gd name="connsiteX4-427" fmla="*/ 0 w 876300"/>
                  <a:gd name="connsiteY4-428" fmla="*/ 460375 h 1127125"/>
                  <a:gd name="connsiteX5-429" fmla="*/ 53975 w 876300"/>
                  <a:gd name="connsiteY5-430" fmla="*/ 504825 h 1127125"/>
                  <a:gd name="connsiteX6-431" fmla="*/ 323850 w 876300"/>
                  <a:gd name="connsiteY6-432" fmla="*/ 631825 h 1127125"/>
                  <a:gd name="connsiteX7-433" fmla="*/ 454025 w 876300"/>
                  <a:gd name="connsiteY7-434" fmla="*/ 758825 h 1127125"/>
                  <a:gd name="connsiteX8-435" fmla="*/ 454025 w 876300"/>
                  <a:gd name="connsiteY8-436" fmla="*/ 962025 h 1127125"/>
                  <a:gd name="connsiteX9-437" fmla="*/ 346075 w 876300"/>
                  <a:gd name="connsiteY9-438" fmla="*/ 1069975 h 1127125"/>
                  <a:gd name="connsiteX10-439" fmla="*/ 228600 w 876300"/>
                  <a:gd name="connsiteY10-440" fmla="*/ 1127125 h 1127125"/>
                  <a:gd name="connsiteX11-441" fmla="*/ 403225 w 876300"/>
                  <a:gd name="connsiteY11-442" fmla="*/ 1082675 h 1127125"/>
                  <a:gd name="connsiteX12-443" fmla="*/ 857250 w 876300"/>
                  <a:gd name="connsiteY12-444" fmla="*/ 393700 h 1127125"/>
                  <a:gd name="connsiteX13-445" fmla="*/ 850900 w 876300"/>
                  <a:gd name="connsiteY13-446" fmla="*/ 390525 h 1127125"/>
                  <a:gd name="connsiteX14-447" fmla="*/ 876300 w 876300"/>
                  <a:gd name="connsiteY14-448" fmla="*/ 292100 h 1127125"/>
                  <a:gd name="connsiteX15-449" fmla="*/ 841375 w 876300"/>
                  <a:gd name="connsiteY15-450" fmla="*/ 149225 h 1127125"/>
                  <a:gd name="connsiteX16-451" fmla="*/ 727075 w 876300"/>
                  <a:gd name="connsiteY16-452" fmla="*/ 53975 h 1127125"/>
                  <a:gd name="connsiteX17-453" fmla="*/ 577850 w 876300"/>
                  <a:gd name="connsiteY17-454" fmla="*/ 0 h 1127125"/>
                  <a:gd name="connsiteX18-455" fmla="*/ 466725 w 876300"/>
                  <a:gd name="connsiteY18-456" fmla="*/ 0 h 1127125"/>
                  <a:gd name="connsiteX0-457" fmla="*/ 466725 w 876300"/>
                  <a:gd name="connsiteY0-458" fmla="*/ 0 h 1122363"/>
                  <a:gd name="connsiteX1-459" fmla="*/ 320675 w 876300"/>
                  <a:gd name="connsiteY1-460" fmla="*/ 111125 h 1122363"/>
                  <a:gd name="connsiteX2-461" fmla="*/ 139700 w 876300"/>
                  <a:gd name="connsiteY2-462" fmla="*/ 269875 h 1122363"/>
                  <a:gd name="connsiteX3-463" fmla="*/ 22225 w 876300"/>
                  <a:gd name="connsiteY3-464" fmla="*/ 393700 h 1122363"/>
                  <a:gd name="connsiteX4-465" fmla="*/ 0 w 876300"/>
                  <a:gd name="connsiteY4-466" fmla="*/ 460375 h 1122363"/>
                  <a:gd name="connsiteX5-467" fmla="*/ 53975 w 876300"/>
                  <a:gd name="connsiteY5-468" fmla="*/ 504825 h 1122363"/>
                  <a:gd name="connsiteX6-469" fmla="*/ 323850 w 876300"/>
                  <a:gd name="connsiteY6-470" fmla="*/ 631825 h 1122363"/>
                  <a:gd name="connsiteX7-471" fmla="*/ 454025 w 876300"/>
                  <a:gd name="connsiteY7-472" fmla="*/ 758825 h 1122363"/>
                  <a:gd name="connsiteX8-473" fmla="*/ 454025 w 876300"/>
                  <a:gd name="connsiteY8-474" fmla="*/ 962025 h 1122363"/>
                  <a:gd name="connsiteX9-475" fmla="*/ 346075 w 876300"/>
                  <a:gd name="connsiteY9-476" fmla="*/ 1069975 h 1122363"/>
                  <a:gd name="connsiteX10-477" fmla="*/ 223838 w 876300"/>
                  <a:gd name="connsiteY10-478" fmla="*/ 1122363 h 1122363"/>
                  <a:gd name="connsiteX11-479" fmla="*/ 403225 w 876300"/>
                  <a:gd name="connsiteY11-480" fmla="*/ 1082675 h 1122363"/>
                  <a:gd name="connsiteX12-481" fmla="*/ 857250 w 876300"/>
                  <a:gd name="connsiteY12-482" fmla="*/ 393700 h 1122363"/>
                  <a:gd name="connsiteX13-483" fmla="*/ 850900 w 876300"/>
                  <a:gd name="connsiteY13-484" fmla="*/ 390525 h 1122363"/>
                  <a:gd name="connsiteX14-485" fmla="*/ 876300 w 876300"/>
                  <a:gd name="connsiteY14-486" fmla="*/ 292100 h 1122363"/>
                  <a:gd name="connsiteX15-487" fmla="*/ 841375 w 876300"/>
                  <a:gd name="connsiteY15-488" fmla="*/ 149225 h 1122363"/>
                  <a:gd name="connsiteX16-489" fmla="*/ 727075 w 876300"/>
                  <a:gd name="connsiteY16-490" fmla="*/ 53975 h 1122363"/>
                  <a:gd name="connsiteX17-491" fmla="*/ 577850 w 876300"/>
                  <a:gd name="connsiteY17-492" fmla="*/ 0 h 1122363"/>
                  <a:gd name="connsiteX18-493" fmla="*/ 466725 w 876300"/>
                  <a:gd name="connsiteY18-494" fmla="*/ 0 h 1122363"/>
                  <a:gd name="connsiteX0-495" fmla="*/ 466725 w 876300"/>
                  <a:gd name="connsiteY0-496" fmla="*/ 0 h 1122363"/>
                  <a:gd name="connsiteX1-497" fmla="*/ 320675 w 876300"/>
                  <a:gd name="connsiteY1-498" fmla="*/ 111125 h 1122363"/>
                  <a:gd name="connsiteX2-499" fmla="*/ 139700 w 876300"/>
                  <a:gd name="connsiteY2-500" fmla="*/ 269875 h 1122363"/>
                  <a:gd name="connsiteX3-501" fmla="*/ 22225 w 876300"/>
                  <a:gd name="connsiteY3-502" fmla="*/ 393700 h 1122363"/>
                  <a:gd name="connsiteX4-503" fmla="*/ 0 w 876300"/>
                  <a:gd name="connsiteY4-504" fmla="*/ 460375 h 1122363"/>
                  <a:gd name="connsiteX5-505" fmla="*/ 53975 w 876300"/>
                  <a:gd name="connsiteY5-506" fmla="*/ 504825 h 1122363"/>
                  <a:gd name="connsiteX6-507" fmla="*/ 323850 w 876300"/>
                  <a:gd name="connsiteY6-508" fmla="*/ 631825 h 1122363"/>
                  <a:gd name="connsiteX7-509" fmla="*/ 454025 w 876300"/>
                  <a:gd name="connsiteY7-510" fmla="*/ 758825 h 1122363"/>
                  <a:gd name="connsiteX8-511" fmla="*/ 454025 w 876300"/>
                  <a:gd name="connsiteY8-512" fmla="*/ 962025 h 1122363"/>
                  <a:gd name="connsiteX9-513" fmla="*/ 346075 w 876300"/>
                  <a:gd name="connsiteY9-514" fmla="*/ 1069975 h 1122363"/>
                  <a:gd name="connsiteX10-515" fmla="*/ 223838 w 876300"/>
                  <a:gd name="connsiteY10-516" fmla="*/ 1122363 h 1122363"/>
                  <a:gd name="connsiteX11-517" fmla="*/ 386556 w 876300"/>
                  <a:gd name="connsiteY11-518" fmla="*/ 1063625 h 1122363"/>
                  <a:gd name="connsiteX12-519" fmla="*/ 857250 w 876300"/>
                  <a:gd name="connsiteY12-520" fmla="*/ 393700 h 1122363"/>
                  <a:gd name="connsiteX13-521" fmla="*/ 850900 w 876300"/>
                  <a:gd name="connsiteY13-522" fmla="*/ 390525 h 1122363"/>
                  <a:gd name="connsiteX14-523" fmla="*/ 876300 w 876300"/>
                  <a:gd name="connsiteY14-524" fmla="*/ 292100 h 1122363"/>
                  <a:gd name="connsiteX15-525" fmla="*/ 841375 w 876300"/>
                  <a:gd name="connsiteY15-526" fmla="*/ 149225 h 1122363"/>
                  <a:gd name="connsiteX16-527" fmla="*/ 727075 w 876300"/>
                  <a:gd name="connsiteY16-528" fmla="*/ 53975 h 1122363"/>
                  <a:gd name="connsiteX17-529" fmla="*/ 577850 w 876300"/>
                  <a:gd name="connsiteY17-530" fmla="*/ 0 h 1122363"/>
                  <a:gd name="connsiteX18-531" fmla="*/ 466725 w 876300"/>
                  <a:gd name="connsiteY18-532" fmla="*/ 0 h 1122363"/>
                  <a:gd name="connsiteX0-533" fmla="*/ 466725 w 876300"/>
                  <a:gd name="connsiteY0-534" fmla="*/ 0 h 1122363"/>
                  <a:gd name="connsiteX1-535" fmla="*/ 320675 w 876300"/>
                  <a:gd name="connsiteY1-536" fmla="*/ 111125 h 1122363"/>
                  <a:gd name="connsiteX2-537" fmla="*/ 139700 w 876300"/>
                  <a:gd name="connsiteY2-538" fmla="*/ 269875 h 1122363"/>
                  <a:gd name="connsiteX3-539" fmla="*/ 22225 w 876300"/>
                  <a:gd name="connsiteY3-540" fmla="*/ 393700 h 1122363"/>
                  <a:gd name="connsiteX4-541" fmla="*/ 0 w 876300"/>
                  <a:gd name="connsiteY4-542" fmla="*/ 460375 h 1122363"/>
                  <a:gd name="connsiteX5-543" fmla="*/ 53975 w 876300"/>
                  <a:gd name="connsiteY5-544" fmla="*/ 504825 h 1122363"/>
                  <a:gd name="connsiteX6-545" fmla="*/ 323850 w 876300"/>
                  <a:gd name="connsiteY6-546" fmla="*/ 631825 h 1122363"/>
                  <a:gd name="connsiteX7-547" fmla="*/ 454025 w 876300"/>
                  <a:gd name="connsiteY7-548" fmla="*/ 758825 h 1122363"/>
                  <a:gd name="connsiteX8-549" fmla="*/ 454025 w 876300"/>
                  <a:gd name="connsiteY8-550" fmla="*/ 962025 h 1122363"/>
                  <a:gd name="connsiteX9-551" fmla="*/ 346075 w 876300"/>
                  <a:gd name="connsiteY9-552" fmla="*/ 1069975 h 1122363"/>
                  <a:gd name="connsiteX10-553" fmla="*/ 223838 w 876300"/>
                  <a:gd name="connsiteY10-554" fmla="*/ 1122363 h 1122363"/>
                  <a:gd name="connsiteX11-555" fmla="*/ 422275 w 876300"/>
                  <a:gd name="connsiteY11-556" fmla="*/ 1030288 h 1122363"/>
                  <a:gd name="connsiteX12-557" fmla="*/ 857250 w 876300"/>
                  <a:gd name="connsiteY12-558" fmla="*/ 393700 h 1122363"/>
                  <a:gd name="connsiteX13-559" fmla="*/ 850900 w 876300"/>
                  <a:gd name="connsiteY13-560" fmla="*/ 390525 h 1122363"/>
                  <a:gd name="connsiteX14-561" fmla="*/ 876300 w 876300"/>
                  <a:gd name="connsiteY14-562" fmla="*/ 292100 h 1122363"/>
                  <a:gd name="connsiteX15-563" fmla="*/ 841375 w 876300"/>
                  <a:gd name="connsiteY15-564" fmla="*/ 149225 h 1122363"/>
                  <a:gd name="connsiteX16-565" fmla="*/ 727075 w 876300"/>
                  <a:gd name="connsiteY16-566" fmla="*/ 53975 h 1122363"/>
                  <a:gd name="connsiteX17-567" fmla="*/ 577850 w 876300"/>
                  <a:gd name="connsiteY17-568" fmla="*/ 0 h 1122363"/>
                  <a:gd name="connsiteX18-569" fmla="*/ 466725 w 876300"/>
                  <a:gd name="connsiteY18-570" fmla="*/ 0 h 1122363"/>
                  <a:gd name="connsiteX0-571" fmla="*/ 466725 w 876300"/>
                  <a:gd name="connsiteY0-572" fmla="*/ 0 h 1122363"/>
                  <a:gd name="connsiteX1-573" fmla="*/ 320675 w 876300"/>
                  <a:gd name="connsiteY1-574" fmla="*/ 111125 h 1122363"/>
                  <a:gd name="connsiteX2-575" fmla="*/ 139700 w 876300"/>
                  <a:gd name="connsiteY2-576" fmla="*/ 269875 h 1122363"/>
                  <a:gd name="connsiteX3-577" fmla="*/ 22225 w 876300"/>
                  <a:gd name="connsiteY3-578" fmla="*/ 393700 h 1122363"/>
                  <a:gd name="connsiteX4-579" fmla="*/ 0 w 876300"/>
                  <a:gd name="connsiteY4-580" fmla="*/ 460375 h 1122363"/>
                  <a:gd name="connsiteX5-581" fmla="*/ 53975 w 876300"/>
                  <a:gd name="connsiteY5-582" fmla="*/ 504825 h 1122363"/>
                  <a:gd name="connsiteX6-583" fmla="*/ 323850 w 876300"/>
                  <a:gd name="connsiteY6-584" fmla="*/ 631825 h 1122363"/>
                  <a:gd name="connsiteX7-585" fmla="*/ 454025 w 876300"/>
                  <a:gd name="connsiteY7-586" fmla="*/ 758825 h 1122363"/>
                  <a:gd name="connsiteX8-587" fmla="*/ 454025 w 876300"/>
                  <a:gd name="connsiteY8-588" fmla="*/ 962025 h 1122363"/>
                  <a:gd name="connsiteX9-589" fmla="*/ 346075 w 876300"/>
                  <a:gd name="connsiteY9-590" fmla="*/ 1069975 h 1122363"/>
                  <a:gd name="connsiteX10-591" fmla="*/ 223838 w 876300"/>
                  <a:gd name="connsiteY10-592" fmla="*/ 1122363 h 1122363"/>
                  <a:gd name="connsiteX11-593" fmla="*/ 422275 w 876300"/>
                  <a:gd name="connsiteY11-594" fmla="*/ 1030288 h 1122363"/>
                  <a:gd name="connsiteX12-595" fmla="*/ 857250 w 876300"/>
                  <a:gd name="connsiteY12-596" fmla="*/ 393700 h 1122363"/>
                  <a:gd name="connsiteX13-597" fmla="*/ 860425 w 876300"/>
                  <a:gd name="connsiteY13-598" fmla="*/ 385763 h 1122363"/>
                  <a:gd name="connsiteX14-599" fmla="*/ 876300 w 876300"/>
                  <a:gd name="connsiteY14-600" fmla="*/ 292100 h 1122363"/>
                  <a:gd name="connsiteX15-601" fmla="*/ 841375 w 876300"/>
                  <a:gd name="connsiteY15-602" fmla="*/ 149225 h 1122363"/>
                  <a:gd name="connsiteX16-603" fmla="*/ 727075 w 876300"/>
                  <a:gd name="connsiteY16-604" fmla="*/ 53975 h 1122363"/>
                  <a:gd name="connsiteX17-605" fmla="*/ 577850 w 876300"/>
                  <a:gd name="connsiteY17-606" fmla="*/ 0 h 1122363"/>
                  <a:gd name="connsiteX18-607" fmla="*/ 466725 w 876300"/>
                  <a:gd name="connsiteY18-608" fmla="*/ 0 h 1122363"/>
                  <a:gd name="connsiteX0-609" fmla="*/ 466725 w 876300"/>
                  <a:gd name="connsiteY0-610" fmla="*/ 0 h 1122363"/>
                  <a:gd name="connsiteX1-611" fmla="*/ 320675 w 876300"/>
                  <a:gd name="connsiteY1-612" fmla="*/ 111125 h 1122363"/>
                  <a:gd name="connsiteX2-613" fmla="*/ 139700 w 876300"/>
                  <a:gd name="connsiteY2-614" fmla="*/ 269875 h 1122363"/>
                  <a:gd name="connsiteX3-615" fmla="*/ 22225 w 876300"/>
                  <a:gd name="connsiteY3-616" fmla="*/ 393700 h 1122363"/>
                  <a:gd name="connsiteX4-617" fmla="*/ 0 w 876300"/>
                  <a:gd name="connsiteY4-618" fmla="*/ 460375 h 1122363"/>
                  <a:gd name="connsiteX5-619" fmla="*/ 53975 w 876300"/>
                  <a:gd name="connsiteY5-620" fmla="*/ 504825 h 1122363"/>
                  <a:gd name="connsiteX6-621" fmla="*/ 323850 w 876300"/>
                  <a:gd name="connsiteY6-622" fmla="*/ 631825 h 1122363"/>
                  <a:gd name="connsiteX7-623" fmla="*/ 454025 w 876300"/>
                  <a:gd name="connsiteY7-624" fmla="*/ 758825 h 1122363"/>
                  <a:gd name="connsiteX8-625" fmla="*/ 454025 w 876300"/>
                  <a:gd name="connsiteY8-626" fmla="*/ 962025 h 1122363"/>
                  <a:gd name="connsiteX9-627" fmla="*/ 346075 w 876300"/>
                  <a:gd name="connsiteY9-628" fmla="*/ 1069975 h 1122363"/>
                  <a:gd name="connsiteX10-629" fmla="*/ 223838 w 876300"/>
                  <a:gd name="connsiteY10-630" fmla="*/ 1122363 h 1122363"/>
                  <a:gd name="connsiteX11-631" fmla="*/ 422275 w 876300"/>
                  <a:gd name="connsiteY11-632" fmla="*/ 1030288 h 1122363"/>
                  <a:gd name="connsiteX12-633" fmla="*/ 857250 w 876300"/>
                  <a:gd name="connsiteY12-634" fmla="*/ 393700 h 1122363"/>
                  <a:gd name="connsiteX13-635" fmla="*/ 869950 w 876300"/>
                  <a:gd name="connsiteY13-636" fmla="*/ 376238 h 1122363"/>
                  <a:gd name="connsiteX14-637" fmla="*/ 876300 w 876300"/>
                  <a:gd name="connsiteY14-638" fmla="*/ 292100 h 1122363"/>
                  <a:gd name="connsiteX15-639" fmla="*/ 841375 w 876300"/>
                  <a:gd name="connsiteY15-640" fmla="*/ 149225 h 1122363"/>
                  <a:gd name="connsiteX16-641" fmla="*/ 727075 w 876300"/>
                  <a:gd name="connsiteY16-642" fmla="*/ 53975 h 1122363"/>
                  <a:gd name="connsiteX17-643" fmla="*/ 577850 w 876300"/>
                  <a:gd name="connsiteY17-644" fmla="*/ 0 h 1122363"/>
                  <a:gd name="connsiteX18-645" fmla="*/ 466725 w 876300"/>
                  <a:gd name="connsiteY18-646" fmla="*/ 0 h 1122363"/>
                  <a:gd name="connsiteX0-647" fmla="*/ 466725 w 876300"/>
                  <a:gd name="connsiteY0-648" fmla="*/ 0 h 1122363"/>
                  <a:gd name="connsiteX1-649" fmla="*/ 320675 w 876300"/>
                  <a:gd name="connsiteY1-650" fmla="*/ 111125 h 1122363"/>
                  <a:gd name="connsiteX2-651" fmla="*/ 139700 w 876300"/>
                  <a:gd name="connsiteY2-652" fmla="*/ 269875 h 1122363"/>
                  <a:gd name="connsiteX3-653" fmla="*/ 22225 w 876300"/>
                  <a:gd name="connsiteY3-654" fmla="*/ 393700 h 1122363"/>
                  <a:gd name="connsiteX4-655" fmla="*/ 0 w 876300"/>
                  <a:gd name="connsiteY4-656" fmla="*/ 460375 h 1122363"/>
                  <a:gd name="connsiteX5-657" fmla="*/ 53975 w 876300"/>
                  <a:gd name="connsiteY5-658" fmla="*/ 504825 h 1122363"/>
                  <a:gd name="connsiteX6-659" fmla="*/ 323850 w 876300"/>
                  <a:gd name="connsiteY6-660" fmla="*/ 631825 h 1122363"/>
                  <a:gd name="connsiteX7-661" fmla="*/ 454025 w 876300"/>
                  <a:gd name="connsiteY7-662" fmla="*/ 758825 h 1122363"/>
                  <a:gd name="connsiteX8-663" fmla="*/ 454025 w 876300"/>
                  <a:gd name="connsiteY8-664" fmla="*/ 962025 h 1122363"/>
                  <a:gd name="connsiteX9-665" fmla="*/ 346075 w 876300"/>
                  <a:gd name="connsiteY9-666" fmla="*/ 1069975 h 1122363"/>
                  <a:gd name="connsiteX10-667" fmla="*/ 223838 w 876300"/>
                  <a:gd name="connsiteY10-668" fmla="*/ 1122363 h 1122363"/>
                  <a:gd name="connsiteX11-669" fmla="*/ 422275 w 876300"/>
                  <a:gd name="connsiteY11-670" fmla="*/ 1030288 h 1122363"/>
                  <a:gd name="connsiteX12-671" fmla="*/ 869950 w 876300"/>
                  <a:gd name="connsiteY12-672" fmla="*/ 376238 h 1122363"/>
                  <a:gd name="connsiteX13-673" fmla="*/ 876300 w 876300"/>
                  <a:gd name="connsiteY13-674" fmla="*/ 292100 h 1122363"/>
                  <a:gd name="connsiteX14-675" fmla="*/ 841375 w 876300"/>
                  <a:gd name="connsiteY14-676" fmla="*/ 149225 h 1122363"/>
                  <a:gd name="connsiteX15-677" fmla="*/ 727075 w 876300"/>
                  <a:gd name="connsiteY15-678" fmla="*/ 53975 h 1122363"/>
                  <a:gd name="connsiteX16-679" fmla="*/ 577850 w 876300"/>
                  <a:gd name="connsiteY16-680" fmla="*/ 0 h 1122363"/>
                  <a:gd name="connsiteX17-681" fmla="*/ 466725 w 876300"/>
                  <a:gd name="connsiteY17-682" fmla="*/ 0 h 1122363"/>
                  <a:gd name="connsiteX0-683" fmla="*/ 466725 w 876300"/>
                  <a:gd name="connsiteY0-684" fmla="*/ 0 h 1122363"/>
                  <a:gd name="connsiteX1-685" fmla="*/ 320675 w 876300"/>
                  <a:gd name="connsiteY1-686" fmla="*/ 111125 h 1122363"/>
                  <a:gd name="connsiteX2-687" fmla="*/ 139700 w 876300"/>
                  <a:gd name="connsiteY2-688" fmla="*/ 269875 h 1122363"/>
                  <a:gd name="connsiteX3-689" fmla="*/ 22225 w 876300"/>
                  <a:gd name="connsiteY3-690" fmla="*/ 393700 h 1122363"/>
                  <a:gd name="connsiteX4-691" fmla="*/ 0 w 876300"/>
                  <a:gd name="connsiteY4-692" fmla="*/ 460375 h 1122363"/>
                  <a:gd name="connsiteX5-693" fmla="*/ 53975 w 876300"/>
                  <a:gd name="connsiteY5-694" fmla="*/ 504825 h 1122363"/>
                  <a:gd name="connsiteX6-695" fmla="*/ 323850 w 876300"/>
                  <a:gd name="connsiteY6-696" fmla="*/ 631825 h 1122363"/>
                  <a:gd name="connsiteX7-697" fmla="*/ 454025 w 876300"/>
                  <a:gd name="connsiteY7-698" fmla="*/ 758825 h 1122363"/>
                  <a:gd name="connsiteX8-699" fmla="*/ 454025 w 876300"/>
                  <a:gd name="connsiteY8-700" fmla="*/ 962025 h 1122363"/>
                  <a:gd name="connsiteX9-701" fmla="*/ 346075 w 876300"/>
                  <a:gd name="connsiteY9-702" fmla="*/ 1069975 h 1122363"/>
                  <a:gd name="connsiteX10-703" fmla="*/ 223838 w 876300"/>
                  <a:gd name="connsiteY10-704" fmla="*/ 1122363 h 1122363"/>
                  <a:gd name="connsiteX11-705" fmla="*/ 422275 w 876300"/>
                  <a:gd name="connsiteY11-706" fmla="*/ 1030288 h 1122363"/>
                  <a:gd name="connsiteX12-707" fmla="*/ 869950 w 876300"/>
                  <a:gd name="connsiteY12-708" fmla="*/ 376238 h 1122363"/>
                  <a:gd name="connsiteX13-709" fmla="*/ 876300 w 876300"/>
                  <a:gd name="connsiteY13-710" fmla="*/ 292100 h 1122363"/>
                  <a:gd name="connsiteX14-711" fmla="*/ 841375 w 876300"/>
                  <a:gd name="connsiteY14-712" fmla="*/ 149225 h 1122363"/>
                  <a:gd name="connsiteX15-713" fmla="*/ 727075 w 876300"/>
                  <a:gd name="connsiteY15-714" fmla="*/ 53975 h 1122363"/>
                  <a:gd name="connsiteX16-715" fmla="*/ 577850 w 876300"/>
                  <a:gd name="connsiteY16-716" fmla="*/ 0 h 1122363"/>
                  <a:gd name="connsiteX17-717" fmla="*/ 466725 w 876300"/>
                  <a:gd name="connsiteY17-718" fmla="*/ 0 h 1122363"/>
                  <a:gd name="connsiteX0-719" fmla="*/ 466725 w 876311"/>
                  <a:gd name="connsiteY0-720" fmla="*/ 0 h 1122363"/>
                  <a:gd name="connsiteX1-721" fmla="*/ 320675 w 876311"/>
                  <a:gd name="connsiteY1-722" fmla="*/ 111125 h 1122363"/>
                  <a:gd name="connsiteX2-723" fmla="*/ 139700 w 876311"/>
                  <a:gd name="connsiteY2-724" fmla="*/ 269875 h 1122363"/>
                  <a:gd name="connsiteX3-725" fmla="*/ 22225 w 876311"/>
                  <a:gd name="connsiteY3-726" fmla="*/ 393700 h 1122363"/>
                  <a:gd name="connsiteX4-727" fmla="*/ 0 w 876311"/>
                  <a:gd name="connsiteY4-728" fmla="*/ 460375 h 1122363"/>
                  <a:gd name="connsiteX5-729" fmla="*/ 53975 w 876311"/>
                  <a:gd name="connsiteY5-730" fmla="*/ 504825 h 1122363"/>
                  <a:gd name="connsiteX6-731" fmla="*/ 323850 w 876311"/>
                  <a:gd name="connsiteY6-732" fmla="*/ 631825 h 1122363"/>
                  <a:gd name="connsiteX7-733" fmla="*/ 454025 w 876311"/>
                  <a:gd name="connsiteY7-734" fmla="*/ 758825 h 1122363"/>
                  <a:gd name="connsiteX8-735" fmla="*/ 454025 w 876311"/>
                  <a:gd name="connsiteY8-736" fmla="*/ 962025 h 1122363"/>
                  <a:gd name="connsiteX9-737" fmla="*/ 346075 w 876311"/>
                  <a:gd name="connsiteY9-738" fmla="*/ 1069975 h 1122363"/>
                  <a:gd name="connsiteX10-739" fmla="*/ 223838 w 876311"/>
                  <a:gd name="connsiteY10-740" fmla="*/ 1122363 h 1122363"/>
                  <a:gd name="connsiteX11-741" fmla="*/ 422275 w 876311"/>
                  <a:gd name="connsiteY11-742" fmla="*/ 1030288 h 1122363"/>
                  <a:gd name="connsiteX12-743" fmla="*/ 869950 w 876311"/>
                  <a:gd name="connsiteY12-744" fmla="*/ 376238 h 1122363"/>
                  <a:gd name="connsiteX13-745" fmla="*/ 876300 w 876311"/>
                  <a:gd name="connsiteY13-746" fmla="*/ 292100 h 1122363"/>
                  <a:gd name="connsiteX14-747" fmla="*/ 841375 w 876311"/>
                  <a:gd name="connsiteY14-748" fmla="*/ 149225 h 1122363"/>
                  <a:gd name="connsiteX15-749" fmla="*/ 727075 w 876311"/>
                  <a:gd name="connsiteY15-750" fmla="*/ 53975 h 1122363"/>
                  <a:gd name="connsiteX16-751" fmla="*/ 577850 w 876311"/>
                  <a:gd name="connsiteY16-752" fmla="*/ 0 h 1122363"/>
                  <a:gd name="connsiteX17-753" fmla="*/ 466725 w 876311"/>
                  <a:gd name="connsiteY17-754" fmla="*/ 0 h 1122363"/>
                  <a:gd name="connsiteX0-755" fmla="*/ 466725 w 876311"/>
                  <a:gd name="connsiteY0-756" fmla="*/ 0 h 1122363"/>
                  <a:gd name="connsiteX1-757" fmla="*/ 320675 w 876311"/>
                  <a:gd name="connsiteY1-758" fmla="*/ 111125 h 1122363"/>
                  <a:gd name="connsiteX2-759" fmla="*/ 139700 w 876311"/>
                  <a:gd name="connsiteY2-760" fmla="*/ 269875 h 1122363"/>
                  <a:gd name="connsiteX3-761" fmla="*/ 22225 w 876311"/>
                  <a:gd name="connsiteY3-762" fmla="*/ 393700 h 1122363"/>
                  <a:gd name="connsiteX4-763" fmla="*/ 0 w 876311"/>
                  <a:gd name="connsiteY4-764" fmla="*/ 460375 h 1122363"/>
                  <a:gd name="connsiteX5-765" fmla="*/ 53975 w 876311"/>
                  <a:gd name="connsiteY5-766" fmla="*/ 504825 h 1122363"/>
                  <a:gd name="connsiteX6-767" fmla="*/ 323850 w 876311"/>
                  <a:gd name="connsiteY6-768" fmla="*/ 631825 h 1122363"/>
                  <a:gd name="connsiteX7-769" fmla="*/ 454025 w 876311"/>
                  <a:gd name="connsiteY7-770" fmla="*/ 758825 h 1122363"/>
                  <a:gd name="connsiteX8-771" fmla="*/ 454025 w 876311"/>
                  <a:gd name="connsiteY8-772" fmla="*/ 962025 h 1122363"/>
                  <a:gd name="connsiteX9-773" fmla="*/ 346075 w 876311"/>
                  <a:gd name="connsiteY9-774" fmla="*/ 1069975 h 1122363"/>
                  <a:gd name="connsiteX10-775" fmla="*/ 223838 w 876311"/>
                  <a:gd name="connsiteY10-776" fmla="*/ 1122363 h 1122363"/>
                  <a:gd name="connsiteX11-777" fmla="*/ 422275 w 876311"/>
                  <a:gd name="connsiteY11-778" fmla="*/ 1030288 h 1122363"/>
                  <a:gd name="connsiteX12-779" fmla="*/ 869950 w 876311"/>
                  <a:gd name="connsiteY12-780" fmla="*/ 376238 h 1122363"/>
                  <a:gd name="connsiteX13-781" fmla="*/ 876300 w 876311"/>
                  <a:gd name="connsiteY13-782" fmla="*/ 292100 h 1122363"/>
                  <a:gd name="connsiteX14-783" fmla="*/ 841375 w 876311"/>
                  <a:gd name="connsiteY14-784" fmla="*/ 149225 h 1122363"/>
                  <a:gd name="connsiteX15-785" fmla="*/ 727075 w 876311"/>
                  <a:gd name="connsiteY15-786" fmla="*/ 53975 h 1122363"/>
                  <a:gd name="connsiteX16-787" fmla="*/ 577850 w 876311"/>
                  <a:gd name="connsiteY16-788" fmla="*/ 0 h 1122363"/>
                  <a:gd name="connsiteX17-789" fmla="*/ 466725 w 876311"/>
                  <a:gd name="connsiteY17-790" fmla="*/ 0 h 1122363"/>
                  <a:gd name="connsiteX0-791" fmla="*/ 466725 w 876311"/>
                  <a:gd name="connsiteY0-792" fmla="*/ 0 h 1122363"/>
                  <a:gd name="connsiteX1-793" fmla="*/ 320675 w 876311"/>
                  <a:gd name="connsiteY1-794" fmla="*/ 111125 h 1122363"/>
                  <a:gd name="connsiteX2-795" fmla="*/ 139700 w 876311"/>
                  <a:gd name="connsiteY2-796" fmla="*/ 269875 h 1122363"/>
                  <a:gd name="connsiteX3-797" fmla="*/ 22225 w 876311"/>
                  <a:gd name="connsiteY3-798" fmla="*/ 393700 h 1122363"/>
                  <a:gd name="connsiteX4-799" fmla="*/ 0 w 876311"/>
                  <a:gd name="connsiteY4-800" fmla="*/ 460375 h 1122363"/>
                  <a:gd name="connsiteX5-801" fmla="*/ 53975 w 876311"/>
                  <a:gd name="connsiteY5-802" fmla="*/ 504825 h 1122363"/>
                  <a:gd name="connsiteX6-803" fmla="*/ 323850 w 876311"/>
                  <a:gd name="connsiteY6-804" fmla="*/ 631825 h 1122363"/>
                  <a:gd name="connsiteX7-805" fmla="*/ 454025 w 876311"/>
                  <a:gd name="connsiteY7-806" fmla="*/ 758825 h 1122363"/>
                  <a:gd name="connsiteX8-807" fmla="*/ 454025 w 876311"/>
                  <a:gd name="connsiteY8-808" fmla="*/ 962025 h 1122363"/>
                  <a:gd name="connsiteX9-809" fmla="*/ 346075 w 876311"/>
                  <a:gd name="connsiteY9-810" fmla="*/ 1069975 h 1122363"/>
                  <a:gd name="connsiteX10-811" fmla="*/ 223838 w 876311"/>
                  <a:gd name="connsiteY10-812" fmla="*/ 1122363 h 1122363"/>
                  <a:gd name="connsiteX11-813" fmla="*/ 422275 w 876311"/>
                  <a:gd name="connsiteY11-814" fmla="*/ 1030288 h 1122363"/>
                  <a:gd name="connsiteX12-815" fmla="*/ 869950 w 876311"/>
                  <a:gd name="connsiteY12-816" fmla="*/ 376238 h 1122363"/>
                  <a:gd name="connsiteX13-817" fmla="*/ 876300 w 876311"/>
                  <a:gd name="connsiteY13-818" fmla="*/ 292100 h 1122363"/>
                  <a:gd name="connsiteX14-819" fmla="*/ 841375 w 876311"/>
                  <a:gd name="connsiteY14-820" fmla="*/ 149225 h 1122363"/>
                  <a:gd name="connsiteX15-821" fmla="*/ 727075 w 876311"/>
                  <a:gd name="connsiteY15-822" fmla="*/ 53975 h 1122363"/>
                  <a:gd name="connsiteX16-823" fmla="*/ 577850 w 876311"/>
                  <a:gd name="connsiteY16-824" fmla="*/ 0 h 1122363"/>
                  <a:gd name="connsiteX17-825" fmla="*/ 466725 w 876311"/>
                  <a:gd name="connsiteY17-826" fmla="*/ 0 h 1122363"/>
                  <a:gd name="connsiteX0-827" fmla="*/ 466725 w 876311"/>
                  <a:gd name="connsiteY0-828" fmla="*/ 0 h 1122363"/>
                  <a:gd name="connsiteX1-829" fmla="*/ 320675 w 876311"/>
                  <a:gd name="connsiteY1-830" fmla="*/ 111125 h 1122363"/>
                  <a:gd name="connsiteX2-831" fmla="*/ 139700 w 876311"/>
                  <a:gd name="connsiteY2-832" fmla="*/ 269875 h 1122363"/>
                  <a:gd name="connsiteX3-833" fmla="*/ 22225 w 876311"/>
                  <a:gd name="connsiteY3-834" fmla="*/ 393700 h 1122363"/>
                  <a:gd name="connsiteX4-835" fmla="*/ 0 w 876311"/>
                  <a:gd name="connsiteY4-836" fmla="*/ 460375 h 1122363"/>
                  <a:gd name="connsiteX5-837" fmla="*/ 53975 w 876311"/>
                  <a:gd name="connsiteY5-838" fmla="*/ 504825 h 1122363"/>
                  <a:gd name="connsiteX6-839" fmla="*/ 323850 w 876311"/>
                  <a:gd name="connsiteY6-840" fmla="*/ 631825 h 1122363"/>
                  <a:gd name="connsiteX7-841" fmla="*/ 454025 w 876311"/>
                  <a:gd name="connsiteY7-842" fmla="*/ 758825 h 1122363"/>
                  <a:gd name="connsiteX8-843" fmla="*/ 454025 w 876311"/>
                  <a:gd name="connsiteY8-844" fmla="*/ 962025 h 1122363"/>
                  <a:gd name="connsiteX9-845" fmla="*/ 346075 w 876311"/>
                  <a:gd name="connsiteY9-846" fmla="*/ 1069975 h 1122363"/>
                  <a:gd name="connsiteX10-847" fmla="*/ 223838 w 876311"/>
                  <a:gd name="connsiteY10-848" fmla="*/ 1122363 h 1122363"/>
                  <a:gd name="connsiteX11-849" fmla="*/ 422275 w 876311"/>
                  <a:gd name="connsiteY11-850" fmla="*/ 1030288 h 1122363"/>
                  <a:gd name="connsiteX12-851" fmla="*/ 869950 w 876311"/>
                  <a:gd name="connsiteY12-852" fmla="*/ 376238 h 1122363"/>
                  <a:gd name="connsiteX13-853" fmla="*/ 876300 w 876311"/>
                  <a:gd name="connsiteY13-854" fmla="*/ 292100 h 1122363"/>
                  <a:gd name="connsiteX14-855" fmla="*/ 841375 w 876311"/>
                  <a:gd name="connsiteY14-856" fmla="*/ 149225 h 1122363"/>
                  <a:gd name="connsiteX15-857" fmla="*/ 727075 w 876311"/>
                  <a:gd name="connsiteY15-858" fmla="*/ 53975 h 1122363"/>
                  <a:gd name="connsiteX16-859" fmla="*/ 577850 w 876311"/>
                  <a:gd name="connsiteY16-860" fmla="*/ 0 h 1122363"/>
                  <a:gd name="connsiteX17-861" fmla="*/ 466725 w 876311"/>
                  <a:gd name="connsiteY17-862" fmla="*/ 0 h 1122363"/>
                  <a:gd name="connsiteX0-863" fmla="*/ 466725 w 876311"/>
                  <a:gd name="connsiteY0-864" fmla="*/ 0 h 1122363"/>
                  <a:gd name="connsiteX1-865" fmla="*/ 320675 w 876311"/>
                  <a:gd name="connsiteY1-866" fmla="*/ 111125 h 1122363"/>
                  <a:gd name="connsiteX2-867" fmla="*/ 139700 w 876311"/>
                  <a:gd name="connsiteY2-868" fmla="*/ 269875 h 1122363"/>
                  <a:gd name="connsiteX3-869" fmla="*/ 22225 w 876311"/>
                  <a:gd name="connsiteY3-870" fmla="*/ 393700 h 1122363"/>
                  <a:gd name="connsiteX4-871" fmla="*/ 0 w 876311"/>
                  <a:gd name="connsiteY4-872" fmla="*/ 460375 h 1122363"/>
                  <a:gd name="connsiteX5-873" fmla="*/ 53975 w 876311"/>
                  <a:gd name="connsiteY5-874" fmla="*/ 504825 h 1122363"/>
                  <a:gd name="connsiteX6-875" fmla="*/ 323850 w 876311"/>
                  <a:gd name="connsiteY6-876" fmla="*/ 631825 h 1122363"/>
                  <a:gd name="connsiteX7-877" fmla="*/ 454025 w 876311"/>
                  <a:gd name="connsiteY7-878" fmla="*/ 758825 h 1122363"/>
                  <a:gd name="connsiteX8-879" fmla="*/ 454025 w 876311"/>
                  <a:gd name="connsiteY8-880" fmla="*/ 962025 h 1122363"/>
                  <a:gd name="connsiteX9-881" fmla="*/ 346075 w 876311"/>
                  <a:gd name="connsiteY9-882" fmla="*/ 1069975 h 1122363"/>
                  <a:gd name="connsiteX10-883" fmla="*/ 223838 w 876311"/>
                  <a:gd name="connsiteY10-884" fmla="*/ 1122363 h 1122363"/>
                  <a:gd name="connsiteX11-885" fmla="*/ 422275 w 876311"/>
                  <a:gd name="connsiteY11-886" fmla="*/ 1030288 h 1122363"/>
                  <a:gd name="connsiteX12-887" fmla="*/ 869950 w 876311"/>
                  <a:gd name="connsiteY12-888" fmla="*/ 376238 h 1122363"/>
                  <a:gd name="connsiteX13-889" fmla="*/ 876300 w 876311"/>
                  <a:gd name="connsiteY13-890" fmla="*/ 292100 h 1122363"/>
                  <a:gd name="connsiteX14-891" fmla="*/ 841375 w 876311"/>
                  <a:gd name="connsiteY14-892" fmla="*/ 149225 h 1122363"/>
                  <a:gd name="connsiteX15-893" fmla="*/ 727075 w 876311"/>
                  <a:gd name="connsiteY15-894" fmla="*/ 53975 h 1122363"/>
                  <a:gd name="connsiteX16-895" fmla="*/ 577850 w 876311"/>
                  <a:gd name="connsiteY16-896" fmla="*/ 0 h 1122363"/>
                  <a:gd name="connsiteX17-897" fmla="*/ 466725 w 876311"/>
                  <a:gd name="connsiteY17-898" fmla="*/ 0 h 1122363"/>
                  <a:gd name="connsiteX0-899" fmla="*/ 466725 w 876311"/>
                  <a:gd name="connsiteY0-900" fmla="*/ 0 h 1122363"/>
                  <a:gd name="connsiteX1-901" fmla="*/ 320675 w 876311"/>
                  <a:gd name="connsiteY1-902" fmla="*/ 111125 h 1122363"/>
                  <a:gd name="connsiteX2-903" fmla="*/ 139700 w 876311"/>
                  <a:gd name="connsiteY2-904" fmla="*/ 269875 h 1122363"/>
                  <a:gd name="connsiteX3-905" fmla="*/ 22225 w 876311"/>
                  <a:gd name="connsiteY3-906" fmla="*/ 393700 h 1122363"/>
                  <a:gd name="connsiteX4-907" fmla="*/ 0 w 876311"/>
                  <a:gd name="connsiteY4-908" fmla="*/ 460375 h 1122363"/>
                  <a:gd name="connsiteX5-909" fmla="*/ 53975 w 876311"/>
                  <a:gd name="connsiteY5-910" fmla="*/ 504825 h 1122363"/>
                  <a:gd name="connsiteX6-911" fmla="*/ 323850 w 876311"/>
                  <a:gd name="connsiteY6-912" fmla="*/ 631825 h 1122363"/>
                  <a:gd name="connsiteX7-913" fmla="*/ 454025 w 876311"/>
                  <a:gd name="connsiteY7-914" fmla="*/ 758825 h 1122363"/>
                  <a:gd name="connsiteX8-915" fmla="*/ 454025 w 876311"/>
                  <a:gd name="connsiteY8-916" fmla="*/ 962025 h 1122363"/>
                  <a:gd name="connsiteX9-917" fmla="*/ 346075 w 876311"/>
                  <a:gd name="connsiteY9-918" fmla="*/ 1069975 h 1122363"/>
                  <a:gd name="connsiteX10-919" fmla="*/ 223838 w 876311"/>
                  <a:gd name="connsiteY10-920" fmla="*/ 1122363 h 1122363"/>
                  <a:gd name="connsiteX11-921" fmla="*/ 422275 w 876311"/>
                  <a:gd name="connsiteY11-922" fmla="*/ 1030288 h 1122363"/>
                  <a:gd name="connsiteX12-923" fmla="*/ 869950 w 876311"/>
                  <a:gd name="connsiteY12-924" fmla="*/ 376238 h 1122363"/>
                  <a:gd name="connsiteX13-925" fmla="*/ 876300 w 876311"/>
                  <a:gd name="connsiteY13-926" fmla="*/ 292100 h 1122363"/>
                  <a:gd name="connsiteX14-927" fmla="*/ 841375 w 876311"/>
                  <a:gd name="connsiteY14-928" fmla="*/ 149225 h 1122363"/>
                  <a:gd name="connsiteX15-929" fmla="*/ 727075 w 876311"/>
                  <a:gd name="connsiteY15-930" fmla="*/ 53975 h 1122363"/>
                  <a:gd name="connsiteX16-931" fmla="*/ 577850 w 876311"/>
                  <a:gd name="connsiteY16-932" fmla="*/ 0 h 1122363"/>
                  <a:gd name="connsiteX17-933" fmla="*/ 466725 w 876311"/>
                  <a:gd name="connsiteY17-934" fmla="*/ 0 h 1122363"/>
                  <a:gd name="connsiteX0-935" fmla="*/ 466725 w 876311"/>
                  <a:gd name="connsiteY0-936" fmla="*/ 3175 h 1125538"/>
                  <a:gd name="connsiteX1-937" fmla="*/ 320675 w 876311"/>
                  <a:gd name="connsiteY1-938" fmla="*/ 114300 h 1125538"/>
                  <a:gd name="connsiteX2-939" fmla="*/ 139700 w 876311"/>
                  <a:gd name="connsiteY2-940" fmla="*/ 273050 h 1125538"/>
                  <a:gd name="connsiteX3-941" fmla="*/ 22225 w 876311"/>
                  <a:gd name="connsiteY3-942" fmla="*/ 396875 h 1125538"/>
                  <a:gd name="connsiteX4-943" fmla="*/ 0 w 876311"/>
                  <a:gd name="connsiteY4-944" fmla="*/ 463550 h 1125538"/>
                  <a:gd name="connsiteX5-945" fmla="*/ 53975 w 876311"/>
                  <a:gd name="connsiteY5-946" fmla="*/ 508000 h 1125538"/>
                  <a:gd name="connsiteX6-947" fmla="*/ 323850 w 876311"/>
                  <a:gd name="connsiteY6-948" fmla="*/ 635000 h 1125538"/>
                  <a:gd name="connsiteX7-949" fmla="*/ 454025 w 876311"/>
                  <a:gd name="connsiteY7-950" fmla="*/ 762000 h 1125538"/>
                  <a:gd name="connsiteX8-951" fmla="*/ 454025 w 876311"/>
                  <a:gd name="connsiteY8-952" fmla="*/ 965200 h 1125538"/>
                  <a:gd name="connsiteX9-953" fmla="*/ 346075 w 876311"/>
                  <a:gd name="connsiteY9-954" fmla="*/ 1073150 h 1125538"/>
                  <a:gd name="connsiteX10-955" fmla="*/ 223838 w 876311"/>
                  <a:gd name="connsiteY10-956" fmla="*/ 1125538 h 1125538"/>
                  <a:gd name="connsiteX11-957" fmla="*/ 422275 w 876311"/>
                  <a:gd name="connsiteY11-958" fmla="*/ 1033463 h 1125538"/>
                  <a:gd name="connsiteX12-959" fmla="*/ 869950 w 876311"/>
                  <a:gd name="connsiteY12-960" fmla="*/ 379413 h 1125538"/>
                  <a:gd name="connsiteX13-961" fmla="*/ 876300 w 876311"/>
                  <a:gd name="connsiteY13-962" fmla="*/ 295275 h 1125538"/>
                  <a:gd name="connsiteX14-963" fmla="*/ 841375 w 876311"/>
                  <a:gd name="connsiteY14-964" fmla="*/ 152400 h 1125538"/>
                  <a:gd name="connsiteX15-965" fmla="*/ 727075 w 876311"/>
                  <a:gd name="connsiteY15-966" fmla="*/ 57150 h 1125538"/>
                  <a:gd name="connsiteX16-967" fmla="*/ 577850 w 876311"/>
                  <a:gd name="connsiteY16-968" fmla="*/ 3175 h 1125538"/>
                  <a:gd name="connsiteX17-969" fmla="*/ 466725 w 876311"/>
                  <a:gd name="connsiteY17-970" fmla="*/ 3175 h 1125538"/>
                  <a:gd name="connsiteX0-971" fmla="*/ 466725 w 876311"/>
                  <a:gd name="connsiteY0-972" fmla="*/ 5357 h 1127720"/>
                  <a:gd name="connsiteX1-973" fmla="*/ 320675 w 876311"/>
                  <a:gd name="connsiteY1-974" fmla="*/ 116482 h 1127720"/>
                  <a:gd name="connsiteX2-975" fmla="*/ 139700 w 876311"/>
                  <a:gd name="connsiteY2-976" fmla="*/ 275232 h 1127720"/>
                  <a:gd name="connsiteX3-977" fmla="*/ 22225 w 876311"/>
                  <a:gd name="connsiteY3-978" fmla="*/ 399057 h 1127720"/>
                  <a:gd name="connsiteX4-979" fmla="*/ 0 w 876311"/>
                  <a:gd name="connsiteY4-980" fmla="*/ 465732 h 1127720"/>
                  <a:gd name="connsiteX5-981" fmla="*/ 53975 w 876311"/>
                  <a:gd name="connsiteY5-982" fmla="*/ 510182 h 1127720"/>
                  <a:gd name="connsiteX6-983" fmla="*/ 323850 w 876311"/>
                  <a:gd name="connsiteY6-984" fmla="*/ 637182 h 1127720"/>
                  <a:gd name="connsiteX7-985" fmla="*/ 454025 w 876311"/>
                  <a:gd name="connsiteY7-986" fmla="*/ 764182 h 1127720"/>
                  <a:gd name="connsiteX8-987" fmla="*/ 454025 w 876311"/>
                  <a:gd name="connsiteY8-988" fmla="*/ 967382 h 1127720"/>
                  <a:gd name="connsiteX9-989" fmla="*/ 346075 w 876311"/>
                  <a:gd name="connsiteY9-990" fmla="*/ 1075332 h 1127720"/>
                  <a:gd name="connsiteX10-991" fmla="*/ 223838 w 876311"/>
                  <a:gd name="connsiteY10-992" fmla="*/ 1127720 h 1127720"/>
                  <a:gd name="connsiteX11-993" fmla="*/ 422275 w 876311"/>
                  <a:gd name="connsiteY11-994" fmla="*/ 1035645 h 1127720"/>
                  <a:gd name="connsiteX12-995" fmla="*/ 869950 w 876311"/>
                  <a:gd name="connsiteY12-996" fmla="*/ 381595 h 1127720"/>
                  <a:gd name="connsiteX13-997" fmla="*/ 876300 w 876311"/>
                  <a:gd name="connsiteY13-998" fmla="*/ 297457 h 1127720"/>
                  <a:gd name="connsiteX14-999" fmla="*/ 841375 w 876311"/>
                  <a:gd name="connsiteY14-1000" fmla="*/ 154582 h 1127720"/>
                  <a:gd name="connsiteX15-1001" fmla="*/ 727075 w 876311"/>
                  <a:gd name="connsiteY15-1002" fmla="*/ 59332 h 1127720"/>
                  <a:gd name="connsiteX16-1003" fmla="*/ 577850 w 876311"/>
                  <a:gd name="connsiteY16-1004" fmla="*/ 5357 h 1127720"/>
                  <a:gd name="connsiteX17-1005" fmla="*/ 466725 w 876311"/>
                  <a:gd name="connsiteY17-1006" fmla="*/ 5357 h 112772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</a:cxnLst>
                <a:rect l="l" t="t" r="r" b="b"/>
                <a:pathLst>
                  <a:path w="876311" h="1127720">
                    <a:moveTo>
                      <a:pt x="466725" y="5357"/>
                    </a:moveTo>
                    <a:lnTo>
                      <a:pt x="320675" y="116482"/>
                    </a:lnTo>
                    <a:lnTo>
                      <a:pt x="139700" y="275232"/>
                    </a:lnTo>
                    <a:lnTo>
                      <a:pt x="22225" y="399057"/>
                    </a:lnTo>
                    <a:lnTo>
                      <a:pt x="0" y="465732"/>
                    </a:lnTo>
                    <a:lnTo>
                      <a:pt x="53975" y="510182"/>
                    </a:lnTo>
                    <a:lnTo>
                      <a:pt x="323850" y="637182"/>
                    </a:lnTo>
                    <a:lnTo>
                      <a:pt x="454025" y="764182"/>
                    </a:lnTo>
                    <a:lnTo>
                      <a:pt x="454025" y="967382"/>
                    </a:lnTo>
                    <a:lnTo>
                      <a:pt x="346075" y="1075332"/>
                    </a:lnTo>
                    <a:lnTo>
                      <a:pt x="223838" y="1127720"/>
                    </a:lnTo>
                    <a:lnTo>
                      <a:pt x="422275" y="1035645"/>
                    </a:lnTo>
                    <a:lnTo>
                      <a:pt x="869950" y="381595"/>
                    </a:lnTo>
                    <a:cubicBezTo>
                      <a:pt x="872067" y="353549"/>
                      <a:pt x="876564" y="351697"/>
                      <a:pt x="876300" y="297457"/>
                    </a:cubicBezTo>
                    <a:cubicBezTo>
                      <a:pt x="867039" y="223638"/>
                      <a:pt x="874448" y="242688"/>
                      <a:pt x="841375" y="154582"/>
                    </a:cubicBezTo>
                    <a:cubicBezTo>
                      <a:pt x="793750" y="101400"/>
                      <a:pt x="777082" y="91082"/>
                      <a:pt x="727075" y="59332"/>
                    </a:cubicBezTo>
                    <a:cubicBezTo>
                      <a:pt x="672570" y="27052"/>
                      <a:pt x="651404" y="18586"/>
                      <a:pt x="577850" y="5357"/>
                    </a:cubicBezTo>
                    <a:cubicBezTo>
                      <a:pt x="516996" y="-1787"/>
                      <a:pt x="515673" y="-1786"/>
                      <a:pt x="466725" y="5357"/>
                    </a:cubicBezTo>
                    <a:close/>
                  </a:path>
                </a:pathLst>
              </a:custGeom>
              <a:gradFill flip="none" rotWithShape="1">
                <a:gsLst>
                  <a:gs pos="98000">
                    <a:schemeClr val="bg1">
                      <a:lumMod val="75000"/>
                    </a:schemeClr>
                  </a:gs>
                  <a:gs pos="50000">
                    <a:schemeClr val="bg1">
                      <a:lumMod val="95000"/>
                    </a:schemeClr>
                  </a:gs>
                  <a:gs pos="8000">
                    <a:schemeClr val="bg1">
                      <a:lumMod val="8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0" name="任意多边形 3">
                <a:extLst>
                  <a:ext uri="{FF2B5EF4-FFF2-40B4-BE49-F238E27FC236}">
                    <a16:creationId xmlns:a16="http://schemas.microsoft.com/office/drawing/2014/main" id="{4AEA107C-59E6-45DB-8543-3F6900ECCBDB}"/>
                  </a:ext>
                </a:extLst>
              </p:cNvPr>
              <p:cNvSpPr/>
              <p:nvPr/>
            </p:nvSpPr>
            <p:spPr bwMode="auto">
              <a:xfrm>
                <a:off x="3298563" y="2346033"/>
                <a:ext cx="1028476" cy="519721"/>
              </a:xfrm>
              <a:custGeom>
                <a:avLst/>
                <a:gdLst/>
                <a:ahLst/>
                <a:cxnLst/>
                <a:rect l="l" t="t" r="r" b="b"/>
                <a:pathLst>
                  <a:path w="1481140" h="749300">
                    <a:moveTo>
                      <a:pt x="1004096" y="0"/>
                    </a:moveTo>
                    <a:cubicBezTo>
                      <a:pt x="992454" y="26458"/>
                      <a:pt x="996688" y="17992"/>
                      <a:pt x="997746" y="60325"/>
                    </a:cubicBezTo>
                    <a:cubicBezTo>
                      <a:pt x="1014679" y="87578"/>
                      <a:pt x="1007006" y="87048"/>
                      <a:pt x="1048546" y="120650"/>
                    </a:cubicBezTo>
                    <a:cubicBezTo>
                      <a:pt x="1087439" y="132292"/>
                      <a:pt x="1095377" y="134409"/>
                      <a:pt x="1143796" y="155575"/>
                    </a:cubicBezTo>
                    <a:cubicBezTo>
                      <a:pt x="1203063" y="175683"/>
                      <a:pt x="1224229" y="195792"/>
                      <a:pt x="1264446" y="215900"/>
                    </a:cubicBezTo>
                    <a:cubicBezTo>
                      <a:pt x="1327416" y="252942"/>
                      <a:pt x="1341969" y="258233"/>
                      <a:pt x="1410496" y="327025"/>
                    </a:cubicBezTo>
                    <a:cubicBezTo>
                      <a:pt x="1462619" y="396610"/>
                      <a:pt x="1459973" y="365390"/>
                      <a:pt x="1481140" y="492919"/>
                    </a:cubicBezTo>
                    <a:cubicBezTo>
                      <a:pt x="1464207" y="614627"/>
                      <a:pt x="1458385" y="591079"/>
                      <a:pt x="1413671" y="655637"/>
                    </a:cubicBezTo>
                    <a:cubicBezTo>
                      <a:pt x="1327946" y="717020"/>
                      <a:pt x="1293021" y="728398"/>
                      <a:pt x="1223171" y="739775"/>
                    </a:cubicBezTo>
                    <a:lnTo>
                      <a:pt x="939221" y="744728"/>
                    </a:lnTo>
                    <a:lnTo>
                      <a:pt x="939802" y="747682"/>
                    </a:lnTo>
                    <a:lnTo>
                      <a:pt x="788927" y="747349"/>
                    </a:lnTo>
                    <a:lnTo>
                      <a:pt x="677071" y="749300"/>
                    </a:lnTo>
                    <a:cubicBezTo>
                      <a:pt x="677077" y="748567"/>
                      <a:pt x="677084" y="747835"/>
                      <a:pt x="677090" y="747102"/>
                    </a:cubicBezTo>
                    <a:lnTo>
                      <a:pt x="90700" y="745808"/>
                    </a:lnTo>
                    <a:cubicBezTo>
                      <a:pt x="40608" y="745808"/>
                      <a:pt x="0" y="705200"/>
                      <a:pt x="0" y="655108"/>
                    </a:cubicBezTo>
                    <a:lnTo>
                      <a:pt x="0" y="98508"/>
                    </a:lnTo>
                    <a:cubicBezTo>
                      <a:pt x="0" y="48416"/>
                      <a:pt x="40608" y="7808"/>
                      <a:pt x="90700" y="7808"/>
                    </a:cubicBezTo>
                    <a:lnTo>
                      <a:pt x="683404" y="5215"/>
                    </a:lnTo>
                    <a:lnTo>
                      <a:pt x="683421" y="3175"/>
                    </a:lnTo>
                    <a:close/>
                  </a:path>
                </a:pathLst>
              </a:custGeom>
              <a:solidFill>
                <a:srgbClr val="089DA3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1" name="TextBox 12">
                <a:extLst>
                  <a:ext uri="{FF2B5EF4-FFF2-40B4-BE49-F238E27FC236}">
                    <a16:creationId xmlns:a16="http://schemas.microsoft.com/office/drawing/2014/main" id="{FB567BCC-D87A-490B-8EE4-8633355BDC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04361" y="2336738"/>
                <a:ext cx="566181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3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DFPLiKingHei-XB" pitchFamily="34" charset="-120"/>
                  </a:rPr>
                  <a:t>03</a:t>
                </a:r>
                <a:endParaRPr lang="zh-CN" altLang="en-US" sz="3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DFPLiKingHei-XB" pitchFamily="34" charset="-120"/>
                </a:endParaRPr>
              </a:p>
            </p:txBody>
          </p:sp>
          <p:sp>
            <p:nvSpPr>
              <p:cNvPr id="82" name="AutoShape 96">
                <a:extLst>
                  <a:ext uri="{FF2B5EF4-FFF2-40B4-BE49-F238E27FC236}">
                    <a16:creationId xmlns:a16="http://schemas.microsoft.com/office/drawing/2014/main" id="{945552FA-DB40-4F20-9276-425307938650}"/>
                  </a:ext>
                </a:extLst>
              </p:cNvPr>
              <p:cNvSpPr/>
              <p:nvPr/>
            </p:nvSpPr>
            <p:spPr bwMode="auto">
              <a:xfrm>
                <a:off x="3505876" y="2428710"/>
                <a:ext cx="331691" cy="288612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8845" y="434"/>
                    </a:moveTo>
                    <a:cubicBezTo>
                      <a:pt x="19000" y="276"/>
                      <a:pt x="19186" y="194"/>
                      <a:pt x="19399" y="194"/>
                    </a:cubicBezTo>
                    <a:cubicBezTo>
                      <a:pt x="19670" y="194"/>
                      <a:pt x="19900" y="332"/>
                      <a:pt x="20087" y="602"/>
                    </a:cubicBezTo>
                    <a:cubicBezTo>
                      <a:pt x="20165" y="716"/>
                      <a:pt x="20282" y="872"/>
                      <a:pt x="20432" y="1072"/>
                    </a:cubicBezTo>
                    <a:cubicBezTo>
                      <a:pt x="20586" y="1274"/>
                      <a:pt x="20733" y="1483"/>
                      <a:pt x="20880" y="1692"/>
                    </a:cubicBezTo>
                    <a:cubicBezTo>
                      <a:pt x="21024" y="1903"/>
                      <a:pt x="21147" y="2127"/>
                      <a:pt x="21252" y="2359"/>
                    </a:cubicBezTo>
                    <a:cubicBezTo>
                      <a:pt x="21357" y="2597"/>
                      <a:pt x="21411" y="2796"/>
                      <a:pt x="21411" y="2967"/>
                    </a:cubicBezTo>
                    <a:cubicBezTo>
                      <a:pt x="21411" y="3334"/>
                      <a:pt x="21298" y="3616"/>
                      <a:pt x="21071" y="3825"/>
                    </a:cubicBezTo>
                    <a:lnTo>
                      <a:pt x="2568" y="21376"/>
                    </a:lnTo>
                    <a:cubicBezTo>
                      <a:pt x="2408" y="21526"/>
                      <a:pt x="2227" y="21599"/>
                      <a:pt x="2017" y="21599"/>
                    </a:cubicBezTo>
                    <a:cubicBezTo>
                      <a:pt x="1725" y="21599"/>
                      <a:pt x="1495" y="21464"/>
                      <a:pt x="1324" y="21194"/>
                    </a:cubicBezTo>
                    <a:cubicBezTo>
                      <a:pt x="1248" y="21082"/>
                      <a:pt x="1128" y="20924"/>
                      <a:pt x="971" y="20724"/>
                    </a:cubicBezTo>
                    <a:cubicBezTo>
                      <a:pt x="817" y="20521"/>
                      <a:pt x="668" y="20316"/>
                      <a:pt x="528" y="20104"/>
                    </a:cubicBezTo>
                    <a:cubicBezTo>
                      <a:pt x="386" y="19893"/>
                      <a:pt x="261" y="19672"/>
                      <a:pt x="156" y="19443"/>
                    </a:cubicBezTo>
                    <a:cubicBezTo>
                      <a:pt x="51" y="19214"/>
                      <a:pt x="0" y="19008"/>
                      <a:pt x="0" y="18832"/>
                    </a:cubicBezTo>
                    <a:cubicBezTo>
                      <a:pt x="0" y="18465"/>
                      <a:pt x="115" y="18177"/>
                      <a:pt x="337" y="17971"/>
                    </a:cubicBezTo>
                    <a:lnTo>
                      <a:pt x="18845" y="434"/>
                    </a:lnTo>
                    <a:close/>
                    <a:moveTo>
                      <a:pt x="4372" y="9154"/>
                    </a:moveTo>
                    <a:lnTo>
                      <a:pt x="2998" y="8634"/>
                    </a:lnTo>
                    <a:lnTo>
                      <a:pt x="4372" y="8126"/>
                    </a:lnTo>
                    <a:lnTo>
                      <a:pt x="4805" y="6484"/>
                    </a:lnTo>
                    <a:lnTo>
                      <a:pt x="5204" y="8126"/>
                    </a:lnTo>
                    <a:lnTo>
                      <a:pt x="6597" y="8634"/>
                    </a:lnTo>
                    <a:lnTo>
                      <a:pt x="5204" y="9154"/>
                    </a:lnTo>
                    <a:lnTo>
                      <a:pt x="4805" y="10800"/>
                    </a:lnTo>
                    <a:lnTo>
                      <a:pt x="4372" y="9154"/>
                    </a:lnTo>
                    <a:close/>
                    <a:moveTo>
                      <a:pt x="7126" y="5329"/>
                    </a:moveTo>
                    <a:lnTo>
                      <a:pt x="4372" y="4316"/>
                    </a:lnTo>
                    <a:lnTo>
                      <a:pt x="7126" y="3317"/>
                    </a:lnTo>
                    <a:lnTo>
                      <a:pt x="7971" y="0"/>
                    </a:lnTo>
                    <a:lnTo>
                      <a:pt x="8810" y="3317"/>
                    </a:lnTo>
                    <a:lnTo>
                      <a:pt x="11565" y="4316"/>
                    </a:lnTo>
                    <a:lnTo>
                      <a:pt x="8810" y="5329"/>
                    </a:lnTo>
                    <a:lnTo>
                      <a:pt x="7971" y="8634"/>
                    </a:lnTo>
                    <a:lnTo>
                      <a:pt x="7126" y="5329"/>
                    </a:lnTo>
                    <a:close/>
                    <a:moveTo>
                      <a:pt x="12412" y="2670"/>
                    </a:moveTo>
                    <a:lnTo>
                      <a:pt x="11041" y="2162"/>
                    </a:lnTo>
                    <a:lnTo>
                      <a:pt x="12412" y="1642"/>
                    </a:lnTo>
                    <a:lnTo>
                      <a:pt x="12845" y="0"/>
                    </a:lnTo>
                    <a:lnTo>
                      <a:pt x="13278" y="1642"/>
                    </a:lnTo>
                    <a:lnTo>
                      <a:pt x="14637" y="2162"/>
                    </a:lnTo>
                    <a:lnTo>
                      <a:pt x="13278" y="2670"/>
                    </a:lnTo>
                    <a:lnTo>
                      <a:pt x="12845" y="4316"/>
                    </a:lnTo>
                    <a:lnTo>
                      <a:pt x="12412" y="2670"/>
                    </a:lnTo>
                    <a:close/>
                    <a:moveTo>
                      <a:pt x="20498" y="2993"/>
                    </a:moveTo>
                    <a:lnTo>
                      <a:pt x="19399" y="1289"/>
                    </a:lnTo>
                    <a:lnTo>
                      <a:pt x="15070" y="5385"/>
                    </a:lnTo>
                    <a:lnTo>
                      <a:pt x="16172" y="7086"/>
                    </a:lnTo>
                    <a:lnTo>
                      <a:pt x="20498" y="2993"/>
                    </a:lnTo>
                    <a:close/>
                    <a:moveTo>
                      <a:pt x="21599" y="9154"/>
                    </a:moveTo>
                    <a:lnTo>
                      <a:pt x="20229" y="9674"/>
                    </a:lnTo>
                    <a:lnTo>
                      <a:pt x="19807" y="11320"/>
                    </a:lnTo>
                    <a:lnTo>
                      <a:pt x="19374" y="9674"/>
                    </a:lnTo>
                    <a:lnTo>
                      <a:pt x="18001" y="9154"/>
                    </a:lnTo>
                    <a:lnTo>
                      <a:pt x="19374" y="8661"/>
                    </a:lnTo>
                    <a:lnTo>
                      <a:pt x="19807" y="7004"/>
                    </a:lnTo>
                    <a:lnTo>
                      <a:pt x="20229" y="8661"/>
                    </a:lnTo>
                    <a:lnTo>
                      <a:pt x="21599" y="915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lIns="38092" tIns="38092" rIns="38092" bIns="38092" anchor="ctr"/>
              <a:lstStyle/>
              <a:p>
                <a:pPr defTabSz="342424">
                  <a:defRPr/>
                </a:pPr>
                <a:endParaRPr lang="es-ES" sz="2175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cs typeface="Gill Sans" charset="0"/>
                  <a:sym typeface="Gill Sans" charset="0"/>
                </a:endParaRPr>
              </a:p>
            </p:txBody>
          </p:sp>
        </p:grp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FEAADBA0-9C34-4A8E-8696-9631B287FBC3}"/>
                </a:ext>
              </a:extLst>
            </p:cNvPr>
            <p:cNvSpPr txBox="1"/>
            <p:nvPr/>
          </p:nvSpPr>
          <p:spPr>
            <a:xfrm>
              <a:off x="4730192" y="2513158"/>
              <a:ext cx="3849013" cy="6361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3000" dirty="0">
                  <a:solidFill>
                    <a:schemeClr val="accent5">
                      <a:lumMod val="25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增加检查模块</a:t>
              </a:r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5500A4CC-7CB3-4AA7-88DF-FA90866D1E4D}"/>
              </a:ext>
            </a:extLst>
          </p:cNvPr>
          <p:cNvGrpSpPr/>
          <p:nvPr/>
        </p:nvGrpSpPr>
        <p:grpSpPr>
          <a:xfrm>
            <a:off x="834107" y="5266893"/>
            <a:ext cx="5695106" cy="810829"/>
            <a:chOff x="2884099" y="2338465"/>
            <a:chExt cx="5695106" cy="810829"/>
          </a:xfrm>
        </p:grpSpPr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EDEF6EB6-1E71-4663-BFFE-1262975DEBE2}"/>
                </a:ext>
              </a:extLst>
            </p:cNvPr>
            <p:cNvGrpSpPr/>
            <p:nvPr/>
          </p:nvGrpSpPr>
          <p:grpSpPr>
            <a:xfrm>
              <a:off x="2884099" y="2338465"/>
              <a:ext cx="1671979" cy="810481"/>
              <a:chOff x="3298563" y="2080255"/>
              <a:chExt cx="1671979" cy="810481"/>
            </a:xfrm>
          </p:grpSpPr>
          <p:sp>
            <p:nvSpPr>
              <p:cNvPr id="86" name="圆角矩形 9">
                <a:extLst>
                  <a:ext uri="{FF2B5EF4-FFF2-40B4-BE49-F238E27FC236}">
                    <a16:creationId xmlns:a16="http://schemas.microsoft.com/office/drawing/2014/main" id="{3F3FBC62-70BF-4F0F-A8CF-7F874201CFE3}"/>
                  </a:ext>
                </a:extLst>
              </p:cNvPr>
              <p:cNvSpPr/>
              <p:nvPr/>
            </p:nvSpPr>
            <p:spPr bwMode="auto">
              <a:xfrm>
                <a:off x="4147170" y="2343830"/>
                <a:ext cx="813295" cy="521923"/>
              </a:xfrm>
              <a:custGeom>
                <a:avLst/>
                <a:gdLst>
                  <a:gd name="connsiteX0" fmla="*/ 0 w 2394000"/>
                  <a:gd name="connsiteY0" fmla="*/ 74091 h 749300"/>
                  <a:gd name="connsiteX1" fmla="*/ 74091 w 2394000"/>
                  <a:gd name="connsiteY1" fmla="*/ 0 h 749300"/>
                  <a:gd name="connsiteX2" fmla="*/ 2319909 w 2394000"/>
                  <a:gd name="connsiteY2" fmla="*/ 0 h 749300"/>
                  <a:gd name="connsiteX3" fmla="*/ 2394000 w 2394000"/>
                  <a:gd name="connsiteY3" fmla="*/ 74091 h 749300"/>
                  <a:gd name="connsiteX4" fmla="*/ 2394000 w 2394000"/>
                  <a:gd name="connsiteY4" fmla="*/ 675209 h 749300"/>
                  <a:gd name="connsiteX5" fmla="*/ 2319909 w 2394000"/>
                  <a:gd name="connsiteY5" fmla="*/ 749300 h 749300"/>
                  <a:gd name="connsiteX6" fmla="*/ 74091 w 2394000"/>
                  <a:gd name="connsiteY6" fmla="*/ 749300 h 749300"/>
                  <a:gd name="connsiteX7" fmla="*/ 0 w 2394000"/>
                  <a:gd name="connsiteY7" fmla="*/ 675209 h 749300"/>
                  <a:gd name="connsiteX8" fmla="*/ 0 w 2394000"/>
                  <a:gd name="connsiteY8" fmla="*/ 74091 h 749300"/>
                  <a:gd name="connsiteX0-1" fmla="*/ 0 w 2394000"/>
                  <a:gd name="connsiteY0-2" fmla="*/ 75709 h 750918"/>
                  <a:gd name="connsiteX1-3" fmla="*/ 74091 w 2394000"/>
                  <a:gd name="connsiteY1-4" fmla="*/ 1618 h 750918"/>
                  <a:gd name="connsiteX2-5" fmla="*/ 1835524 w 2394000"/>
                  <a:gd name="connsiteY2-6" fmla="*/ 0 h 750918"/>
                  <a:gd name="connsiteX3-7" fmla="*/ 2319909 w 2394000"/>
                  <a:gd name="connsiteY3-8" fmla="*/ 1618 h 750918"/>
                  <a:gd name="connsiteX4-9" fmla="*/ 2394000 w 2394000"/>
                  <a:gd name="connsiteY4-10" fmla="*/ 75709 h 750918"/>
                  <a:gd name="connsiteX5-11" fmla="*/ 2394000 w 2394000"/>
                  <a:gd name="connsiteY5-12" fmla="*/ 676827 h 750918"/>
                  <a:gd name="connsiteX6-13" fmla="*/ 2319909 w 2394000"/>
                  <a:gd name="connsiteY6-14" fmla="*/ 750918 h 750918"/>
                  <a:gd name="connsiteX7-15" fmla="*/ 74091 w 2394000"/>
                  <a:gd name="connsiteY7-16" fmla="*/ 750918 h 750918"/>
                  <a:gd name="connsiteX8-17" fmla="*/ 0 w 2394000"/>
                  <a:gd name="connsiteY8-18" fmla="*/ 676827 h 750918"/>
                  <a:gd name="connsiteX9" fmla="*/ 0 w 2394000"/>
                  <a:gd name="connsiteY9" fmla="*/ 75709 h 750918"/>
                  <a:gd name="connsiteX0-19" fmla="*/ 0 w 2394000"/>
                  <a:gd name="connsiteY0-20" fmla="*/ 75709 h 750918"/>
                  <a:gd name="connsiteX1-21" fmla="*/ 74091 w 2394000"/>
                  <a:gd name="connsiteY1-22" fmla="*/ 1618 h 750918"/>
                  <a:gd name="connsiteX2-23" fmla="*/ 1835524 w 2394000"/>
                  <a:gd name="connsiteY2-24" fmla="*/ 0 h 750918"/>
                  <a:gd name="connsiteX3-25" fmla="*/ 2319909 w 2394000"/>
                  <a:gd name="connsiteY3-26" fmla="*/ 1618 h 750918"/>
                  <a:gd name="connsiteX4-27" fmla="*/ 2394000 w 2394000"/>
                  <a:gd name="connsiteY4-28" fmla="*/ 75709 h 750918"/>
                  <a:gd name="connsiteX5-29" fmla="*/ 2394000 w 2394000"/>
                  <a:gd name="connsiteY5-30" fmla="*/ 676827 h 750918"/>
                  <a:gd name="connsiteX6-31" fmla="*/ 2319909 w 2394000"/>
                  <a:gd name="connsiteY6-32" fmla="*/ 750918 h 750918"/>
                  <a:gd name="connsiteX7-33" fmla="*/ 1327524 w 2394000"/>
                  <a:gd name="connsiteY7-34" fmla="*/ 749300 h 750918"/>
                  <a:gd name="connsiteX8-35" fmla="*/ 74091 w 2394000"/>
                  <a:gd name="connsiteY8-36" fmla="*/ 750918 h 750918"/>
                  <a:gd name="connsiteX9-37" fmla="*/ 0 w 2394000"/>
                  <a:gd name="connsiteY9-38" fmla="*/ 676827 h 750918"/>
                  <a:gd name="connsiteX10" fmla="*/ 0 w 2394000"/>
                  <a:gd name="connsiteY10" fmla="*/ 75709 h 750918"/>
                  <a:gd name="connsiteX0-39" fmla="*/ 0 w 2394000"/>
                  <a:gd name="connsiteY0-40" fmla="*/ 75709 h 750918"/>
                  <a:gd name="connsiteX1-41" fmla="*/ 74091 w 2394000"/>
                  <a:gd name="connsiteY1-42" fmla="*/ 1618 h 750918"/>
                  <a:gd name="connsiteX2-43" fmla="*/ 1835524 w 2394000"/>
                  <a:gd name="connsiteY2-44" fmla="*/ 0 h 750918"/>
                  <a:gd name="connsiteX3-45" fmla="*/ 2319909 w 2394000"/>
                  <a:gd name="connsiteY3-46" fmla="*/ 1618 h 750918"/>
                  <a:gd name="connsiteX4-47" fmla="*/ 2394000 w 2394000"/>
                  <a:gd name="connsiteY4-48" fmla="*/ 75709 h 750918"/>
                  <a:gd name="connsiteX5-49" fmla="*/ 2394000 w 2394000"/>
                  <a:gd name="connsiteY5-50" fmla="*/ 676827 h 750918"/>
                  <a:gd name="connsiteX6-51" fmla="*/ 2319909 w 2394000"/>
                  <a:gd name="connsiteY6-52" fmla="*/ 750918 h 750918"/>
                  <a:gd name="connsiteX7-53" fmla="*/ 1327524 w 2394000"/>
                  <a:gd name="connsiteY7-54" fmla="*/ 749300 h 750918"/>
                  <a:gd name="connsiteX8-55" fmla="*/ 0 w 2394000"/>
                  <a:gd name="connsiteY8-56" fmla="*/ 676827 h 750918"/>
                  <a:gd name="connsiteX9-57" fmla="*/ 0 w 2394000"/>
                  <a:gd name="connsiteY9-58" fmla="*/ 75709 h 750918"/>
                  <a:gd name="connsiteX0-59" fmla="*/ 0 w 2394000"/>
                  <a:gd name="connsiteY0-60" fmla="*/ 75709 h 750918"/>
                  <a:gd name="connsiteX1-61" fmla="*/ 74091 w 2394000"/>
                  <a:gd name="connsiteY1-62" fmla="*/ 1618 h 750918"/>
                  <a:gd name="connsiteX2-63" fmla="*/ 1835524 w 2394000"/>
                  <a:gd name="connsiteY2-64" fmla="*/ 0 h 750918"/>
                  <a:gd name="connsiteX3-65" fmla="*/ 2319909 w 2394000"/>
                  <a:gd name="connsiteY3-66" fmla="*/ 1618 h 750918"/>
                  <a:gd name="connsiteX4-67" fmla="*/ 2394000 w 2394000"/>
                  <a:gd name="connsiteY4-68" fmla="*/ 75709 h 750918"/>
                  <a:gd name="connsiteX5-69" fmla="*/ 2394000 w 2394000"/>
                  <a:gd name="connsiteY5-70" fmla="*/ 676827 h 750918"/>
                  <a:gd name="connsiteX6-71" fmla="*/ 2319909 w 2394000"/>
                  <a:gd name="connsiteY6-72" fmla="*/ 750918 h 750918"/>
                  <a:gd name="connsiteX7-73" fmla="*/ 1327524 w 2394000"/>
                  <a:gd name="connsiteY7-74" fmla="*/ 749300 h 750918"/>
                  <a:gd name="connsiteX8-75" fmla="*/ 0 w 2394000"/>
                  <a:gd name="connsiteY8-76" fmla="*/ 75709 h 750918"/>
                  <a:gd name="connsiteX0-77" fmla="*/ 1253433 w 2319909"/>
                  <a:gd name="connsiteY0-78" fmla="*/ 749300 h 750918"/>
                  <a:gd name="connsiteX1-79" fmla="*/ 0 w 2319909"/>
                  <a:gd name="connsiteY1-80" fmla="*/ 1618 h 750918"/>
                  <a:gd name="connsiteX2-81" fmla="*/ 1761433 w 2319909"/>
                  <a:gd name="connsiteY2-82" fmla="*/ 0 h 750918"/>
                  <a:gd name="connsiteX3-83" fmla="*/ 2245818 w 2319909"/>
                  <a:gd name="connsiteY3-84" fmla="*/ 1618 h 750918"/>
                  <a:gd name="connsiteX4-85" fmla="*/ 2319909 w 2319909"/>
                  <a:gd name="connsiteY4-86" fmla="*/ 75709 h 750918"/>
                  <a:gd name="connsiteX5-87" fmla="*/ 2319909 w 2319909"/>
                  <a:gd name="connsiteY5-88" fmla="*/ 676827 h 750918"/>
                  <a:gd name="connsiteX6-89" fmla="*/ 2245818 w 2319909"/>
                  <a:gd name="connsiteY6-90" fmla="*/ 750918 h 750918"/>
                  <a:gd name="connsiteX7-91" fmla="*/ 1253433 w 2319909"/>
                  <a:gd name="connsiteY7-92" fmla="*/ 749300 h 750918"/>
                  <a:gd name="connsiteX0-93" fmla="*/ 0 w 1066476"/>
                  <a:gd name="connsiteY0-94" fmla="*/ 749300 h 750918"/>
                  <a:gd name="connsiteX1-95" fmla="*/ 508000 w 1066476"/>
                  <a:gd name="connsiteY1-96" fmla="*/ 0 h 750918"/>
                  <a:gd name="connsiteX2-97" fmla="*/ 992385 w 1066476"/>
                  <a:gd name="connsiteY2-98" fmla="*/ 1618 h 750918"/>
                  <a:gd name="connsiteX3-99" fmla="*/ 1066476 w 1066476"/>
                  <a:gd name="connsiteY3-100" fmla="*/ 75709 h 750918"/>
                  <a:gd name="connsiteX4-101" fmla="*/ 1066476 w 1066476"/>
                  <a:gd name="connsiteY4-102" fmla="*/ 676827 h 750918"/>
                  <a:gd name="connsiteX5-103" fmla="*/ 992385 w 1066476"/>
                  <a:gd name="connsiteY5-104" fmla="*/ 750918 h 750918"/>
                  <a:gd name="connsiteX6-105" fmla="*/ 0 w 1066476"/>
                  <a:gd name="connsiteY6-106" fmla="*/ 749300 h 750918"/>
                  <a:gd name="connsiteX0-107" fmla="*/ 0 w 1066476"/>
                  <a:gd name="connsiteY0-108" fmla="*/ 749300 h 750918"/>
                  <a:gd name="connsiteX1-109" fmla="*/ 106636 w 1066476"/>
                  <a:gd name="connsiteY1-110" fmla="*/ 582962 h 750918"/>
                  <a:gd name="connsiteX2-111" fmla="*/ 508000 w 1066476"/>
                  <a:gd name="connsiteY2-112" fmla="*/ 0 h 750918"/>
                  <a:gd name="connsiteX3-113" fmla="*/ 992385 w 1066476"/>
                  <a:gd name="connsiteY3-114" fmla="*/ 1618 h 750918"/>
                  <a:gd name="connsiteX4-115" fmla="*/ 1066476 w 1066476"/>
                  <a:gd name="connsiteY4-116" fmla="*/ 75709 h 750918"/>
                  <a:gd name="connsiteX5-117" fmla="*/ 1066476 w 1066476"/>
                  <a:gd name="connsiteY5-118" fmla="*/ 676827 h 750918"/>
                  <a:gd name="connsiteX6-119" fmla="*/ 992385 w 1066476"/>
                  <a:gd name="connsiteY6-120" fmla="*/ 750918 h 750918"/>
                  <a:gd name="connsiteX7-121" fmla="*/ 0 w 1066476"/>
                  <a:gd name="connsiteY7-122" fmla="*/ 749300 h 750918"/>
                  <a:gd name="connsiteX0-123" fmla="*/ 0 w 1066476"/>
                  <a:gd name="connsiteY0-124" fmla="*/ 749300 h 750918"/>
                  <a:gd name="connsiteX1-125" fmla="*/ 111398 w 1066476"/>
                  <a:gd name="connsiteY1-126" fmla="*/ 585339 h 750918"/>
                  <a:gd name="connsiteX2-127" fmla="*/ 508000 w 1066476"/>
                  <a:gd name="connsiteY2-128" fmla="*/ 0 h 750918"/>
                  <a:gd name="connsiteX3-129" fmla="*/ 992385 w 1066476"/>
                  <a:gd name="connsiteY3-130" fmla="*/ 1618 h 750918"/>
                  <a:gd name="connsiteX4-131" fmla="*/ 1066476 w 1066476"/>
                  <a:gd name="connsiteY4-132" fmla="*/ 75709 h 750918"/>
                  <a:gd name="connsiteX5-133" fmla="*/ 1066476 w 1066476"/>
                  <a:gd name="connsiteY5-134" fmla="*/ 676827 h 750918"/>
                  <a:gd name="connsiteX6-135" fmla="*/ 992385 w 1066476"/>
                  <a:gd name="connsiteY6-136" fmla="*/ 750918 h 750918"/>
                  <a:gd name="connsiteX7-137" fmla="*/ 0 w 1066476"/>
                  <a:gd name="connsiteY7-138" fmla="*/ 749300 h 750918"/>
                  <a:gd name="connsiteX0-139" fmla="*/ 0 w 1149820"/>
                  <a:gd name="connsiteY0-140" fmla="*/ 746923 h 750918"/>
                  <a:gd name="connsiteX1-141" fmla="*/ 194742 w 1149820"/>
                  <a:gd name="connsiteY1-142" fmla="*/ 585339 h 750918"/>
                  <a:gd name="connsiteX2-143" fmla="*/ 591344 w 1149820"/>
                  <a:gd name="connsiteY2-144" fmla="*/ 0 h 750918"/>
                  <a:gd name="connsiteX3-145" fmla="*/ 1075729 w 1149820"/>
                  <a:gd name="connsiteY3-146" fmla="*/ 1618 h 750918"/>
                  <a:gd name="connsiteX4-147" fmla="*/ 1149820 w 1149820"/>
                  <a:gd name="connsiteY4-148" fmla="*/ 75709 h 750918"/>
                  <a:gd name="connsiteX5-149" fmla="*/ 1149820 w 1149820"/>
                  <a:gd name="connsiteY5-150" fmla="*/ 676827 h 750918"/>
                  <a:gd name="connsiteX6-151" fmla="*/ 1075729 w 1149820"/>
                  <a:gd name="connsiteY6-152" fmla="*/ 750918 h 750918"/>
                  <a:gd name="connsiteX7-153" fmla="*/ 0 w 1149820"/>
                  <a:gd name="connsiteY7-154" fmla="*/ 746923 h 750918"/>
                  <a:gd name="connsiteX0-155" fmla="*/ 0 w 1178395"/>
                  <a:gd name="connsiteY0-156" fmla="*/ 746923 h 750918"/>
                  <a:gd name="connsiteX1-157" fmla="*/ 223317 w 1178395"/>
                  <a:gd name="connsiteY1-158" fmla="*/ 585339 h 750918"/>
                  <a:gd name="connsiteX2-159" fmla="*/ 619919 w 1178395"/>
                  <a:gd name="connsiteY2-160" fmla="*/ 0 h 750918"/>
                  <a:gd name="connsiteX3-161" fmla="*/ 1104304 w 1178395"/>
                  <a:gd name="connsiteY3-162" fmla="*/ 1618 h 750918"/>
                  <a:gd name="connsiteX4-163" fmla="*/ 1178395 w 1178395"/>
                  <a:gd name="connsiteY4-164" fmla="*/ 75709 h 750918"/>
                  <a:gd name="connsiteX5-165" fmla="*/ 1178395 w 1178395"/>
                  <a:gd name="connsiteY5-166" fmla="*/ 676827 h 750918"/>
                  <a:gd name="connsiteX6-167" fmla="*/ 1104304 w 1178395"/>
                  <a:gd name="connsiteY6-168" fmla="*/ 750918 h 750918"/>
                  <a:gd name="connsiteX7-169" fmla="*/ 0 w 1178395"/>
                  <a:gd name="connsiteY7-170" fmla="*/ 746923 h 750918"/>
                  <a:gd name="connsiteX0-171" fmla="*/ 0 w 1171251"/>
                  <a:gd name="connsiteY0-172" fmla="*/ 737418 h 750918"/>
                  <a:gd name="connsiteX1-173" fmla="*/ 216173 w 1171251"/>
                  <a:gd name="connsiteY1-174" fmla="*/ 585339 h 750918"/>
                  <a:gd name="connsiteX2-175" fmla="*/ 612775 w 1171251"/>
                  <a:gd name="connsiteY2-176" fmla="*/ 0 h 750918"/>
                  <a:gd name="connsiteX3-177" fmla="*/ 1097160 w 1171251"/>
                  <a:gd name="connsiteY3-178" fmla="*/ 1618 h 750918"/>
                  <a:gd name="connsiteX4-179" fmla="*/ 1171251 w 1171251"/>
                  <a:gd name="connsiteY4-180" fmla="*/ 75709 h 750918"/>
                  <a:gd name="connsiteX5-181" fmla="*/ 1171251 w 1171251"/>
                  <a:gd name="connsiteY5-182" fmla="*/ 676827 h 750918"/>
                  <a:gd name="connsiteX6-183" fmla="*/ 1097160 w 1171251"/>
                  <a:gd name="connsiteY6-184" fmla="*/ 750918 h 750918"/>
                  <a:gd name="connsiteX7-185" fmla="*/ 0 w 1171251"/>
                  <a:gd name="connsiteY7-186" fmla="*/ 737418 h 75091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</a:cxnLst>
                <a:rect l="l" t="t" r="r" b="b"/>
                <a:pathLst>
                  <a:path w="1171251" h="750918">
                    <a:moveTo>
                      <a:pt x="0" y="737418"/>
                    </a:moveTo>
                    <a:lnTo>
                      <a:pt x="216173" y="585339"/>
                    </a:lnTo>
                    <a:lnTo>
                      <a:pt x="612775" y="0"/>
                    </a:lnTo>
                    <a:lnTo>
                      <a:pt x="1097160" y="1618"/>
                    </a:lnTo>
                    <a:cubicBezTo>
                      <a:pt x="1138079" y="1618"/>
                      <a:pt x="1171251" y="34790"/>
                      <a:pt x="1171251" y="75709"/>
                    </a:cubicBezTo>
                    <a:lnTo>
                      <a:pt x="1171251" y="676827"/>
                    </a:lnTo>
                    <a:cubicBezTo>
                      <a:pt x="1171251" y="717746"/>
                      <a:pt x="1138079" y="750918"/>
                      <a:pt x="1097160" y="750918"/>
                    </a:cubicBezTo>
                    <a:lnTo>
                      <a:pt x="0" y="737418"/>
                    </a:lnTo>
                    <a:close/>
                  </a:path>
                </a:pathLst>
              </a:custGeom>
              <a:solidFill>
                <a:srgbClr val="089DA3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7" name="任意多边形 10">
                <a:extLst>
                  <a:ext uri="{FF2B5EF4-FFF2-40B4-BE49-F238E27FC236}">
                    <a16:creationId xmlns:a16="http://schemas.microsoft.com/office/drawing/2014/main" id="{C8B07C40-C371-4B5E-84EC-77B37C70B524}"/>
                  </a:ext>
                </a:extLst>
              </p:cNvPr>
              <p:cNvSpPr/>
              <p:nvPr/>
            </p:nvSpPr>
            <p:spPr bwMode="auto">
              <a:xfrm>
                <a:off x="3969682" y="2080255"/>
                <a:ext cx="608494" cy="782196"/>
              </a:xfrm>
              <a:custGeom>
                <a:avLst/>
                <a:gdLst>
                  <a:gd name="connsiteX0" fmla="*/ 457200 w 933450"/>
                  <a:gd name="connsiteY0" fmla="*/ 0 h 1127125"/>
                  <a:gd name="connsiteX1" fmla="*/ 311150 w 933450"/>
                  <a:gd name="connsiteY1" fmla="*/ 111125 h 1127125"/>
                  <a:gd name="connsiteX2" fmla="*/ 130175 w 933450"/>
                  <a:gd name="connsiteY2" fmla="*/ 269875 h 1127125"/>
                  <a:gd name="connsiteX3" fmla="*/ 22225 w 933450"/>
                  <a:gd name="connsiteY3" fmla="*/ 371475 h 1127125"/>
                  <a:gd name="connsiteX4" fmla="*/ 0 w 933450"/>
                  <a:gd name="connsiteY4" fmla="*/ 454025 h 1127125"/>
                  <a:gd name="connsiteX5" fmla="*/ 44450 w 933450"/>
                  <a:gd name="connsiteY5" fmla="*/ 504825 h 1127125"/>
                  <a:gd name="connsiteX6" fmla="*/ 327025 w 933450"/>
                  <a:gd name="connsiteY6" fmla="*/ 622300 h 1127125"/>
                  <a:gd name="connsiteX7" fmla="*/ 463550 w 933450"/>
                  <a:gd name="connsiteY7" fmla="*/ 758825 h 1127125"/>
                  <a:gd name="connsiteX8" fmla="*/ 463550 w 933450"/>
                  <a:gd name="connsiteY8" fmla="*/ 965200 h 1127125"/>
                  <a:gd name="connsiteX9" fmla="*/ 355600 w 933450"/>
                  <a:gd name="connsiteY9" fmla="*/ 1082675 h 1127125"/>
                  <a:gd name="connsiteX10" fmla="*/ 244475 w 933450"/>
                  <a:gd name="connsiteY10" fmla="*/ 1127125 h 1127125"/>
                  <a:gd name="connsiteX11" fmla="*/ 463550 w 933450"/>
                  <a:gd name="connsiteY11" fmla="*/ 1120775 h 1127125"/>
                  <a:gd name="connsiteX12" fmla="*/ 933450 w 933450"/>
                  <a:gd name="connsiteY12" fmla="*/ 384175 h 1127125"/>
                  <a:gd name="connsiteX13" fmla="*/ 841375 w 933450"/>
                  <a:gd name="connsiteY13" fmla="*/ 390525 h 1127125"/>
                  <a:gd name="connsiteX14" fmla="*/ 866775 w 933450"/>
                  <a:gd name="connsiteY14" fmla="*/ 292100 h 1127125"/>
                  <a:gd name="connsiteX15" fmla="*/ 831850 w 933450"/>
                  <a:gd name="connsiteY15" fmla="*/ 149225 h 1127125"/>
                  <a:gd name="connsiteX16" fmla="*/ 717550 w 933450"/>
                  <a:gd name="connsiteY16" fmla="*/ 53975 h 1127125"/>
                  <a:gd name="connsiteX17" fmla="*/ 568325 w 933450"/>
                  <a:gd name="connsiteY17" fmla="*/ 0 h 1127125"/>
                  <a:gd name="connsiteX18" fmla="*/ 457200 w 933450"/>
                  <a:gd name="connsiteY18" fmla="*/ 0 h 1127125"/>
                  <a:gd name="connsiteX0-1" fmla="*/ 457200 w 933450"/>
                  <a:gd name="connsiteY0-2" fmla="*/ 0 h 1127125"/>
                  <a:gd name="connsiteX1-3" fmla="*/ 311150 w 933450"/>
                  <a:gd name="connsiteY1-4" fmla="*/ 111125 h 1127125"/>
                  <a:gd name="connsiteX2-5" fmla="*/ 130175 w 933450"/>
                  <a:gd name="connsiteY2-6" fmla="*/ 269875 h 1127125"/>
                  <a:gd name="connsiteX3-7" fmla="*/ 22225 w 933450"/>
                  <a:gd name="connsiteY3-8" fmla="*/ 371475 h 1127125"/>
                  <a:gd name="connsiteX4-9" fmla="*/ 0 w 933450"/>
                  <a:gd name="connsiteY4-10" fmla="*/ 454025 h 1127125"/>
                  <a:gd name="connsiteX5-11" fmla="*/ 44450 w 933450"/>
                  <a:gd name="connsiteY5-12" fmla="*/ 504825 h 1127125"/>
                  <a:gd name="connsiteX6-13" fmla="*/ 327025 w 933450"/>
                  <a:gd name="connsiteY6-14" fmla="*/ 622300 h 1127125"/>
                  <a:gd name="connsiteX7-15" fmla="*/ 463550 w 933450"/>
                  <a:gd name="connsiteY7-16" fmla="*/ 758825 h 1127125"/>
                  <a:gd name="connsiteX8-17" fmla="*/ 463550 w 933450"/>
                  <a:gd name="connsiteY8-18" fmla="*/ 965200 h 1127125"/>
                  <a:gd name="connsiteX9-19" fmla="*/ 355600 w 933450"/>
                  <a:gd name="connsiteY9-20" fmla="*/ 1082675 h 1127125"/>
                  <a:gd name="connsiteX10-21" fmla="*/ 244475 w 933450"/>
                  <a:gd name="connsiteY10-22" fmla="*/ 1127125 h 1127125"/>
                  <a:gd name="connsiteX11-23" fmla="*/ 400050 w 933450"/>
                  <a:gd name="connsiteY11-24" fmla="*/ 1092200 h 1127125"/>
                  <a:gd name="connsiteX12-25" fmla="*/ 933450 w 933450"/>
                  <a:gd name="connsiteY12-26" fmla="*/ 384175 h 1127125"/>
                  <a:gd name="connsiteX13-27" fmla="*/ 841375 w 933450"/>
                  <a:gd name="connsiteY13-28" fmla="*/ 390525 h 1127125"/>
                  <a:gd name="connsiteX14-29" fmla="*/ 866775 w 933450"/>
                  <a:gd name="connsiteY14-30" fmla="*/ 292100 h 1127125"/>
                  <a:gd name="connsiteX15-31" fmla="*/ 831850 w 933450"/>
                  <a:gd name="connsiteY15-32" fmla="*/ 149225 h 1127125"/>
                  <a:gd name="connsiteX16-33" fmla="*/ 717550 w 933450"/>
                  <a:gd name="connsiteY16-34" fmla="*/ 53975 h 1127125"/>
                  <a:gd name="connsiteX17-35" fmla="*/ 568325 w 933450"/>
                  <a:gd name="connsiteY17-36" fmla="*/ 0 h 1127125"/>
                  <a:gd name="connsiteX18-37" fmla="*/ 457200 w 933450"/>
                  <a:gd name="connsiteY18-38" fmla="*/ 0 h 1127125"/>
                  <a:gd name="connsiteX0-39" fmla="*/ 457200 w 866775"/>
                  <a:gd name="connsiteY0-40" fmla="*/ 0 h 1127125"/>
                  <a:gd name="connsiteX1-41" fmla="*/ 311150 w 866775"/>
                  <a:gd name="connsiteY1-42" fmla="*/ 111125 h 1127125"/>
                  <a:gd name="connsiteX2-43" fmla="*/ 130175 w 866775"/>
                  <a:gd name="connsiteY2-44" fmla="*/ 269875 h 1127125"/>
                  <a:gd name="connsiteX3-45" fmla="*/ 22225 w 866775"/>
                  <a:gd name="connsiteY3-46" fmla="*/ 371475 h 1127125"/>
                  <a:gd name="connsiteX4-47" fmla="*/ 0 w 866775"/>
                  <a:gd name="connsiteY4-48" fmla="*/ 454025 h 1127125"/>
                  <a:gd name="connsiteX5-49" fmla="*/ 44450 w 866775"/>
                  <a:gd name="connsiteY5-50" fmla="*/ 504825 h 1127125"/>
                  <a:gd name="connsiteX6-51" fmla="*/ 327025 w 866775"/>
                  <a:gd name="connsiteY6-52" fmla="*/ 622300 h 1127125"/>
                  <a:gd name="connsiteX7-53" fmla="*/ 463550 w 866775"/>
                  <a:gd name="connsiteY7-54" fmla="*/ 758825 h 1127125"/>
                  <a:gd name="connsiteX8-55" fmla="*/ 463550 w 866775"/>
                  <a:gd name="connsiteY8-56" fmla="*/ 965200 h 1127125"/>
                  <a:gd name="connsiteX9-57" fmla="*/ 355600 w 866775"/>
                  <a:gd name="connsiteY9-58" fmla="*/ 1082675 h 1127125"/>
                  <a:gd name="connsiteX10-59" fmla="*/ 244475 w 866775"/>
                  <a:gd name="connsiteY10-60" fmla="*/ 1127125 h 1127125"/>
                  <a:gd name="connsiteX11-61" fmla="*/ 400050 w 866775"/>
                  <a:gd name="connsiteY11-62" fmla="*/ 1092200 h 1127125"/>
                  <a:gd name="connsiteX12-63" fmla="*/ 847725 w 866775"/>
                  <a:gd name="connsiteY12-64" fmla="*/ 393700 h 1127125"/>
                  <a:gd name="connsiteX13-65" fmla="*/ 841375 w 866775"/>
                  <a:gd name="connsiteY13-66" fmla="*/ 390525 h 1127125"/>
                  <a:gd name="connsiteX14-67" fmla="*/ 866775 w 866775"/>
                  <a:gd name="connsiteY14-68" fmla="*/ 292100 h 1127125"/>
                  <a:gd name="connsiteX15-69" fmla="*/ 831850 w 866775"/>
                  <a:gd name="connsiteY15-70" fmla="*/ 149225 h 1127125"/>
                  <a:gd name="connsiteX16-71" fmla="*/ 717550 w 866775"/>
                  <a:gd name="connsiteY16-72" fmla="*/ 53975 h 1127125"/>
                  <a:gd name="connsiteX17-73" fmla="*/ 568325 w 866775"/>
                  <a:gd name="connsiteY17-74" fmla="*/ 0 h 1127125"/>
                  <a:gd name="connsiteX18-75" fmla="*/ 457200 w 866775"/>
                  <a:gd name="connsiteY18-76" fmla="*/ 0 h 1127125"/>
                  <a:gd name="connsiteX0-77" fmla="*/ 457200 w 866775"/>
                  <a:gd name="connsiteY0-78" fmla="*/ 0 h 1127125"/>
                  <a:gd name="connsiteX1-79" fmla="*/ 311150 w 866775"/>
                  <a:gd name="connsiteY1-80" fmla="*/ 111125 h 1127125"/>
                  <a:gd name="connsiteX2-81" fmla="*/ 130175 w 866775"/>
                  <a:gd name="connsiteY2-82" fmla="*/ 269875 h 1127125"/>
                  <a:gd name="connsiteX3-83" fmla="*/ 22225 w 866775"/>
                  <a:gd name="connsiteY3-84" fmla="*/ 371475 h 1127125"/>
                  <a:gd name="connsiteX4-85" fmla="*/ 0 w 866775"/>
                  <a:gd name="connsiteY4-86" fmla="*/ 454025 h 1127125"/>
                  <a:gd name="connsiteX5-87" fmla="*/ 44450 w 866775"/>
                  <a:gd name="connsiteY5-88" fmla="*/ 504825 h 1127125"/>
                  <a:gd name="connsiteX6-89" fmla="*/ 327025 w 866775"/>
                  <a:gd name="connsiteY6-90" fmla="*/ 622300 h 1127125"/>
                  <a:gd name="connsiteX7-91" fmla="*/ 463550 w 866775"/>
                  <a:gd name="connsiteY7-92" fmla="*/ 758825 h 1127125"/>
                  <a:gd name="connsiteX8-93" fmla="*/ 463550 w 866775"/>
                  <a:gd name="connsiteY8-94" fmla="*/ 965200 h 1127125"/>
                  <a:gd name="connsiteX9-95" fmla="*/ 355600 w 866775"/>
                  <a:gd name="connsiteY9-96" fmla="*/ 1082675 h 1127125"/>
                  <a:gd name="connsiteX10-97" fmla="*/ 244475 w 866775"/>
                  <a:gd name="connsiteY10-98" fmla="*/ 1127125 h 1127125"/>
                  <a:gd name="connsiteX11-99" fmla="*/ 393700 w 866775"/>
                  <a:gd name="connsiteY11-100" fmla="*/ 1082675 h 1127125"/>
                  <a:gd name="connsiteX12-101" fmla="*/ 847725 w 866775"/>
                  <a:gd name="connsiteY12-102" fmla="*/ 393700 h 1127125"/>
                  <a:gd name="connsiteX13-103" fmla="*/ 841375 w 866775"/>
                  <a:gd name="connsiteY13-104" fmla="*/ 390525 h 1127125"/>
                  <a:gd name="connsiteX14-105" fmla="*/ 866775 w 866775"/>
                  <a:gd name="connsiteY14-106" fmla="*/ 292100 h 1127125"/>
                  <a:gd name="connsiteX15-107" fmla="*/ 831850 w 866775"/>
                  <a:gd name="connsiteY15-108" fmla="*/ 149225 h 1127125"/>
                  <a:gd name="connsiteX16-109" fmla="*/ 717550 w 866775"/>
                  <a:gd name="connsiteY16-110" fmla="*/ 53975 h 1127125"/>
                  <a:gd name="connsiteX17-111" fmla="*/ 568325 w 866775"/>
                  <a:gd name="connsiteY17-112" fmla="*/ 0 h 1127125"/>
                  <a:gd name="connsiteX18-113" fmla="*/ 457200 w 866775"/>
                  <a:gd name="connsiteY18-114" fmla="*/ 0 h 1127125"/>
                  <a:gd name="connsiteX0-115" fmla="*/ 457200 w 866775"/>
                  <a:gd name="connsiteY0-116" fmla="*/ 0 h 1127125"/>
                  <a:gd name="connsiteX1-117" fmla="*/ 311150 w 866775"/>
                  <a:gd name="connsiteY1-118" fmla="*/ 111125 h 1127125"/>
                  <a:gd name="connsiteX2-119" fmla="*/ 130175 w 866775"/>
                  <a:gd name="connsiteY2-120" fmla="*/ 269875 h 1127125"/>
                  <a:gd name="connsiteX3-121" fmla="*/ 22225 w 866775"/>
                  <a:gd name="connsiteY3-122" fmla="*/ 371475 h 1127125"/>
                  <a:gd name="connsiteX4-123" fmla="*/ 0 w 866775"/>
                  <a:gd name="connsiteY4-124" fmla="*/ 454025 h 1127125"/>
                  <a:gd name="connsiteX5-125" fmla="*/ 44450 w 866775"/>
                  <a:gd name="connsiteY5-126" fmla="*/ 504825 h 1127125"/>
                  <a:gd name="connsiteX6-127" fmla="*/ 327025 w 866775"/>
                  <a:gd name="connsiteY6-128" fmla="*/ 622300 h 1127125"/>
                  <a:gd name="connsiteX7-129" fmla="*/ 463550 w 866775"/>
                  <a:gd name="connsiteY7-130" fmla="*/ 758825 h 1127125"/>
                  <a:gd name="connsiteX8-131" fmla="*/ 463550 w 866775"/>
                  <a:gd name="connsiteY8-132" fmla="*/ 965200 h 1127125"/>
                  <a:gd name="connsiteX9-133" fmla="*/ 355600 w 866775"/>
                  <a:gd name="connsiteY9-134" fmla="*/ 1082675 h 1127125"/>
                  <a:gd name="connsiteX10-135" fmla="*/ 244475 w 866775"/>
                  <a:gd name="connsiteY10-136" fmla="*/ 1127125 h 1127125"/>
                  <a:gd name="connsiteX11-137" fmla="*/ 393700 w 866775"/>
                  <a:gd name="connsiteY11-138" fmla="*/ 1082675 h 1127125"/>
                  <a:gd name="connsiteX12-139" fmla="*/ 847725 w 866775"/>
                  <a:gd name="connsiteY12-140" fmla="*/ 393700 h 1127125"/>
                  <a:gd name="connsiteX13-141" fmla="*/ 841375 w 866775"/>
                  <a:gd name="connsiteY13-142" fmla="*/ 390525 h 1127125"/>
                  <a:gd name="connsiteX14-143" fmla="*/ 866775 w 866775"/>
                  <a:gd name="connsiteY14-144" fmla="*/ 292100 h 1127125"/>
                  <a:gd name="connsiteX15-145" fmla="*/ 831850 w 866775"/>
                  <a:gd name="connsiteY15-146" fmla="*/ 149225 h 1127125"/>
                  <a:gd name="connsiteX16-147" fmla="*/ 717550 w 866775"/>
                  <a:gd name="connsiteY16-148" fmla="*/ 53975 h 1127125"/>
                  <a:gd name="connsiteX17-149" fmla="*/ 568325 w 866775"/>
                  <a:gd name="connsiteY17-150" fmla="*/ 0 h 1127125"/>
                  <a:gd name="connsiteX18-151" fmla="*/ 457200 w 866775"/>
                  <a:gd name="connsiteY18-152" fmla="*/ 0 h 1127125"/>
                  <a:gd name="connsiteX0-153" fmla="*/ 457200 w 866775"/>
                  <a:gd name="connsiteY0-154" fmla="*/ 0 h 1127125"/>
                  <a:gd name="connsiteX1-155" fmla="*/ 311150 w 866775"/>
                  <a:gd name="connsiteY1-156" fmla="*/ 111125 h 1127125"/>
                  <a:gd name="connsiteX2-157" fmla="*/ 130175 w 866775"/>
                  <a:gd name="connsiteY2-158" fmla="*/ 269875 h 1127125"/>
                  <a:gd name="connsiteX3-159" fmla="*/ 22225 w 866775"/>
                  <a:gd name="connsiteY3-160" fmla="*/ 371475 h 1127125"/>
                  <a:gd name="connsiteX4-161" fmla="*/ 0 w 866775"/>
                  <a:gd name="connsiteY4-162" fmla="*/ 454025 h 1127125"/>
                  <a:gd name="connsiteX5-163" fmla="*/ 44450 w 866775"/>
                  <a:gd name="connsiteY5-164" fmla="*/ 504825 h 1127125"/>
                  <a:gd name="connsiteX6-165" fmla="*/ 314325 w 866775"/>
                  <a:gd name="connsiteY6-166" fmla="*/ 631825 h 1127125"/>
                  <a:gd name="connsiteX7-167" fmla="*/ 463550 w 866775"/>
                  <a:gd name="connsiteY7-168" fmla="*/ 758825 h 1127125"/>
                  <a:gd name="connsiteX8-169" fmla="*/ 463550 w 866775"/>
                  <a:gd name="connsiteY8-170" fmla="*/ 965200 h 1127125"/>
                  <a:gd name="connsiteX9-171" fmla="*/ 355600 w 866775"/>
                  <a:gd name="connsiteY9-172" fmla="*/ 1082675 h 1127125"/>
                  <a:gd name="connsiteX10-173" fmla="*/ 244475 w 866775"/>
                  <a:gd name="connsiteY10-174" fmla="*/ 1127125 h 1127125"/>
                  <a:gd name="connsiteX11-175" fmla="*/ 393700 w 866775"/>
                  <a:gd name="connsiteY11-176" fmla="*/ 1082675 h 1127125"/>
                  <a:gd name="connsiteX12-177" fmla="*/ 847725 w 866775"/>
                  <a:gd name="connsiteY12-178" fmla="*/ 393700 h 1127125"/>
                  <a:gd name="connsiteX13-179" fmla="*/ 841375 w 866775"/>
                  <a:gd name="connsiteY13-180" fmla="*/ 390525 h 1127125"/>
                  <a:gd name="connsiteX14-181" fmla="*/ 866775 w 866775"/>
                  <a:gd name="connsiteY14-182" fmla="*/ 292100 h 1127125"/>
                  <a:gd name="connsiteX15-183" fmla="*/ 831850 w 866775"/>
                  <a:gd name="connsiteY15-184" fmla="*/ 149225 h 1127125"/>
                  <a:gd name="connsiteX16-185" fmla="*/ 717550 w 866775"/>
                  <a:gd name="connsiteY16-186" fmla="*/ 53975 h 1127125"/>
                  <a:gd name="connsiteX17-187" fmla="*/ 568325 w 866775"/>
                  <a:gd name="connsiteY17-188" fmla="*/ 0 h 1127125"/>
                  <a:gd name="connsiteX18-189" fmla="*/ 457200 w 866775"/>
                  <a:gd name="connsiteY18-190" fmla="*/ 0 h 1127125"/>
                  <a:gd name="connsiteX0-191" fmla="*/ 457200 w 866775"/>
                  <a:gd name="connsiteY0-192" fmla="*/ 0 h 1127125"/>
                  <a:gd name="connsiteX1-193" fmla="*/ 311150 w 866775"/>
                  <a:gd name="connsiteY1-194" fmla="*/ 111125 h 1127125"/>
                  <a:gd name="connsiteX2-195" fmla="*/ 130175 w 866775"/>
                  <a:gd name="connsiteY2-196" fmla="*/ 269875 h 1127125"/>
                  <a:gd name="connsiteX3-197" fmla="*/ 22225 w 866775"/>
                  <a:gd name="connsiteY3-198" fmla="*/ 371475 h 1127125"/>
                  <a:gd name="connsiteX4-199" fmla="*/ 0 w 866775"/>
                  <a:gd name="connsiteY4-200" fmla="*/ 454025 h 1127125"/>
                  <a:gd name="connsiteX5-201" fmla="*/ 44450 w 866775"/>
                  <a:gd name="connsiteY5-202" fmla="*/ 504825 h 1127125"/>
                  <a:gd name="connsiteX6-203" fmla="*/ 314325 w 866775"/>
                  <a:gd name="connsiteY6-204" fmla="*/ 631825 h 1127125"/>
                  <a:gd name="connsiteX7-205" fmla="*/ 444500 w 866775"/>
                  <a:gd name="connsiteY7-206" fmla="*/ 758825 h 1127125"/>
                  <a:gd name="connsiteX8-207" fmla="*/ 463550 w 866775"/>
                  <a:gd name="connsiteY8-208" fmla="*/ 965200 h 1127125"/>
                  <a:gd name="connsiteX9-209" fmla="*/ 355600 w 866775"/>
                  <a:gd name="connsiteY9-210" fmla="*/ 1082675 h 1127125"/>
                  <a:gd name="connsiteX10-211" fmla="*/ 244475 w 866775"/>
                  <a:gd name="connsiteY10-212" fmla="*/ 1127125 h 1127125"/>
                  <a:gd name="connsiteX11-213" fmla="*/ 393700 w 866775"/>
                  <a:gd name="connsiteY11-214" fmla="*/ 1082675 h 1127125"/>
                  <a:gd name="connsiteX12-215" fmla="*/ 847725 w 866775"/>
                  <a:gd name="connsiteY12-216" fmla="*/ 393700 h 1127125"/>
                  <a:gd name="connsiteX13-217" fmla="*/ 841375 w 866775"/>
                  <a:gd name="connsiteY13-218" fmla="*/ 390525 h 1127125"/>
                  <a:gd name="connsiteX14-219" fmla="*/ 866775 w 866775"/>
                  <a:gd name="connsiteY14-220" fmla="*/ 292100 h 1127125"/>
                  <a:gd name="connsiteX15-221" fmla="*/ 831850 w 866775"/>
                  <a:gd name="connsiteY15-222" fmla="*/ 149225 h 1127125"/>
                  <a:gd name="connsiteX16-223" fmla="*/ 717550 w 866775"/>
                  <a:gd name="connsiteY16-224" fmla="*/ 53975 h 1127125"/>
                  <a:gd name="connsiteX17-225" fmla="*/ 568325 w 866775"/>
                  <a:gd name="connsiteY17-226" fmla="*/ 0 h 1127125"/>
                  <a:gd name="connsiteX18-227" fmla="*/ 457200 w 866775"/>
                  <a:gd name="connsiteY18-228" fmla="*/ 0 h 1127125"/>
                  <a:gd name="connsiteX0-229" fmla="*/ 457200 w 866775"/>
                  <a:gd name="connsiteY0-230" fmla="*/ 0 h 1127125"/>
                  <a:gd name="connsiteX1-231" fmla="*/ 311150 w 866775"/>
                  <a:gd name="connsiteY1-232" fmla="*/ 111125 h 1127125"/>
                  <a:gd name="connsiteX2-233" fmla="*/ 130175 w 866775"/>
                  <a:gd name="connsiteY2-234" fmla="*/ 269875 h 1127125"/>
                  <a:gd name="connsiteX3-235" fmla="*/ 22225 w 866775"/>
                  <a:gd name="connsiteY3-236" fmla="*/ 371475 h 1127125"/>
                  <a:gd name="connsiteX4-237" fmla="*/ 0 w 866775"/>
                  <a:gd name="connsiteY4-238" fmla="*/ 454025 h 1127125"/>
                  <a:gd name="connsiteX5-239" fmla="*/ 44450 w 866775"/>
                  <a:gd name="connsiteY5-240" fmla="*/ 504825 h 1127125"/>
                  <a:gd name="connsiteX6-241" fmla="*/ 314325 w 866775"/>
                  <a:gd name="connsiteY6-242" fmla="*/ 631825 h 1127125"/>
                  <a:gd name="connsiteX7-243" fmla="*/ 444500 w 866775"/>
                  <a:gd name="connsiteY7-244" fmla="*/ 758825 h 1127125"/>
                  <a:gd name="connsiteX8-245" fmla="*/ 444500 w 866775"/>
                  <a:gd name="connsiteY8-246" fmla="*/ 962025 h 1127125"/>
                  <a:gd name="connsiteX9-247" fmla="*/ 355600 w 866775"/>
                  <a:gd name="connsiteY9-248" fmla="*/ 1082675 h 1127125"/>
                  <a:gd name="connsiteX10-249" fmla="*/ 244475 w 866775"/>
                  <a:gd name="connsiteY10-250" fmla="*/ 1127125 h 1127125"/>
                  <a:gd name="connsiteX11-251" fmla="*/ 393700 w 866775"/>
                  <a:gd name="connsiteY11-252" fmla="*/ 1082675 h 1127125"/>
                  <a:gd name="connsiteX12-253" fmla="*/ 847725 w 866775"/>
                  <a:gd name="connsiteY12-254" fmla="*/ 393700 h 1127125"/>
                  <a:gd name="connsiteX13-255" fmla="*/ 841375 w 866775"/>
                  <a:gd name="connsiteY13-256" fmla="*/ 390525 h 1127125"/>
                  <a:gd name="connsiteX14-257" fmla="*/ 866775 w 866775"/>
                  <a:gd name="connsiteY14-258" fmla="*/ 292100 h 1127125"/>
                  <a:gd name="connsiteX15-259" fmla="*/ 831850 w 866775"/>
                  <a:gd name="connsiteY15-260" fmla="*/ 149225 h 1127125"/>
                  <a:gd name="connsiteX16-261" fmla="*/ 717550 w 866775"/>
                  <a:gd name="connsiteY16-262" fmla="*/ 53975 h 1127125"/>
                  <a:gd name="connsiteX17-263" fmla="*/ 568325 w 866775"/>
                  <a:gd name="connsiteY17-264" fmla="*/ 0 h 1127125"/>
                  <a:gd name="connsiteX18-265" fmla="*/ 457200 w 866775"/>
                  <a:gd name="connsiteY18-266" fmla="*/ 0 h 1127125"/>
                  <a:gd name="connsiteX0-267" fmla="*/ 457200 w 866775"/>
                  <a:gd name="connsiteY0-268" fmla="*/ 0 h 1127125"/>
                  <a:gd name="connsiteX1-269" fmla="*/ 311150 w 866775"/>
                  <a:gd name="connsiteY1-270" fmla="*/ 111125 h 1127125"/>
                  <a:gd name="connsiteX2-271" fmla="*/ 130175 w 866775"/>
                  <a:gd name="connsiteY2-272" fmla="*/ 269875 h 1127125"/>
                  <a:gd name="connsiteX3-273" fmla="*/ 22225 w 866775"/>
                  <a:gd name="connsiteY3-274" fmla="*/ 371475 h 1127125"/>
                  <a:gd name="connsiteX4-275" fmla="*/ 0 w 866775"/>
                  <a:gd name="connsiteY4-276" fmla="*/ 454025 h 1127125"/>
                  <a:gd name="connsiteX5-277" fmla="*/ 44450 w 866775"/>
                  <a:gd name="connsiteY5-278" fmla="*/ 504825 h 1127125"/>
                  <a:gd name="connsiteX6-279" fmla="*/ 314325 w 866775"/>
                  <a:gd name="connsiteY6-280" fmla="*/ 631825 h 1127125"/>
                  <a:gd name="connsiteX7-281" fmla="*/ 444500 w 866775"/>
                  <a:gd name="connsiteY7-282" fmla="*/ 758825 h 1127125"/>
                  <a:gd name="connsiteX8-283" fmla="*/ 444500 w 866775"/>
                  <a:gd name="connsiteY8-284" fmla="*/ 962025 h 1127125"/>
                  <a:gd name="connsiteX9-285" fmla="*/ 336550 w 866775"/>
                  <a:gd name="connsiteY9-286" fmla="*/ 1069975 h 1127125"/>
                  <a:gd name="connsiteX10-287" fmla="*/ 244475 w 866775"/>
                  <a:gd name="connsiteY10-288" fmla="*/ 1127125 h 1127125"/>
                  <a:gd name="connsiteX11-289" fmla="*/ 393700 w 866775"/>
                  <a:gd name="connsiteY11-290" fmla="*/ 1082675 h 1127125"/>
                  <a:gd name="connsiteX12-291" fmla="*/ 847725 w 866775"/>
                  <a:gd name="connsiteY12-292" fmla="*/ 393700 h 1127125"/>
                  <a:gd name="connsiteX13-293" fmla="*/ 841375 w 866775"/>
                  <a:gd name="connsiteY13-294" fmla="*/ 390525 h 1127125"/>
                  <a:gd name="connsiteX14-295" fmla="*/ 866775 w 866775"/>
                  <a:gd name="connsiteY14-296" fmla="*/ 292100 h 1127125"/>
                  <a:gd name="connsiteX15-297" fmla="*/ 831850 w 866775"/>
                  <a:gd name="connsiteY15-298" fmla="*/ 149225 h 1127125"/>
                  <a:gd name="connsiteX16-299" fmla="*/ 717550 w 866775"/>
                  <a:gd name="connsiteY16-300" fmla="*/ 53975 h 1127125"/>
                  <a:gd name="connsiteX17-301" fmla="*/ 568325 w 866775"/>
                  <a:gd name="connsiteY17-302" fmla="*/ 0 h 1127125"/>
                  <a:gd name="connsiteX18-303" fmla="*/ 457200 w 866775"/>
                  <a:gd name="connsiteY18-304" fmla="*/ 0 h 1127125"/>
                  <a:gd name="connsiteX0-305" fmla="*/ 466725 w 876300"/>
                  <a:gd name="connsiteY0-306" fmla="*/ 0 h 1127125"/>
                  <a:gd name="connsiteX1-307" fmla="*/ 320675 w 876300"/>
                  <a:gd name="connsiteY1-308" fmla="*/ 111125 h 1127125"/>
                  <a:gd name="connsiteX2-309" fmla="*/ 139700 w 876300"/>
                  <a:gd name="connsiteY2-310" fmla="*/ 269875 h 1127125"/>
                  <a:gd name="connsiteX3-311" fmla="*/ 0 w 876300"/>
                  <a:gd name="connsiteY3-312" fmla="*/ 396875 h 1127125"/>
                  <a:gd name="connsiteX4-313" fmla="*/ 9525 w 876300"/>
                  <a:gd name="connsiteY4-314" fmla="*/ 454025 h 1127125"/>
                  <a:gd name="connsiteX5-315" fmla="*/ 53975 w 876300"/>
                  <a:gd name="connsiteY5-316" fmla="*/ 504825 h 1127125"/>
                  <a:gd name="connsiteX6-317" fmla="*/ 323850 w 876300"/>
                  <a:gd name="connsiteY6-318" fmla="*/ 631825 h 1127125"/>
                  <a:gd name="connsiteX7-319" fmla="*/ 454025 w 876300"/>
                  <a:gd name="connsiteY7-320" fmla="*/ 758825 h 1127125"/>
                  <a:gd name="connsiteX8-321" fmla="*/ 454025 w 876300"/>
                  <a:gd name="connsiteY8-322" fmla="*/ 962025 h 1127125"/>
                  <a:gd name="connsiteX9-323" fmla="*/ 346075 w 876300"/>
                  <a:gd name="connsiteY9-324" fmla="*/ 1069975 h 1127125"/>
                  <a:gd name="connsiteX10-325" fmla="*/ 254000 w 876300"/>
                  <a:gd name="connsiteY10-326" fmla="*/ 1127125 h 1127125"/>
                  <a:gd name="connsiteX11-327" fmla="*/ 403225 w 876300"/>
                  <a:gd name="connsiteY11-328" fmla="*/ 1082675 h 1127125"/>
                  <a:gd name="connsiteX12-329" fmla="*/ 857250 w 876300"/>
                  <a:gd name="connsiteY12-330" fmla="*/ 393700 h 1127125"/>
                  <a:gd name="connsiteX13-331" fmla="*/ 850900 w 876300"/>
                  <a:gd name="connsiteY13-332" fmla="*/ 390525 h 1127125"/>
                  <a:gd name="connsiteX14-333" fmla="*/ 876300 w 876300"/>
                  <a:gd name="connsiteY14-334" fmla="*/ 292100 h 1127125"/>
                  <a:gd name="connsiteX15-335" fmla="*/ 841375 w 876300"/>
                  <a:gd name="connsiteY15-336" fmla="*/ 149225 h 1127125"/>
                  <a:gd name="connsiteX16-337" fmla="*/ 727075 w 876300"/>
                  <a:gd name="connsiteY16-338" fmla="*/ 53975 h 1127125"/>
                  <a:gd name="connsiteX17-339" fmla="*/ 577850 w 876300"/>
                  <a:gd name="connsiteY17-340" fmla="*/ 0 h 1127125"/>
                  <a:gd name="connsiteX18-341" fmla="*/ 466725 w 876300"/>
                  <a:gd name="connsiteY18-342" fmla="*/ 0 h 1127125"/>
                  <a:gd name="connsiteX0-343" fmla="*/ 466725 w 876300"/>
                  <a:gd name="connsiteY0-344" fmla="*/ 0 h 1127125"/>
                  <a:gd name="connsiteX1-345" fmla="*/ 320675 w 876300"/>
                  <a:gd name="connsiteY1-346" fmla="*/ 111125 h 1127125"/>
                  <a:gd name="connsiteX2-347" fmla="*/ 139700 w 876300"/>
                  <a:gd name="connsiteY2-348" fmla="*/ 269875 h 1127125"/>
                  <a:gd name="connsiteX3-349" fmla="*/ 0 w 876300"/>
                  <a:gd name="connsiteY3-350" fmla="*/ 396875 h 1127125"/>
                  <a:gd name="connsiteX4-351" fmla="*/ 0 w 876300"/>
                  <a:gd name="connsiteY4-352" fmla="*/ 460375 h 1127125"/>
                  <a:gd name="connsiteX5-353" fmla="*/ 53975 w 876300"/>
                  <a:gd name="connsiteY5-354" fmla="*/ 504825 h 1127125"/>
                  <a:gd name="connsiteX6-355" fmla="*/ 323850 w 876300"/>
                  <a:gd name="connsiteY6-356" fmla="*/ 631825 h 1127125"/>
                  <a:gd name="connsiteX7-357" fmla="*/ 454025 w 876300"/>
                  <a:gd name="connsiteY7-358" fmla="*/ 758825 h 1127125"/>
                  <a:gd name="connsiteX8-359" fmla="*/ 454025 w 876300"/>
                  <a:gd name="connsiteY8-360" fmla="*/ 962025 h 1127125"/>
                  <a:gd name="connsiteX9-361" fmla="*/ 346075 w 876300"/>
                  <a:gd name="connsiteY9-362" fmla="*/ 1069975 h 1127125"/>
                  <a:gd name="connsiteX10-363" fmla="*/ 254000 w 876300"/>
                  <a:gd name="connsiteY10-364" fmla="*/ 1127125 h 1127125"/>
                  <a:gd name="connsiteX11-365" fmla="*/ 403225 w 876300"/>
                  <a:gd name="connsiteY11-366" fmla="*/ 1082675 h 1127125"/>
                  <a:gd name="connsiteX12-367" fmla="*/ 857250 w 876300"/>
                  <a:gd name="connsiteY12-368" fmla="*/ 393700 h 1127125"/>
                  <a:gd name="connsiteX13-369" fmla="*/ 850900 w 876300"/>
                  <a:gd name="connsiteY13-370" fmla="*/ 390525 h 1127125"/>
                  <a:gd name="connsiteX14-371" fmla="*/ 876300 w 876300"/>
                  <a:gd name="connsiteY14-372" fmla="*/ 292100 h 1127125"/>
                  <a:gd name="connsiteX15-373" fmla="*/ 841375 w 876300"/>
                  <a:gd name="connsiteY15-374" fmla="*/ 149225 h 1127125"/>
                  <a:gd name="connsiteX16-375" fmla="*/ 727075 w 876300"/>
                  <a:gd name="connsiteY16-376" fmla="*/ 53975 h 1127125"/>
                  <a:gd name="connsiteX17-377" fmla="*/ 577850 w 876300"/>
                  <a:gd name="connsiteY17-378" fmla="*/ 0 h 1127125"/>
                  <a:gd name="connsiteX18-379" fmla="*/ 466725 w 876300"/>
                  <a:gd name="connsiteY18-380" fmla="*/ 0 h 1127125"/>
                  <a:gd name="connsiteX0-381" fmla="*/ 466725 w 876300"/>
                  <a:gd name="connsiteY0-382" fmla="*/ 0 h 1127125"/>
                  <a:gd name="connsiteX1-383" fmla="*/ 320675 w 876300"/>
                  <a:gd name="connsiteY1-384" fmla="*/ 111125 h 1127125"/>
                  <a:gd name="connsiteX2-385" fmla="*/ 139700 w 876300"/>
                  <a:gd name="connsiteY2-386" fmla="*/ 269875 h 1127125"/>
                  <a:gd name="connsiteX3-387" fmla="*/ 22225 w 876300"/>
                  <a:gd name="connsiteY3-388" fmla="*/ 393700 h 1127125"/>
                  <a:gd name="connsiteX4-389" fmla="*/ 0 w 876300"/>
                  <a:gd name="connsiteY4-390" fmla="*/ 460375 h 1127125"/>
                  <a:gd name="connsiteX5-391" fmla="*/ 53975 w 876300"/>
                  <a:gd name="connsiteY5-392" fmla="*/ 504825 h 1127125"/>
                  <a:gd name="connsiteX6-393" fmla="*/ 323850 w 876300"/>
                  <a:gd name="connsiteY6-394" fmla="*/ 631825 h 1127125"/>
                  <a:gd name="connsiteX7-395" fmla="*/ 454025 w 876300"/>
                  <a:gd name="connsiteY7-396" fmla="*/ 758825 h 1127125"/>
                  <a:gd name="connsiteX8-397" fmla="*/ 454025 w 876300"/>
                  <a:gd name="connsiteY8-398" fmla="*/ 962025 h 1127125"/>
                  <a:gd name="connsiteX9-399" fmla="*/ 346075 w 876300"/>
                  <a:gd name="connsiteY9-400" fmla="*/ 1069975 h 1127125"/>
                  <a:gd name="connsiteX10-401" fmla="*/ 254000 w 876300"/>
                  <a:gd name="connsiteY10-402" fmla="*/ 1127125 h 1127125"/>
                  <a:gd name="connsiteX11-403" fmla="*/ 403225 w 876300"/>
                  <a:gd name="connsiteY11-404" fmla="*/ 1082675 h 1127125"/>
                  <a:gd name="connsiteX12-405" fmla="*/ 857250 w 876300"/>
                  <a:gd name="connsiteY12-406" fmla="*/ 393700 h 1127125"/>
                  <a:gd name="connsiteX13-407" fmla="*/ 850900 w 876300"/>
                  <a:gd name="connsiteY13-408" fmla="*/ 390525 h 1127125"/>
                  <a:gd name="connsiteX14-409" fmla="*/ 876300 w 876300"/>
                  <a:gd name="connsiteY14-410" fmla="*/ 292100 h 1127125"/>
                  <a:gd name="connsiteX15-411" fmla="*/ 841375 w 876300"/>
                  <a:gd name="connsiteY15-412" fmla="*/ 149225 h 1127125"/>
                  <a:gd name="connsiteX16-413" fmla="*/ 727075 w 876300"/>
                  <a:gd name="connsiteY16-414" fmla="*/ 53975 h 1127125"/>
                  <a:gd name="connsiteX17-415" fmla="*/ 577850 w 876300"/>
                  <a:gd name="connsiteY17-416" fmla="*/ 0 h 1127125"/>
                  <a:gd name="connsiteX18-417" fmla="*/ 466725 w 876300"/>
                  <a:gd name="connsiteY18-418" fmla="*/ 0 h 1127125"/>
                  <a:gd name="connsiteX0-419" fmla="*/ 466725 w 876300"/>
                  <a:gd name="connsiteY0-420" fmla="*/ 0 h 1127125"/>
                  <a:gd name="connsiteX1-421" fmla="*/ 320675 w 876300"/>
                  <a:gd name="connsiteY1-422" fmla="*/ 111125 h 1127125"/>
                  <a:gd name="connsiteX2-423" fmla="*/ 139700 w 876300"/>
                  <a:gd name="connsiteY2-424" fmla="*/ 269875 h 1127125"/>
                  <a:gd name="connsiteX3-425" fmla="*/ 22225 w 876300"/>
                  <a:gd name="connsiteY3-426" fmla="*/ 393700 h 1127125"/>
                  <a:gd name="connsiteX4-427" fmla="*/ 0 w 876300"/>
                  <a:gd name="connsiteY4-428" fmla="*/ 460375 h 1127125"/>
                  <a:gd name="connsiteX5-429" fmla="*/ 53975 w 876300"/>
                  <a:gd name="connsiteY5-430" fmla="*/ 504825 h 1127125"/>
                  <a:gd name="connsiteX6-431" fmla="*/ 323850 w 876300"/>
                  <a:gd name="connsiteY6-432" fmla="*/ 631825 h 1127125"/>
                  <a:gd name="connsiteX7-433" fmla="*/ 454025 w 876300"/>
                  <a:gd name="connsiteY7-434" fmla="*/ 758825 h 1127125"/>
                  <a:gd name="connsiteX8-435" fmla="*/ 454025 w 876300"/>
                  <a:gd name="connsiteY8-436" fmla="*/ 962025 h 1127125"/>
                  <a:gd name="connsiteX9-437" fmla="*/ 346075 w 876300"/>
                  <a:gd name="connsiteY9-438" fmla="*/ 1069975 h 1127125"/>
                  <a:gd name="connsiteX10-439" fmla="*/ 228600 w 876300"/>
                  <a:gd name="connsiteY10-440" fmla="*/ 1127125 h 1127125"/>
                  <a:gd name="connsiteX11-441" fmla="*/ 403225 w 876300"/>
                  <a:gd name="connsiteY11-442" fmla="*/ 1082675 h 1127125"/>
                  <a:gd name="connsiteX12-443" fmla="*/ 857250 w 876300"/>
                  <a:gd name="connsiteY12-444" fmla="*/ 393700 h 1127125"/>
                  <a:gd name="connsiteX13-445" fmla="*/ 850900 w 876300"/>
                  <a:gd name="connsiteY13-446" fmla="*/ 390525 h 1127125"/>
                  <a:gd name="connsiteX14-447" fmla="*/ 876300 w 876300"/>
                  <a:gd name="connsiteY14-448" fmla="*/ 292100 h 1127125"/>
                  <a:gd name="connsiteX15-449" fmla="*/ 841375 w 876300"/>
                  <a:gd name="connsiteY15-450" fmla="*/ 149225 h 1127125"/>
                  <a:gd name="connsiteX16-451" fmla="*/ 727075 w 876300"/>
                  <a:gd name="connsiteY16-452" fmla="*/ 53975 h 1127125"/>
                  <a:gd name="connsiteX17-453" fmla="*/ 577850 w 876300"/>
                  <a:gd name="connsiteY17-454" fmla="*/ 0 h 1127125"/>
                  <a:gd name="connsiteX18-455" fmla="*/ 466725 w 876300"/>
                  <a:gd name="connsiteY18-456" fmla="*/ 0 h 1127125"/>
                  <a:gd name="connsiteX0-457" fmla="*/ 466725 w 876300"/>
                  <a:gd name="connsiteY0-458" fmla="*/ 0 h 1122363"/>
                  <a:gd name="connsiteX1-459" fmla="*/ 320675 w 876300"/>
                  <a:gd name="connsiteY1-460" fmla="*/ 111125 h 1122363"/>
                  <a:gd name="connsiteX2-461" fmla="*/ 139700 w 876300"/>
                  <a:gd name="connsiteY2-462" fmla="*/ 269875 h 1122363"/>
                  <a:gd name="connsiteX3-463" fmla="*/ 22225 w 876300"/>
                  <a:gd name="connsiteY3-464" fmla="*/ 393700 h 1122363"/>
                  <a:gd name="connsiteX4-465" fmla="*/ 0 w 876300"/>
                  <a:gd name="connsiteY4-466" fmla="*/ 460375 h 1122363"/>
                  <a:gd name="connsiteX5-467" fmla="*/ 53975 w 876300"/>
                  <a:gd name="connsiteY5-468" fmla="*/ 504825 h 1122363"/>
                  <a:gd name="connsiteX6-469" fmla="*/ 323850 w 876300"/>
                  <a:gd name="connsiteY6-470" fmla="*/ 631825 h 1122363"/>
                  <a:gd name="connsiteX7-471" fmla="*/ 454025 w 876300"/>
                  <a:gd name="connsiteY7-472" fmla="*/ 758825 h 1122363"/>
                  <a:gd name="connsiteX8-473" fmla="*/ 454025 w 876300"/>
                  <a:gd name="connsiteY8-474" fmla="*/ 962025 h 1122363"/>
                  <a:gd name="connsiteX9-475" fmla="*/ 346075 w 876300"/>
                  <a:gd name="connsiteY9-476" fmla="*/ 1069975 h 1122363"/>
                  <a:gd name="connsiteX10-477" fmla="*/ 223838 w 876300"/>
                  <a:gd name="connsiteY10-478" fmla="*/ 1122363 h 1122363"/>
                  <a:gd name="connsiteX11-479" fmla="*/ 403225 w 876300"/>
                  <a:gd name="connsiteY11-480" fmla="*/ 1082675 h 1122363"/>
                  <a:gd name="connsiteX12-481" fmla="*/ 857250 w 876300"/>
                  <a:gd name="connsiteY12-482" fmla="*/ 393700 h 1122363"/>
                  <a:gd name="connsiteX13-483" fmla="*/ 850900 w 876300"/>
                  <a:gd name="connsiteY13-484" fmla="*/ 390525 h 1122363"/>
                  <a:gd name="connsiteX14-485" fmla="*/ 876300 w 876300"/>
                  <a:gd name="connsiteY14-486" fmla="*/ 292100 h 1122363"/>
                  <a:gd name="connsiteX15-487" fmla="*/ 841375 w 876300"/>
                  <a:gd name="connsiteY15-488" fmla="*/ 149225 h 1122363"/>
                  <a:gd name="connsiteX16-489" fmla="*/ 727075 w 876300"/>
                  <a:gd name="connsiteY16-490" fmla="*/ 53975 h 1122363"/>
                  <a:gd name="connsiteX17-491" fmla="*/ 577850 w 876300"/>
                  <a:gd name="connsiteY17-492" fmla="*/ 0 h 1122363"/>
                  <a:gd name="connsiteX18-493" fmla="*/ 466725 w 876300"/>
                  <a:gd name="connsiteY18-494" fmla="*/ 0 h 1122363"/>
                  <a:gd name="connsiteX0-495" fmla="*/ 466725 w 876300"/>
                  <a:gd name="connsiteY0-496" fmla="*/ 0 h 1122363"/>
                  <a:gd name="connsiteX1-497" fmla="*/ 320675 w 876300"/>
                  <a:gd name="connsiteY1-498" fmla="*/ 111125 h 1122363"/>
                  <a:gd name="connsiteX2-499" fmla="*/ 139700 w 876300"/>
                  <a:gd name="connsiteY2-500" fmla="*/ 269875 h 1122363"/>
                  <a:gd name="connsiteX3-501" fmla="*/ 22225 w 876300"/>
                  <a:gd name="connsiteY3-502" fmla="*/ 393700 h 1122363"/>
                  <a:gd name="connsiteX4-503" fmla="*/ 0 w 876300"/>
                  <a:gd name="connsiteY4-504" fmla="*/ 460375 h 1122363"/>
                  <a:gd name="connsiteX5-505" fmla="*/ 53975 w 876300"/>
                  <a:gd name="connsiteY5-506" fmla="*/ 504825 h 1122363"/>
                  <a:gd name="connsiteX6-507" fmla="*/ 323850 w 876300"/>
                  <a:gd name="connsiteY6-508" fmla="*/ 631825 h 1122363"/>
                  <a:gd name="connsiteX7-509" fmla="*/ 454025 w 876300"/>
                  <a:gd name="connsiteY7-510" fmla="*/ 758825 h 1122363"/>
                  <a:gd name="connsiteX8-511" fmla="*/ 454025 w 876300"/>
                  <a:gd name="connsiteY8-512" fmla="*/ 962025 h 1122363"/>
                  <a:gd name="connsiteX9-513" fmla="*/ 346075 w 876300"/>
                  <a:gd name="connsiteY9-514" fmla="*/ 1069975 h 1122363"/>
                  <a:gd name="connsiteX10-515" fmla="*/ 223838 w 876300"/>
                  <a:gd name="connsiteY10-516" fmla="*/ 1122363 h 1122363"/>
                  <a:gd name="connsiteX11-517" fmla="*/ 386556 w 876300"/>
                  <a:gd name="connsiteY11-518" fmla="*/ 1063625 h 1122363"/>
                  <a:gd name="connsiteX12-519" fmla="*/ 857250 w 876300"/>
                  <a:gd name="connsiteY12-520" fmla="*/ 393700 h 1122363"/>
                  <a:gd name="connsiteX13-521" fmla="*/ 850900 w 876300"/>
                  <a:gd name="connsiteY13-522" fmla="*/ 390525 h 1122363"/>
                  <a:gd name="connsiteX14-523" fmla="*/ 876300 w 876300"/>
                  <a:gd name="connsiteY14-524" fmla="*/ 292100 h 1122363"/>
                  <a:gd name="connsiteX15-525" fmla="*/ 841375 w 876300"/>
                  <a:gd name="connsiteY15-526" fmla="*/ 149225 h 1122363"/>
                  <a:gd name="connsiteX16-527" fmla="*/ 727075 w 876300"/>
                  <a:gd name="connsiteY16-528" fmla="*/ 53975 h 1122363"/>
                  <a:gd name="connsiteX17-529" fmla="*/ 577850 w 876300"/>
                  <a:gd name="connsiteY17-530" fmla="*/ 0 h 1122363"/>
                  <a:gd name="connsiteX18-531" fmla="*/ 466725 w 876300"/>
                  <a:gd name="connsiteY18-532" fmla="*/ 0 h 1122363"/>
                  <a:gd name="connsiteX0-533" fmla="*/ 466725 w 876300"/>
                  <a:gd name="connsiteY0-534" fmla="*/ 0 h 1122363"/>
                  <a:gd name="connsiteX1-535" fmla="*/ 320675 w 876300"/>
                  <a:gd name="connsiteY1-536" fmla="*/ 111125 h 1122363"/>
                  <a:gd name="connsiteX2-537" fmla="*/ 139700 w 876300"/>
                  <a:gd name="connsiteY2-538" fmla="*/ 269875 h 1122363"/>
                  <a:gd name="connsiteX3-539" fmla="*/ 22225 w 876300"/>
                  <a:gd name="connsiteY3-540" fmla="*/ 393700 h 1122363"/>
                  <a:gd name="connsiteX4-541" fmla="*/ 0 w 876300"/>
                  <a:gd name="connsiteY4-542" fmla="*/ 460375 h 1122363"/>
                  <a:gd name="connsiteX5-543" fmla="*/ 53975 w 876300"/>
                  <a:gd name="connsiteY5-544" fmla="*/ 504825 h 1122363"/>
                  <a:gd name="connsiteX6-545" fmla="*/ 323850 w 876300"/>
                  <a:gd name="connsiteY6-546" fmla="*/ 631825 h 1122363"/>
                  <a:gd name="connsiteX7-547" fmla="*/ 454025 w 876300"/>
                  <a:gd name="connsiteY7-548" fmla="*/ 758825 h 1122363"/>
                  <a:gd name="connsiteX8-549" fmla="*/ 454025 w 876300"/>
                  <a:gd name="connsiteY8-550" fmla="*/ 962025 h 1122363"/>
                  <a:gd name="connsiteX9-551" fmla="*/ 346075 w 876300"/>
                  <a:gd name="connsiteY9-552" fmla="*/ 1069975 h 1122363"/>
                  <a:gd name="connsiteX10-553" fmla="*/ 223838 w 876300"/>
                  <a:gd name="connsiteY10-554" fmla="*/ 1122363 h 1122363"/>
                  <a:gd name="connsiteX11-555" fmla="*/ 422275 w 876300"/>
                  <a:gd name="connsiteY11-556" fmla="*/ 1030288 h 1122363"/>
                  <a:gd name="connsiteX12-557" fmla="*/ 857250 w 876300"/>
                  <a:gd name="connsiteY12-558" fmla="*/ 393700 h 1122363"/>
                  <a:gd name="connsiteX13-559" fmla="*/ 850900 w 876300"/>
                  <a:gd name="connsiteY13-560" fmla="*/ 390525 h 1122363"/>
                  <a:gd name="connsiteX14-561" fmla="*/ 876300 w 876300"/>
                  <a:gd name="connsiteY14-562" fmla="*/ 292100 h 1122363"/>
                  <a:gd name="connsiteX15-563" fmla="*/ 841375 w 876300"/>
                  <a:gd name="connsiteY15-564" fmla="*/ 149225 h 1122363"/>
                  <a:gd name="connsiteX16-565" fmla="*/ 727075 w 876300"/>
                  <a:gd name="connsiteY16-566" fmla="*/ 53975 h 1122363"/>
                  <a:gd name="connsiteX17-567" fmla="*/ 577850 w 876300"/>
                  <a:gd name="connsiteY17-568" fmla="*/ 0 h 1122363"/>
                  <a:gd name="connsiteX18-569" fmla="*/ 466725 w 876300"/>
                  <a:gd name="connsiteY18-570" fmla="*/ 0 h 1122363"/>
                  <a:gd name="connsiteX0-571" fmla="*/ 466725 w 876300"/>
                  <a:gd name="connsiteY0-572" fmla="*/ 0 h 1122363"/>
                  <a:gd name="connsiteX1-573" fmla="*/ 320675 w 876300"/>
                  <a:gd name="connsiteY1-574" fmla="*/ 111125 h 1122363"/>
                  <a:gd name="connsiteX2-575" fmla="*/ 139700 w 876300"/>
                  <a:gd name="connsiteY2-576" fmla="*/ 269875 h 1122363"/>
                  <a:gd name="connsiteX3-577" fmla="*/ 22225 w 876300"/>
                  <a:gd name="connsiteY3-578" fmla="*/ 393700 h 1122363"/>
                  <a:gd name="connsiteX4-579" fmla="*/ 0 w 876300"/>
                  <a:gd name="connsiteY4-580" fmla="*/ 460375 h 1122363"/>
                  <a:gd name="connsiteX5-581" fmla="*/ 53975 w 876300"/>
                  <a:gd name="connsiteY5-582" fmla="*/ 504825 h 1122363"/>
                  <a:gd name="connsiteX6-583" fmla="*/ 323850 w 876300"/>
                  <a:gd name="connsiteY6-584" fmla="*/ 631825 h 1122363"/>
                  <a:gd name="connsiteX7-585" fmla="*/ 454025 w 876300"/>
                  <a:gd name="connsiteY7-586" fmla="*/ 758825 h 1122363"/>
                  <a:gd name="connsiteX8-587" fmla="*/ 454025 w 876300"/>
                  <a:gd name="connsiteY8-588" fmla="*/ 962025 h 1122363"/>
                  <a:gd name="connsiteX9-589" fmla="*/ 346075 w 876300"/>
                  <a:gd name="connsiteY9-590" fmla="*/ 1069975 h 1122363"/>
                  <a:gd name="connsiteX10-591" fmla="*/ 223838 w 876300"/>
                  <a:gd name="connsiteY10-592" fmla="*/ 1122363 h 1122363"/>
                  <a:gd name="connsiteX11-593" fmla="*/ 422275 w 876300"/>
                  <a:gd name="connsiteY11-594" fmla="*/ 1030288 h 1122363"/>
                  <a:gd name="connsiteX12-595" fmla="*/ 857250 w 876300"/>
                  <a:gd name="connsiteY12-596" fmla="*/ 393700 h 1122363"/>
                  <a:gd name="connsiteX13-597" fmla="*/ 860425 w 876300"/>
                  <a:gd name="connsiteY13-598" fmla="*/ 385763 h 1122363"/>
                  <a:gd name="connsiteX14-599" fmla="*/ 876300 w 876300"/>
                  <a:gd name="connsiteY14-600" fmla="*/ 292100 h 1122363"/>
                  <a:gd name="connsiteX15-601" fmla="*/ 841375 w 876300"/>
                  <a:gd name="connsiteY15-602" fmla="*/ 149225 h 1122363"/>
                  <a:gd name="connsiteX16-603" fmla="*/ 727075 w 876300"/>
                  <a:gd name="connsiteY16-604" fmla="*/ 53975 h 1122363"/>
                  <a:gd name="connsiteX17-605" fmla="*/ 577850 w 876300"/>
                  <a:gd name="connsiteY17-606" fmla="*/ 0 h 1122363"/>
                  <a:gd name="connsiteX18-607" fmla="*/ 466725 w 876300"/>
                  <a:gd name="connsiteY18-608" fmla="*/ 0 h 1122363"/>
                  <a:gd name="connsiteX0-609" fmla="*/ 466725 w 876300"/>
                  <a:gd name="connsiteY0-610" fmla="*/ 0 h 1122363"/>
                  <a:gd name="connsiteX1-611" fmla="*/ 320675 w 876300"/>
                  <a:gd name="connsiteY1-612" fmla="*/ 111125 h 1122363"/>
                  <a:gd name="connsiteX2-613" fmla="*/ 139700 w 876300"/>
                  <a:gd name="connsiteY2-614" fmla="*/ 269875 h 1122363"/>
                  <a:gd name="connsiteX3-615" fmla="*/ 22225 w 876300"/>
                  <a:gd name="connsiteY3-616" fmla="*/ 393700 h 1122363"/>
                  <a:gd name="connsiteX4-617" fmla="*/ 0 w 876300"/>
                  <a:gd name="connsiteY4-618" fmla="*/ 460375 h 1122363"/>
                  <a:gd name="connsiteX5-619" fmla="*/ 53975 w 876300"/>
                  <a:gd name="connsiteY5-620" fmla="*/ 504825 h 1122363"/>
                  <a:gd name="connsiteX6-621" fmla="*/ 323850 w 876300"/>
                  <a:gd name="connsiteY6-622" fmla="*/ 631825 h 1122363"/>
                  <a:gd name="connsiteX7-623" fmla="*/ 454025 w 876300"/>
                  <a:gd name="connsiteY7-624" fmla="*/ 758825 h 1122363"/>
                  <a:gd name="connsiteX8-625" fmla="*/ 454025 w 876300"/>
                  <a:gd name="connsiteY8-626" fmla="*/ 962025 h 1122363"/>
                  <a:gd name="connsiteX9-627" fmla="*/ 346075 w 876300"/>
                  <a:gd name="connsiteY9-628" fmla="*/ 1069975 h 1122363"/>
                  <a:gd name="connsiteX10-629" fmla="*/ 223838 w 876300"/>
                  <a:gd name="connsiteY10-630" fmla="*/ 1122363 h 1122363"/>
                  <a:gd name="connsiteX11-631" fmla="*/ 422275 w 876300"/>
                  <a:gd name="connsiteY11-632" fmla="*/ 1030288 h 1122363"/>
                  <a:gd name="connsiteX12-633" fmla="*/ 857250 w 876300"/>
                  <a:gd name="connsiteY12-634" fmla="*/ 393700 h 1122363"/>
                  <a:gd name="connsiteX13-635" fmla="*/ 869950 w 876300"/>
                  <a:gd name="connsiteY13-636" fmla="*/ 376238 h 1122363"/>
                  <a:gd name="connsiteX14-637" fmla="*/ 876300 w 876300"/>
                  <a:gd name="connsiteY14-638" fmla="*/ 292100 h 1122363"/>
                  <a:gd name="connsiteX15-639" fmla="*/ 841375 w 876300"/>
                  <a:gd name="connsiteY15-640" fmla="*/ 149225 h 1122363"/>
                  <a:gd name="connsiteX16-641" fmla="*/ 727075 w 876300"/>
                  <a:gd name="connsiteY16-642" fmla="*/ 53975 h 1122363"/>
                  <a:gd name="connsiteX17-643" fmla="*/ 577850 w 876300"/>
                  <a:gd name="connsiteY17-644" fmla="*/ 0 h 1122363"/>
                  <a:gd name="connsiteX18-645" fmla="*/ 466725 w 876300"/>
                  <a:gd name="connsiteY18-646" fmla="*/ 0 h 1122363"/>
                  <a:gd name="connsiteX0-647" fmla="*/ 466725 w 876300"/>
                  <a:gd name="connsiteY0-648" fmla="*/ 0 h 1122363"/>
                  <a:gd name="connsiteX1-649" fmla="*/ 320675 w 876300"/>
                  <a:gd name="connsiteY1-650" fmla="*/ 111125 h 1122363"/>
                  <a:gd name="connsiteX2-651" fmla="*/ 139700 w 876300"/>
                  <a:gd name="connsiteY2-652" fmla="*/ 269875 h 1122363"/>
                  <a:gd name="connsiteX3-653" fmla="*/ 22225 w 876300"/>
                  <a:gd name="connsiteY3-654" fmla="*/ 393700 h 1122363"/>
                  <a:gd name="connsiteX4-655" fmla="*/ 0 w 876300"/>
                  <a:gd name="connsiteY4-656" fmla="*/ 460375 h 1122363"/>
                  <a:gd name="connsiteX5-657" fmla="*/ 53975 w 876300"/>
                  <a:gd name="connsiteY5-658" fmla="*/ 504825 h 1122363"/>
                  <a:gd name="connsiteX6-659" fmla="*/ 323850 w 876300"/>
                  <a:gd name="connsiteY6-660" fmla="*/ 631825 h 1122363"/>
                  <a:gd name="connsiteX7-661" fmla="*/ 454025 w 876300"/>
                  <a:gd name="connsiteY7-662" fmla="*/ 758825 h 1122363"/>
                  <a:gd name="connsiteX8-663" fmla="*/ 454025 w 876300"/>
                  <a:gd name="connsiteY8-664" fmla="*/ 962025 h 1122363"/>
                  <a:gd name="connsiteX9-665" fmla="*/ 346075 w 876300"/>
                  <a:gd name="connsiteY9-666" fmla="*/ 1069975 h 1122363"/>
                  <a:gd name="connsiteX10-667" fmla="*/ 223838 w 876300"/>
                  <a:gd name="connsiteY10-668" fmla="*/ 1122363 h 1122363"/>
                  <a:gd name="connsiteX11-669" fmla="*/ 422275 w 876300"/>
                  <a:gd name="connsiteY11-670" fmla="*/ 1030288 h 1122363"/>
                  <a:gd name="connsiteX12-671" fmla="*/ 869950 w 876300"/>
                  <a:gd name="connsiteY12-672" fmla="*/ 376238 h 1122363"/>
                  <a:gd name="connsiteX13-673" fmla="*/ 876300 w 876300"/>
                  <a:gd name="connsiteY13-674" fmla="*/ 292100 h 1122363"/>
                  <a:gd name="connsiteX14-675" fmla="*/ 841375 w 876300"/>
                  <a:gd name="connsiteY14-676" fmla="*/ 149225 h 1122363"/>
                  <a:gd name="connsiteX15-677" fmla="*/ 727075 w 876300"/>
                  <a:gd name="connsiteY15-678" fmla="*/ 53975 h 1122363"/>
                  <a:gd name="connsiteX16-679" fmla="*/ 577850 w 876300"/>
                  <a:gd name="connsiteY16-680" fmla="*/ 0 h 1122363"/>
                  <a:gd name="connsiteX17-681" fmla="*/ 466725 w 876300"/>
                  <a:gd name="connsiteY17-682" fmla="*/ 0 h 1122363"/>
                  <a:gd name="connsiteX0-683" fmla="*/ 466725 w 876300"/>
                  <a:gd name="connsiteY0-684" fmla="*/ 0 h 1122363"/>
                  <a:gd name="connsiteX1-685" fmla="*/ 320675 w 876300"/>
                  <a:gd name="connsiteY1-686" fmla="*/ 111125 h 1122363"/>
                  <a:gd name="connsiteX2-687" fmla="*/ 139700 w 876300"/>
                  <a:gd name="connsiteY2-688" fmla="*/ 269875 h 1122363"/>
                  <a:gd name="connsiteX3-689" fmla="*/ 22225 w 876300"/>
                  <a:gd name="connsiteY3-690" fmla="*/ 393700 h 1122363"/>
                  <a:gd name="connsiteX4-691" fmla="*/ 0 w 876300"/>
                  <a:gd name="connsiteY4-692" fmla="*/ 460375 h 1122363"/>
                  <a:gd name="connsiteX5-693" fmla="*/ 53975 w 876300"/>
                  <a:gd name="connsiteY5-694" fmla="*/ 504825 h 1122363"/>
                  <a:gd name="connsiteX6-695" fmla="*/ 323850 w 876300"/>
                  <a:gd name="connsiteY6-696" fmla="*/ 631825 h 1122363"/>
                  <a:gd name="connsiteX7-697" fmla="*/ 454025 w 876300"/>
                  <a:gd name="connsiteY7-698" fmla="*/ 758825 h 1122363"/>
                  <a:gd name="connsiteX8-699" fmla="*/ 454025 w 876300"/>
                  <a:gd name="connsiteY8-700" fmla="*/ 962025 h 1122363"/>
                  <a:gd name="connsiteX9-701" fmla="*/ 346075 w 876300"/>
                  <a:gd name="connsiteY9-702" fmla="*/ 1069975 h 1122363"/>
                  <a:gd name="connsiteX10-703" fmla="*/ 223838 w 876300"/>
                  <a:gd name="connsiteY10-704" fmla="*/ 1122363 h 1122363"/>
                  <a:gd name="connsiteX11-705" fmla="*/ 422275 w 876300"/>
                  <a:gd name="connsiteY11-706" fmla="*/ 1030288 h 1122363"/>
                  <a:gd name="connsiteX12-707" fmla="*/ 869950 w 876300"/>
                  <a:gd name="connsiteY12-708" fmla="*/ 376238 h 1122363"/>
                  <a:gd name="connsiteX13-709" fmla="*/ 876300 w 876300"/>
                  <a:gd name="connsiteY13-710" fmla="*/ 292100 h 1122363"/>
                  <a:gd name="connsiteX14-711" fmla="*/ 841375 w 876300"/>
                  <a:gd name="connsiteY14-712" fmla="*/ 149225 h 1122363"/>
                  <a:gd name="connsiteX15-713" fmla="*/ 727075 w 876300"/>
                  <a:gd name="connsiteY15-714" fmla="*/ 53975 h 1122363"/>
                  <a:gd name="connsiteX16-715" fmla="*/ 577850 w 876300"/>
                  <a:gd name="connsiteY16-716" fmla="*/ 0 h 1122363"/>
                  <a:gd name="connsiteX17-717" fmla="*/ 466725 w 876300"/>
                  <a:gd name="connsiteY17-718" fmla="*/ 0 h 1122363"/>
                  <a:gd name="connsiteX0-719" fmla="*/ 466725 w 876311"/>
                  <a:gd name="connsiteY0-720" fmla="*/ 0 h 1122363"/>
                  <a:gd name="connsiteX1-721" fmla="*/ 320675 w 876311"/>
                  <a:gd name="connsiteY1-722" fmla="*/ 111125 h 1122363"/>
                  <a:gd name="connsiteX2-723" fmla="*/ 139700 w 876311"/>
                  <a:gd name="connsiteY2-724" fmla="*/ 269875 h 1122363"/>
                  <a:gd name="connsiteX3-725" fmla="*/ 22225 w 876311"/>
                  <a:gd name="connsiteY3-726" fmla="*/ 393700 h 1122363"/>
                  <a:gd name="connsiteX4-727" fmla="*/ 0 w 876311"/>
                  <a:gd name="connsiteY4-728" fmla="*/ 460375 h 1122363"/>
                  <a:gd name="connsiteX5-729" fmla="*/ 53975 w 876311"/>
                  <a:gd name="connsiteY5-730" fmla="*/ 504825 h 1122363"/>
                  <a:gd name="connsiteX6-731" fmla="*/ 323850 w 876311"/>
                  <a:gd name="connsiteY6-732" fmla="*/ 631825 h 1122363"/>
                  <a:gd name="connsiteX7-733" fmla="*/ 454025 w 876311"/>
                  <a:gd name="connsiteY7-734" fmla="*/ 758825 h 1122363"/>
                  <a:gd name="connsiteX8-735" fmla="*/ 454025 w 876311"/>
                  <a:gd name="connsiteY8-736" fmla="*/ 962025 h 1122363"/>
                  <a:gd name="connsiteX9-737" fmla="*/ 346075 w 876311"/>
                  <a:gd name="connsiteY9-738" fmla="*/ 1069975 h 1122363"/>
                  <a:gd name="connsiteX10-739" fmla="*/ 223838 w 876311"/>
                  <a:gd name="connsiteY10-740" fmla="*/ 1122363 h 1122363"/>
                  <a:gd name="connsiteX11-741" fmla="*/ 422275 w 876311"/>
                  <a:gd name="connsiteY11-742" fmla="*/ 1030288 h 1122363"/>
                  <a:gd name="connsiteX12-743" fmla="*/ 869950 w 876311"/>
                  <a:gd name="connsiteY12-744" fmla="*/ 376238 h 1122363"/>
                  <a:gd name="connsiteX13-745" fmla="*/ 876300 w 876311"/>
                  <a:gd name="connsiteY13-746" fmla="*/ 292100 h 1122363"/>
                  <a:gd name="connsiteX14-747" fmla="*/ 841375 w 876311"/>
                  <a:gd name="connsiteY14-748" fmla="*/ 149225 h 1122363"/>
                  <a:gd name="connsiteX15-749" fmla="*/ 727075 w 876311"/>
                  <a:gd name="connsiteY15-750" fmla="*/ 53975 h 1122363"/>
                  <a:gd name="connsiteX16-751" fmla="*/ 577850 w 876311"/>
                  <a:gd name="connsiteY16-752" fmla="*/ 0 h 1122363"/>
                  <a:gd name="connsiteX17-753" fmla="*/ 466725 w 876311"/>
                  <a:gd name="connsiteY17-754" fmla="*/ 0 h 1122363"/>
                  <a:gd name="connsiteX0-755" fmla="*/ 466725 w 876311"/>
                  <a:gd name="connsiteY0-756" fmla="*/ 0 h 1122363"/>
                  <a:gd name="connsiteX1-757" fmla="*/ 320675 w 876311"/>
                  <a:gd name="connsiteY1-758" fmla="*/ 111125 h 1122363"/>
                  <a:gd name="connsiteX2-759" fmla="*/ 139700 w 876311"/>
                  <a:gd name="connsiteY2-760" fmla="*/ 269875 h 1122363"/>
                  <a:gd name="connsiteX3-761" fmla="*/ 22225 w 876311"/>
                  <a:gd name="connsiteY3-762" fmla="*/ 393700 h 1122363"/>
                  <a:gd name="connsiteX4-763" fmla="*/ 0 w 876311"/>
                  <a:gd name="connsiteY4-764" fmla="*/ 460375 h 1122363"/>
                  <a:gd name="connsiteX5-765" fmla="*/ 53975 w 876311"/>
                  <a:gd name="connsiteY5-766" fmla="*/ 504825 h 1122363"/>
                  <a:gd name="connsiteX6-767" fmla="*/ 323850 w 876311"/>
                  <a:gd name="connsiteY6-768" fmla="*/ 631825 h 1122363"/>
                  <a:gd name="connsiteX7-769" fmla="*/ 454025 w 876311"/>
                  <a:gd name="connsiteY7-770" fmla="*/ 758825 h 1122363"/>
                  <a:gd name="connsiteX8-771" fmla="*/ 454025 w 876311"/>
                  <a:gd name="connsiteY8-772" fmla="*/ 962025 h 1122363"/>
                  <a:gd name="connsiteX9-773" fmla="*/ 346075 w 876311"/>
                  <a:gd name="connsiteY9-774" fmla="*/ 1069975 h 1122363"/>
                  <a:gd name="connsiteX10-775" fmla="*/ 223838 w 876311"/>
                  <a:gd name="connsiteY10-776" fmla="*/ 1122363 h 1122363"/>
                  <a:gd name="connsiteX11-777" fmla="*/ 422275 w 876311"/>
                  <a:gd name="connsiteY11-778" fmla="*/ 1030288 h 1122363"/>
                  <a:gd name="connsiteX12-779" fmla="*/ 869950 w 876311"/>
                  <a:gd name="connsiteY12-780" fmla="*/ 376238 h 1122363"/>
                  <a:gd name="connsiteX13-781" fmla="*/ 876300 w 876311"/>
                  <a:gd name="connsiteY13-782" fmla="*/ 292100 h 1122363"/>
                  <a:gd name="connsiteX14-783" fmla="*/ 841375 w 876311"/>
                  <a:gd name="connsiteY14-784" fmla="*/ 149225 h 1122363"/>
                  <a:gd name="connsiteX15-785" fmla="*/ 727075 w 876311"/>
                  <a:gd name="connsiteY15-786" fmla="*/ 53975 h 1122363"/>
                  <a:gd name="connsiteX16-787" fmla="*/ 577850 w 876311"/>
                  <a:gd name="connsiteY16-788" fmla="*/ 0 h 1122363"/>
                  <a:gd name="connsiteX17-789" fmla="*/ 466725 w 876311"/>
                  <a:gd name="connsiteY17-790" fmla="*/ 0 h 1122363"/>
                  <a:gd name="connsiteX0-791" fmla="*/ 466725 w 876311"/>
                  <a:gd name="connsiteY0-792" fmla="*/ 0 h 1122363"/>
                  <a:gd name="connsiteX1-793" fmla="*/ 320675 w 876311"/>
                  <a:gd name="connsiteY1-794" fmla="*/ 111125 h 1122363"/>
                  <a:gd name="connsiteX2-795" fmla="*/ 139700 w 876311"/>
                  <a:gd name="connsiteY2-796" fmla="*/ 269875 h 1122363"/>
                  <a:gd name="connsiteX3-797" fmla="*/ 22225 w 876311"/>
                  <a:gd name="connsiteY3-798" fmla="*/ 393700 h 1122363"/>
                  <a:gd name="connsiteX4-799" fmla="*/ 0 w 876311"/>
                  <a:gd name="connsiteY4-800" fmla="*/ 460375 h 1122363"/>
                  <a:gd name="connsiteX5-801" fmla="*/ 53975 w 876311"/>
                  <a:gd name="connsiteY5-802" fmla="*/ 504825 h 1122363"/>
                  <a:gd name="connsiteX6-803" fmla="*/ 323850 w 876311"/>
                  <a:gd name="connsiteY6-804" fmla="*/ 631825 h 1122363"/>
                  <a:gd name="connsiteX7-805" fmla="*/ 454025 w 876311"/>
                  <a:gd name="connsiteY7-806" fmla="*/ 758825 h 1122363"/>
                  <a:gd name="connsiteX8-807" fmla="*/ 454025 w 876311"/>
                  <a:gd name="connsiteY8-808" fmla="*/ 962025 h 1122363"/>
                  <a:gd name="connsiteX9-809" fmla="*/ 346075 w 876311"/>
                  <a:gd name="connsiteY9-810" fmla="*/ 1069975 h 1122363"/>
                  <a:gd name="connsiteX10-811" fmla="*/ 223838 w 876311"/>
                  <a:gd name="connsiteY10-812" fmla="*/ 1122363 h 1122363"/>
                  <a:gd name="connsiteX11-813" fmla="*/ 422275 w 876311"/>
                  <a:gd name="connsiteY11-814" fmla="*/ 1030288 h 1122363"/>
                  <a:gd name="connsiteX12-815" fmla="*/ 869950 w 876311"/>
                  <a:gd name="connsiteY12-816" fmla="*/ 376238 h 1122363"/>
                  <a:gd name="connsiteX13-817" fmla="*/ 876300 w 876311"/>
                  <a:gd name="connsiteY13-818" fmla="*/ 292100 h 1122363"/>
                  <a:gd name="connsiteX14-819" fmla="*/ 841375 w 876311"/>
                  <a:gd name="connsiteY14-820" fmla="*/ 149225 h 1122363"/>
                  <a:gd name="connsiteX15-821" fmla="*/ 727075 w 876311"/>
                  <a:gd name="connsiteY15-822" fmla="*/ 53975 h 1122363"/>
                  <a:gd name="connsiteX16-823" fmla="*/ 577850 w 876311"/>
                  <a:gd name="connsiteY16-824" fmla="*/ 0 h 1122363"/>
                  <a:gd name="connsiteX17-825" fmla="*/ 466725 w 876311"/>
                  <a:gd name="connsiteY17-826" fmla="*/ 0 h 1122363"/>
                  <a:gd name="connsiteX0-827" fmla="*/ 466725 w 876311"/>
                  <a:gd name="connsiteY0-828" fmla="*/ 0 h 1122363"/>
                  <a:gd name="connsiteX1-829" fmla="*/ 320675 w 876311"/>
                  <a:gd name="connsiteY1-830" fmla="*/ 111125 h 1122363"/>
                  <a:gd name="connsiteX2-831" fmla="*/ 139700 w 876311"/>
                  <a:gd name="connsiteY2-832" fmla="*/ 269875 h 1122363"/>
                  <a:gd name="connsiteX3-833" fmla="*/ 22225 w 876311"/>
                  <a:gd name="connsiteY3-834" fmla="*/ 393700 h 1122363"/>
                  <a:gd name="connsiteX4-835" fmla="*/ 0 w 876311"/>
                  <a:gd name="connsiteY4-836" fmla="*/ 460375 h 1122363"/>
                  <a:gd name="connsiteX5-837" fmla="*/ 53975 w 876311"/>
                  <a:gd name="connsiteY5-838" fmla="*/ 504825 h 1122363"/>
                  <a:gd name="connsiteX6-839" fmla="*/ 323850 w 876311"/>
                  <a:gd name="connsiteY6-840" fmla="*/ 631825 h 1122363"/>
                  <a:gd name="connsiteX7-841" fmla="*/ 454025 w 876311"/>
                  <a:gd name="connsiteY7-842" fmla="*/ 758825 h 1122363"/>
                  <a:gd name="connsiteX8-843" fmla="*/ 454025 w 876311"/>
                  <a:gd name="connsiteY8-844" fmla="*/ 962025 h 1122363"/>
                  <a:gd name="connsiteX9-845" fmla="*/ 346075 w 876311"/>
                  <a:gd name="connsiteY9-846" fmla="*/ 1069975 h 1122363"/>
                  <a:gd name="connsiteX10-847" fmla="*/ 223838 w 876311"/>
                  <a:gd name="connsiteY10-848" fmla="*/ 1122363 h 1122363"/>
                  <a:gd name="connsiteX11-849" fmla="*/ 422275 w 876311"/>
                  <a:gd name="connsiteY11-850" fmla="*/ 1030288 h 1122363"/>
                  <a:gd name="connsiteX12-851" fmla="*/ 869950 w 876311"/>
                  <a:gd name="connsiteY12-852" fmla="*/ 376238 h 1122363"/>
                  <a:gd name="connsiteX13-853" fmla="*/ 876300 w 876311"/>
                  <a:gd name="connsiteY13-854" fmla="*/ 292100 h 1122363"/>
                  <a:gd name="connsiteX14-855" fmla="*/ 841375 w 876311"/>
                  <a:gd name="connsiteY14-856" fmla="*/ 149225 h 1122363"/>
                  <a:gd name="connsiteX15-857" fmla="*/ 727075 w 876311"/>
                  <a:gd name="connsiteY15-858" fmla="*/ 53975 h 1122363"/>
                  <a:gd name="connsiteX16-859" fmla="*/ 577850 w 876311"/>
                  <a:gd name="connsiteY16-860" fmla="*/ 0 h 1122363"/>
                  <a:gd name="connsiteX17-861" fmla="*/ 466725 w 876311"/>
                  <a:gd name="connsiteY17-862" fmla="*/ 0 h 1122363"/>
                  <a:gd name="connsiteX0-863" fmla="*/ 466725 w 876311"/>
                  <a:gd name="connsiteY0-864" fmla="*/ 0 h 1122363"/>
                  <a:gd name="connsiteX1-865" fmla="*/ 320675 w 876311"/>
                  <a:gd name="connsiteY1-866" fmla="*/ 111125 h 1122363"/>
                  <a:gd name="connsiteX2-867" fmla="*/ 139700 w 876311"/>
                  <a:gd name="connsiteY2-868" fmla="*/ 269875 h 1122363"/>
                  <a:gd name="connsiteX3-869" fmla="*/ 22225 w 876311"/>
                  <a:gd name="connsiteY3-870" fmla="*/ 393700 h 1122363"/>
                  <a:gd name="connsiteX4-871" fmla="*/ 0 w 876311"/>
                  <a:gd name="connsiteY4-872" fmla="*/ 460375 h 1122363"/>
                  <a:gd name="connsiteX5-873" fmla="*/ 53975 w 876311"/>
                  <a:gd name="connsiteY5-874" fmla="*/ 504825 h 1122363"/>
                  <a:gd name="connsiteX6-875" fmla="*/ 323850 w 876311"/>
                  <a:gd name="connsiteY6-876" fmla="*/ 631825 h 1122363"/>
                  <a:gd name="connsiteX7-877" fmla="*/ 454025 w 876311"/>
                  <a:gd name="connsiteY7-878" fmla="*/ 758825 h 1122363"/>
                  <a:gd name="connsiteX8-879" fmla="*/ 454025 w 876311"/>
                  <a:gd name="connsiteY8-880" fmla="*/ 962025 h 1122363"/>
                  <a:gd name="connsiteX9-881" fmla="*/ 346075 w 876311"/>
                  <a:gd name="connsiteY9-882" fmla="*/ 1069975 h 1122363"/>
                  <a:gd name="connsiteX10-883" fmla="*/ 223838 w 876311"/>
                  <a:gd name="connsiteY10-884" fmla="*/ 1122363 h 1122363"/>
                  <a:gd name="connsiteX11-885" fmla="*/ 422275 w 876311"/>
                  <a:gd name="connsiteY11-886" fmla="*/ 1030288 h 1122363"/>
                  <a:gd name="connsiteX12-887" fmla="*/ 869950 w 876311"/>
                  <a:gd name="connsiteY12-888" fmla="*/ 376238 h 1122363"/>
                  <a:gd name="connsiteX13-889" fmla="*/ 876300 w 876311"/>
                  <a:gd name="connsiteY13-890" fmla="*/ 292100 h 1122363"/>
                  <a:gd name="connsiteX14-891" fmla="*/ 841375 w 876311"/>
                  <a:gd name="connsiteY14-892" fmla="*/ 149225 h 1122363"/>
                  <a:gd name="connsiteX15-893" fmla="*/ 727075 w 876311"/>
                  <a:gd name="connsiteY15-894" fmla="*/ 53975 h 1122363"/>
                  <a:gd name="connsiteX16-895" fmla="*/ 577850 w 876311"/>
                  <a:gd name="connsiteY16-896" fmla="*/ 0 h 1122363"/>
                  <a:gd name="connsiteX17-897" fmla="*/ 466725 w 876311"/>
                  <a:gd name="connsiteY17-898" fmla="*/ 0 h 1122363"/>
                  <a:gd name="connsiteX0-899" fmla="*/ 466725 w 876311"/>
                  <a:gd name="connsiteY0-900" fmla="*/ 0 h 1122363"/>
                  <a:gd name="connsiteX1-901" fmla="*/ 320675 w 876311"/>
                  <a:gd name="connsiteY1-902" fmla="*/ 111125 h 1122363"/>
                  <a:gd name="connsiteX2-903" fmla="*/ 139700 w 876311"/>
                  <a:gd name="connsiteY2-904" fmla="*/ 269875 h 1122363"/>
                  <a:gd name="connsiteX3-905" fmla="*/ 22225 w 876311"/>
                  <a:gd name="connsiteY3-906" fmla="*/ 393700 h 1122363"/>
                  <a:gd name="connsiteX4-907" fmla="*/ 0 w 876311"/>
                  <a:gd name="connsiteY4-908" fmla="*/ 460375 h 1122363"/>
                  <a:gd name="connsiteX5-909" fmla="*/ 53975 w 876311"/>
                  <a:gd name="connsiteY5-910" fmla="*/ 504825 h 1122363"/>
                  <a:gd name="connsiteX6-911" fmla="*/ 323850 w 876311"/>
                  <a:gd name="connsiteY6-912" fmla="*/ 631825 h 1122363"/>
                  <a:gd name="connsiteX7-913" fmla="*/ 454025 w 876311"/>
                  <a:gd name="connsiteY7-914" fmla="*/ 758825 h 1122363"/>
                  <a:gd name="connsiteX8-915" fmla="*/ 454025 w 876311"/>
                  <a:gd name="connsiteY8-916" fmla="*/ 962025 h 1122363"/>
                  <a:gd name="connsiteX9-917" fmla="*/ 346075 w 876311"/>
                  <a:gd name="connsiteY9-918" fmla="*/ 1069975 h 1122363"/>
                  <a:gd name="connsiteX10-919" fmla="*/ 223838 w 876311"/>
                  <a:gd name="connsiteY10-920" fmla="*/ 1122363 h 1122363"/>
                  <a:gd name="connsiteX11-921" fmla="*/ 422275 w 876311"/>
                  <a:gd name="connsiteY11-922" fmla="*/ 1030288 h 1122363"/>
                  <a:gd name="connsiteX12-923" fmla="*/ 869950 w 876311"/>
                  <a:gd name="connsiteY12-924" fmla="*/ 376238 h 1122363"/>
                  <a:gd name="connsiteX13-925" fmla="*/ 876300 w 876311"/>
                  <a:gd name="connsiteY13-926" fmla="*/ 292100 h 1122363"/>
                  <a:gd name="connsiteX14-927" fmla="*/ 841375 w 876311"/>
                  <a:gd name="connsiteY14-928" fmla="*/ 149225 h 1122363"/>
                  <a:gd name="connsiteX15-929" fmla="*/ 727075 w 876311"/>
                  <a:gd name="connsiteY15-930" fmla="*/ 53975 h 1122363"/>
                  <a:gd name="connsiteX16-931" fmla="*/ 577850 w 876311"/>
                  <a:gd name="connsiteY16-932" fmla="*/ 0 h 1122363"/>
                  <a:gd name="connsiteX17-933" fmla="*/ 466725 w 876311"/>
                  <a:gd name="connsiteY17-934" fmla="*/ 0 h 1122363"/>
                  <a:gd name="connsiteX0-935" fmla="*/ 466725 w 876311"/>
                  <a:gd name="connsiteY0-936" fmla="*/ 3175 h 1125538"/>
                  <a:gd name="connsiteX1-937" fmla="*/ 320675 w 876311"/>
                  <a:gd name="connsiteY1-938" fmla="*/ 114300 h 1125538"/>
                  <a:gd name="connsiteX2-939" fmla="*/ 139700 w 876311"/>
                  <a:gd name="connsiteY2-940" fmla="*/ 273050 h 1125538"/>
                  <a:gd name="connsiteX3-941" fmla="*/ 22225 w 876311"/>
                  <a:gd name="connsiteY3-942" fmla="*/ 396875 h 1125538"/>
                  <a:gd name="connsiteX4-943" fmla="*/ 0 w 876311"/>
                  <a:gd name="connsiteY4-944" fmla="*/ 463550 h 1125538"/>
                  <a:gd name="connsiteX5-945" fmla="*/ 53975 w 876311"/>
                  <a:gd name="connsiteY5-946" fmla="*/ 508000 h 1125538"/>
                  <a:gd name="connsiteX6-947" fmla="*/ 323850 w 876311"/>
                  <a:gd name="connsiteY6-948" fmla="*/ 635000 h 1125538"/>
                  <a:gd name="connsiteX7-949" fmla="*/ 454025 w 876311"/>
                  <a:gd name="connsiteY7-950" fmla="*/ 762000 h 1125538"/>
                  <a:gd name="connsiteX8-951" fmla="*/ 454025 w 876311"/>
                  <a:gd name="connsiteY8-952" fmla="*/ 965200 h 1125538"/>
                  <a:gd name="connsiteX9-953" fmla="*/ 346075 w 876311"/>
                  <a:gd name="connsiteY9-954" fmla="*/ 1073150 h 1125538"/>
                  <a:gd name="connsiteX10-955" fmla="*/ 223838 w 876311"/>
                  <a:gd name="connsiteY10-956" fmla="*/ 1125538 h 1125538"/>
                  <a:gd name="connsiteX11-957" fmla="*/ 422275 w 876311"/>
                  <a:gd name="connsiteY11-958" fmla="*/ 1033463 h 1125538"/>
                  <a:gd name="connsiteX12-959" fmla="*/ 869950 w 876311"/>
                  <a:gd name="connsiteY12-960" fmla="*/ 379413 h 1125538"/>
                  <a:gd name="connsiteX13-961" fmla="*/ 876300 w 876311"/>
                  <a:gd name="connsiteY13-962" fmla="*/ 295275 h 1125538"/>
                  <a:gd name="connsiteX14-963" fmla="*/ 841375 w 876311"/>
                  <a:gd name="connsiteY14-964" fmla="*/ 152400 h 1125538"/>
                  <a:gd name="connsiteX15-965" fmla="*/ 727075 w 876311"/>
                  <a:gd name="connsiteY15-966" fmla="*/ 57150 h 1125538"/>
                  <a:gd name="connsiteX16-967" fmla="*/ 577850 w 876311"/>
                  <a:gd name="connsiteY16-968" fmla="*/ 3175 h 1125538"/>
                  <a:gd name="connsiteX17-969" fmla="*/ 466725 w 876311"/>
                  <a:gd name="connsiteY17-970" fmla="*/ 3175 h 1125538"/>
                  <a:gd name="connsiteX0-971" fmla="*/ 466725 w 876311"/>
                  <a:gd name="connsiteY0-972" fmla="*/ 5357 h 1127720"/>
                  <a:gd name="connsiteX1-973" fmla="*/ 320675 w 876311"/>
                  <a:gd name="connsiteY1-974" fmla="*/ 116482 h 1127720"/>
                  <a:gd name="connsiteX2-975" fmla="*/ 139700 w 876311"/>
                  <a:gd name="connsiteY2-976" fmla="*/ 275232 h 1127720"/>
                  <a:gd name="connsiteX3-977" fmla="*/ 22225 w 876311"/>
                  <a:gd name="connsiteY3-978" fmla="*/ 399057 h 1127720"/>
                  <a:gd name="connsiteX4-979" fmla="*/ 0 w 876311"/>
                  <a:gd name="connsiteY4-980" fmla="*/ 465732 h 1127720"/>
                  <a:gd name="connsiteX5-981" fmla="*/ 53975 w 876311"/>
                  <a:gd name="connsiteY5-982" fmla="*/ 510182 h 1127720"/>
                  <a:gd name="connsiteX6-983" fmla="*/ 323850 w 876311"/>
                  <a:gd name="connsiteY6-984" fmla="*/ 637182 h 1127720"/>
                  <a:gd name="connsiteX7-985" fmla="*/ 454025 w 876311"/>
                  <a:gd name="connsiteY7-986" fmla="*/ 764182 h 1127720"/>
                  <a:gd name="connsiteX8-987" fmla="*/ 454025 w 876311"/>
                  <a:gd name="connsiteY8-988" fmla="*/ 967382 h 1127720"/>
                  <a:gd name="connsiteX9-989" fmla="*/ 346075 w 876311"/>
                  <a:gd name="connsiteY9-990" fmla="*/ 1075332 h 1127720"/>
                  <a:gd name="connsiteX10-991" fmla="*/ 223838 w 876311"/>
                  <a:gd name="connsiteY10-992" fmla="*/ 1127720 h 1127720"/>
                  <a:gd name="connsiteX11-993" fmla="*/ 422275 w 876311"/>
                  <a:gd name="connsiteY11-994" fmla="*/ 1035645 h 1127720"/>
                  <a:gd name="connsiteX12-995" fmla="*/ 869950 w 876311"/>
                  <a:gd name="connsiteY12-996" fmla="*/ 381595 h 1127720"/>
                  <a:gd name="connsiteX13-997" fmla="*/ 876300 w 876311"/>
                  <a:gd name="connsiteY13-998" fmla="*/ 297457 h 1127720"/>
                  <a:gd name="connsiteX14-999" fmla="*/ 841375 w 876311"/>
                  <a:gd name="connsiteY14-1000" fmla="*/ 154582 h 1127720"/>
                  <a:gd name="connsiteX15-1001" fmla="*/ 727075 w 876311"/>
                  <a:gd name="connsiteY15-1002" fmla="*/ 59332 h 1127720"/>
                  <a:gd name="connsiteX16-1003" fmla="*/ 577850 w 876311"/>
                  <a:gd name="connsiteY16-1004" fmla="*/ 5357 h 1127720"/>
                  <a:gd name="connsiteX17-1005" fmla="*/ 466725 w 876311"/>
                  <a:gd name="connsiteY17-1006" fmla="*/ 5357 h 112772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</a:cxnLst>
                <a:rect l="l" t="t" r="r" b="b"/>
                <a:pathLst>
                  <a:path w="876311" h="1127720">
                    <a:moveTo>
                      <a:pt x="466725" y="5357"/>
                    </a:moveTo>
                    <a:lnTo>
                      <a:pt x="320675" y="116482"/>
                    </a:lnTo>
                    <a:lnTo>
                      <a:pt x="139700" y="275232"/>
                    </a:lnTo>
                    <a:lnTo>
                      <a:pt x="22225" y="399057"/>
                    </a:lnTo>
                    <a:lnTo>
                      <a:pt x="0" y="465732"/>
                    </a:lnTo>
                    <a:lnTo>
                      <a:pt x="53975" y="510182"/>
                    </a:lnTo>
                    <a:lnTo>
                      <a:pt x="323850" y="637182"/>
                    </a:lnTo>
                    <a:lnTo>
                      <a:pt x="454025" y="764182"/>
                    </a:lnTo>
                    <a:lnTo>
                      <a:pt x="454025" y="967382"/>
                    </a:lnTo>
                    <a:lnTo>
                      <a:pt x="346075" y="1075332"/>
                    </a:lnTo>
                    <a:lnTo>
                      <a:pt x="223838" y="1127720"/>
                    </a:lnTo>
                    <a:lnTo>
                      <a:pt x="422275" y="1035645"/>
                    </a:lnTo>
                    <a:lnTo>
                      <a:pt x="869950" y="381595"/>
                    </a:lnTo>
                    <a:cubicBezTo>
                      <a:pt x="872067" y="353549"/>
                      <a:pt x="876564" y="351697"/>
                      <a:pt x="876300" y="297457"/>
                    </a:cubicBezTo>
                    <a:cubicBezTo>
                      <a:pt x="867039" y="223638"/>
                      <a:pt x="874448" y="242688"/>
                      <a:pt x="841375" y="154582"/>
                    </a:cubicBezTo>
                    <a:cubicBezTo>
                      <a:pt x="793750" y="101400"/>
                      <a:pt x="777082" y="91082"/>
                      <a:pt x="727075" y="59332"/>
                    </a:cubicBezTo>
                    <a:cubicBezTo>
                      <a:pt x="672570" y="27052"/>
                      <a:pt x="651404" y="18586"/>
                      <a:pt x="577850" y="5357"/>
                    </a:cubicBezTo>
                    <a:cubicBezTo>
                      <a:pt x="516996" y="-1787"/>
                      <a:pt x="515673" y="-1786"/>
                      <a:pt x="466725" y="5357"/>
                    </a:cubicBezTo>
                    <a:close/>
                  </a:path>
                </a:pathLst>
              </a:custGeom>
              <a:gradFill flip="none" rotWithShape="1">
                <a:gsLst>
                  <a:gs pos="98000">
                    <a:schemeClr val="bg1">
                      <a:lumMod val="75000"/>
                    </a:schemeClr>
                  </a:gs>
                  <a:gs pos="50000">
                    <a:schemeClr val="bg1">
                      <a:lumMod val="95000"/>
                    </a:schemeClr>
                  </a:gs>
                  <a:gs pos="8000">
                    <a:schemeClr val="bg1">
                      <a:lumMod val="8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8" name="任意多边形 3">
                <a:extLst>
                  <a:ext uri="{FF2B5EF4-FFF2-40B4-BE49-F238E27FC236}">
                    <a16:creationId xmlns:a16="http://schemas.microsoft.com/office/drawing/2014/main" id="{418BAB7B-6767-492D-837E-EA74AC8B10B0}"/>
                  </a:ext>
                </a:extLst>
              </p:cNvPr>
              <p:cNvSpPr/>
              <p:nvPr/>
            </p:nvSpPr>
            <p:spPr bwMode="auto">
              <a:xfrm>
                <a:off x="3298563" y="2346033"/>
                <a:ext cx="1028476" cy="519721"/>
              </a:xfrm>
              <a:custGeom>
                <a:avLst/>
                <a:gdLst/>
                <a:ahLst/>
                <a:cxnLst/>
                <a:rect l="l" t="t" r="r" b="b"/>
                <a:pathLst>
                  <a:path w="1481140" h="749300">
                    <a:moveTo>
                      <a:pt x="1004096" y="0"/>
                    </a:moveTo>
                    <a:cubicBezTo>
                      <a:pt x="992454" y="26458"/>
                      <a:pt x="996688" y="17992"/>
                      <a:pt x="997746" y="60325"/>
                    </a:cubicBezTo>
                    <a:cubicBezTo>
                      <a:pt x="1014679" y="87578"/>
                      <a:pt x="1007006" y="87048"/>
                      <a:pt x="1048546" y="120650"/>
                    </a:cubicBezTo>
                    <a:cubicBezTo>
                      <a:pt x="1087439" y="132292"/>
                      <a:pt x="1095377" y="134409"/>
                      <a:pt x="1143796" y="155575"/>
                    </a:cubicBezTo>
                    <a:cubicBezTo>
                      <a:pt x="1203063" y="175683"/>
                      <a:pt x="1224229" y="195792"/>
                      <a:pt x="1264446" y="215900"/>
                    </a:cubicBezTo>
                    <a:cubicBezTo>
                      <a:pt x="1327416" y="252942"/>
                      <a:pt x="1341969" y="258233"/>
                      <a:pt x="1410496" y="327025"/>
                    </a:cubicBezTo>
                    <a:cubicBezTo>
                      <a:pt x="1462619" y="396610"/>
                      <a:pt x="1459973" y="365390"/>
                      <a:pt x="1481140" y="492919"/>
                    </a:cubicBezTo>
                    <a:cubicBezTo>
                      <a:pt x="1464207" y="614627"/>
                      <a:pt x="1458385" y="591079"/>
                      <a:pt x="1413671" y="655637"/>
                    </a:cubicBezTo>
                    <a:cubicBezTo>
                      <a:pt x="1327946" y="717020"/>
                      <a:pt x="1293021" y="728398"/>
                      <a:pt x="1223171" y="739775"/>
                    </a:cubicBezTo>
                    <a:lnTo>
                      <a:pt x="939221" y="744728"/>
                    </a:lnTo>
                    <a:lnTo>
                      <a:pt x="939802" y="747682"/>
                    </a:lnTo>
                    <a:lnTo>
                      <a:pt x="788927" y="747349"/>
                    </a:lnTo>
                    <a:lnTo>
                      <a:pt x="677071" y="749300"/>
                    </a:lnTo>
                    <a:cubicBezTo>
                      <a:pt x="677077" y="748567"/>
                      <a:pt x="677084" y="747835"/>
                      <a:pt x="677090" y="747102"/>
                    </a:cubicBezTo>
                    <a:lnTo>
                      <a:pt x="90700" y="745808"/>
                    </a:lnTo>
                    <a:cubicBezTo>
                      <a:pt x="40608" y="745808"/>
                      <a:pt x="0" y="705200"/>
                      <a:pt x="0" y="655108"/>
                    </a:cubicBezTo>
                    <a:lnTo>
                      <a:pt x="0" y="98508"/>
                    </a:lnTo>
                    <a:cubicBezTo>
                      <a:pt x="0" y="48416"/>
                      <a:pt x="40608" y="7808"/>
                      <a:pt x="90700" y="7808"/>
                    </a:cubicBezTo>
                    <a:lnTo>
                      <a:pt x="683404" y="5215"/>
                    </a:lnTo>
                    <a:lnTo>
                      <a:pt x="683421" y="3175"/>
                    </a:lnTo>
                    <a:close/>
                  </a:path>
                </a:pathLst>
              </a:custGeom>
              <a:solidFill>
                <a:srgbClr val="089DA3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9" name="TextBox 12">
                <a:extLst>
                  <a:ext uri="{FF2B5EF4-FFF2-40B4-BE49-F238E27FC236}">
                    <a16:creationId xmlns:a16="http://schemas.microsoft.com/office/drawing/2014/main" id="{EF926A16-D653-4EFC-9864-91B0904D54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04361" y="2336738"/>
                <a:ext cx="566181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3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DFPLiKingHei-XB" pitchFamily="34" charset="-120"/>
                  </a:rPr>
                  <a:t>04</a:t>
                </a:r>
                <a:endParaRPr lang="zh-CN" altLang="en-US" sz="3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DFPLiKingHei-XB" pitchFamily="34" charset="-120"/>
                </a:endParaRPr>
              </a:p>
            </p:txBody>
          </p:sp>
          <p:sp>
            <p:nvSpPr>
              <p:cNvPr id="90" name="AutoShape 96">
                <a:extLst>
                  <a:ext uri="{FF2B5EF4-FFF2-40B4-BE49-F238E27FC236}">
                    <a16:creationId xmlns:a16="http://schemas.microsoft.com/office/drawing/2014/main" id="{64CE1578-7298-45CA-8412-E442373BC8B8}"/>
                  </a:ext>
                </a:extLst>
              </p:cNvPr>
              <p:cNvSpPr/>
              <p:nvPr/>
            </p:nvSpPr>
            <p:spPr bwMode="auto">
              <a:xfrm>
                <a:off x="3505876" y="2428710"/>
                <a:ext cx="331691" cy="288612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8845" y="434"/>
                    </a:moveTo>
                    <a:cubicBezTo>
                      <a:pt x="19000" y="276"/>
                      <a:pt x="19186" y="194"/>
                      <a:pt x="19399" y="194"/>
                    </a:cubicBezTo>
                    <a:cubicBezTo>
                      <a:pt x="19670" y="194"/>
                      <a:pt x="19900" y="332"/>
                      <a:pt x="20087" y="602"/>
                    </a:cubicBezTo>
                    <a:cubicBezTo>
                      <a:pt x="20165" y="716"/>
                      <a:pt x="20282" y="872"/>
                      <a:pt x="20432" y="1072"/>
                    </a:cubicBezTo>
                    <a:cubicBezTo>
                      <a:pt x="20586" y="1274"/>
                      <a:pt x="20733" y="1483"/>
                      <a:pt x="20880" y="1692"/>
                    </a:cubicBezTo>
                    <a:cubicBezTo>
                      <a:pt x="21024" y="1903"/>
                      <a:pt x="21147" y="2127"/>
                      <a:pt x="21252" y="2359"/>
                    </a:cubicBezTo>
                    <a:cubicBezTo>
                      <a:pt x="21357" y="2597"/>
                      <a:pt x="21411" y="2796"/>
                      <a:pt x="21411" y="2967"/>
                    </a:cubicBezTo>
                    <a:cubicBezTo>
                      <a:pt x="21411" y="3334"/>
                      <a:pt x="21298" y="3616"/>
                      <a:pt x="21071" y="3825"/>
                    </a:cubicBezTo>
                    <a:lnTo>
                      <a:pt x="2568" y="21376"/>
                    </a:lnTo>
                    <a:cubicBezTo>
                      <a:pt x="2408" y="21526"/>
                      <a:pt x="2227" y="21599"/>
                      <a:pt x="2017" y="21599"/>
                    </a:cubicBezTo>
                    <a:cubicBezTo>
                      <a:pt x="1725" y="21599"/>
                      <a:pt x="1495" y="21464"/>
                      <a:pt x="1324" y="21194"/>
                    </a:cubicBezTo>
                    <a:cubicBezTo>
                      <a:pt x="1248" y="21082"/>
                      <a:pt x="1128" y="20924"/>
                      <a:pt x="971" y="20724"/>
                    </a:cubicBezTo>
                    <a:cubicBezTo>
                      <a:pt x="817" y="20521"/>
                      <a:pt x="668" y="20316"/>
                      <a:pt x="528" y="20104"/>
                    </a:cubicBezTo>
                    <a:cubicBezTo>
                      <a:pt x="386" y="19893"/>
                      <a:pt x="261" y="19672"/>
                      <a:pt x="156" y="19443"/>
                    </a:cubicBezTo>
                    <a:cubicBezTo>
                      <a:pt x="51" y="19214"/>
                      <a:pt x="0" y="19008"/>
                      <a:pt x="0" y="18832"/>
                    </a:cubicBezTo>
                    <a:cubicBezTo>
                      <a:pt x="0" y="18465"/>
                      <a:pt x="115" y="18177"/>
                      <a:pt x="337" y="17971"/>
                    </a:cubicBezTo>
                    <a:lnTo>
                      <a:pt x="18845" y="434"/>
                    </a:lnTo>
                    <a:close/>
                    <a:moveTo>
                      <a:pt x="4372" y="9154"/>
                    </a:moveTo>
                    <a:lnTo>
                      <a:pt x="2998" y="8634"/>
                    </a:lnTo>
                    <a:lnTo>
                      <a:pt x="4372" y="8126"/>
                    </a:lnTo>
                    <a:lnTo>
                      <a:pt x="4805" y="6484"/>
                    </a:lnTo>
                    <a:lnTo>
                      <a:pt x="5204" y="8126"/>
                    </a:lnTo>
                    <a:lnTo>
                      <a:pt x="6597" y="8634"/>
                    </a:lnTo>
                    <a:lnTo>
                      <a:pt x="5204" y="9154"/>
                    </a:lnTo>
                    <a:lnTo>
                      <a:pt x="4805" y="10800"/>
                    </a:lnTo>
                    <a:lnTo>
                      <a:pt x="4372" y="9154"/>
                    </a:lnTo>
                    <a:close/>
                    <a:moveTo>
                      <a:pt x="7126" y="5329"/>
                    </a:moveTo>
                    <a:lnTo>
                      <a:pt x="4372" y="4316"/>
                    </a:lnTo>
                    <a:lnTo>
                      <a:pt x="7126" y="3317"/>
                    </a:lnTo>
                    <a:lnTo>
                      <a:pt x="7971" y="0"/>
                    </a:lnTo>
                    <a:lnTo>
                      <a:pt x="8810" y="3317"/>
                    </a:lnTo>
                    <a:lnTo>
                      <a:pt x="11565" y="4316"/>
                    </a:lnTo>
                    <a:lnTo>
                      <a:pt x="8810" y="5329"/>
                    </a:lnTo>
                    <a:lnTo>
                      <a:pt x="7971" y="8634"/>
                    </a:lnTo>
                    <a:lnTo>
                      <a:pt x="7126" y="5329"/>
                    </a:lnTo>
                    <a:close/>
                    <a:moveTo>
                      <a:pt x="12412" y="2670"/>
                    </a:moveTo>
                    <a:lnTo>
                      <a:pt x="11041" y="2162"/>
                    </a:lnTo>
                    <a:lnTo>
                      <a:pt x="12412" y="1642"/>
                    </a:lnTo>
                    <a:lnTo>
                      <a:pt x="12845" y="0"/>
                    </a:lnTo>
                    <a:lnTo>
                      <a:pt x="13278" y="1642"/>
                    </a:lnTo>
                    <a:lnTo>
                      <a:pt x="14637" y="2162"/>
                    </a:lnTo>
                    <a:lnTo>
                      <a:pt x="13278" y="2670"/>
                    </a:lnTo>
                    <a:lnTo>
                      <a:pt x="12845" y="4316"/>
                    </a:lnTo>
                    <a:lnTo>
                      <a:pt x="12412" y="2670"/>
                    </a:lnTo>
                    <a:close/>
                    <a:moveTo>
                      <a:pt x="20498" y="2993"/>
                    </a:moveTo>
                    <a:lnTo>
                      <a:pt x="19399" y="1289"/>
                    </a:lnTo>
                    <a:lnTo>
                      <a:pt x="15070" y="5385"/>
                    </a:lnTo>
                    <a:lnTo>
                      <a:pt x="16172" y="7086"/>
                    </a:lnTo>
                    <a:lnTo>
                      <a:pt x="20498" y="2993"/>
                    </a:lnTo>
                    <a:close/>
                    <a:moveTo>
                      <a:pt x="21599" y="9154"/>
                    </a:moveTo>
                    <a:lnTo>
                      <a:pt x="20229" y="9674"/>
                    </a:lnTo>
                    <a:lnTo>
                      <a:pt x="19807" y="11320"/>
                    </a:lnTo>
                    <a:lnTo>
                      <a:pt x="19374" y="9674"/>
                    </a:lnTo>
                    <a:lnTo>
                      <a:pt x="18001" y="9154"/>
                    </a:lnTo>
                    <a:lnTo>
                      <a:pt x="19374" y="8661"/>
                    </a:lnTo>
                    <a:lnTo>
                      <a:pt x="19807" y="7004"/>
                    </a:lnTo>
                    <a:lnTo>
                      <a:pt x="20229" y="8661"/>
                    </a:lnTo>
                    <a:lnTo>
                      <a:pt x="21599" y="915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lIns="38092" tIns="38092" rIns="38092" bIns="38092" anchor="ctr"/>
              <a:lstStyle/>
              <a:p>
                <a:pPr defTabSz="342424">
                  <a:defRPr/>
                </a:pPr>
                <a:endParaRPr lang="es-ES" sz="2175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cs typeface="Gill Sans" charset="0"/>
                  <a:sym typeface="Gill Sans" charset="0"/>
                </a:endParaRPr>
              </a:p>
            </p:txBody>
          </p:sp>
        </p:grp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AA2A17F4-71A1-4AB0-8D10-DFDDB3302A47}"/>
                </a:ext>
              </a:extLst>
            </p:cNvPr>
            <p:cNvSpPr txBox="1"/>
            <p:nvPr/>
          </p:nvSpPr>
          <p:spPr>
            <a:xfrm>
              <a:off x="4730192" y="2513158"/>
              <a:ext cx="3849013" cy="6361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3000" dirty="0">
                  <a:solidFill>
                    <a:schemeClr val="accent5">
                      <a:lumMod val="25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完善诊断模块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45292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4"/>
          <p:cNvSpPr txBox="1">
            <a:spLocks noChangeArrowheads="1"/>
          </p:cNvSpPr>
          <p:nvPr/>
        </p:nvSpPr>
        <p:spPr bwMode="auto">
          <a:xfrm>
            <a:off x="1899634" y="1499563"/>
            <a:ext cx="6418824" cy="3016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zh-CN" altLang="en-US" sz="19000" b="1" i="1" dirty="0">
                <a:solidFill>
                  <a:schemeClr val="accent1">
                    <a:lumMod val="50000"/>
                  </a:schemeClr>
                </a:solidFill>
                <a:latin typeface="方正粗黑宋简体" pitchFamily="2" charset="-122"/>
                <a:ea typeface="方正粗黑宋简体" pitchFamily="2" charset="-122"/>
                <a:cs typeface="华康俪金黑W8(P)"/>
              </a:rPr>
              <a:t>谢谢！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77550BF-D424-4161-97AA-B0ADBA128068}"/>
              </a:ext>
            </a:extLst>
          </p:cNvPr>
          <p:cNvGrpSpPr/>
          <p:nvPr/>
        </p:nvGrpSpPr>
        <p:grpSpPr>
          <a:xfrm>
            <a:off x="6314665" y="82562"/>
            <a:ext cx="2796970" cy="360000"/>
            <a:chOff x="6314665" y="82562"/>
            <a:chExt cx="2796970" cy="360000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7953C6D-F928-49DA-AD77-613046F75587}"/>
                </a:ext>
              </a:extLst>
            </p:cNvPr>
            <p:cNvPicPr>
              <a:picLocks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4665" y="82562"/>
              <a:ext cx="1800000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36E9F574-C3DA-4DD0-AA3F-5CBE56045DA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90865" y="82562"/>
              <a:ext cx="920770" cy="360000"/>
            </a:xfrm>
            <a:prstGeom prst="rect">
              <a:avLst/>
            </a:prstGeom>
          </p:spPr>
        </p:pic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B7FE91F-9F14-4411-9CE9-2BCE56A58AA5}"/>
              </a:ext>
            </a:extLst>
          </p:cNvPr>
          <p:cNvGrpSpPr/>
          <p:nvPr/>
        </p:nvGrpSpPr>
        <p:grpSpPr>
          <a:xfrm>
            <a:off x="0" y="27007"/>
            <a:ext cx="3012312" cy="1218470"/>
            <a:chOff x="25120" y="110609"/>
            <a:chExt cx="3012312" cy="1218470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9BA12595-899E-4549-AA1F-361108E7AFFB}"/>
                </a:ext>
              </a:extLst>
            </p:cNvPr>
            <p:cNvGrpSpPr/>
            <p:nvPr userDrawn="1"/>
          </p:nvGrpSpPr>
          <p:grpSpPr>
            <a:xfrm>
              <a:off x="886815" y="110609"/>
              <a:ext cx="908685" cy="741416"/>
              <a:chOff x="886815" y="110609"/>
              <a:chExt cx="908685" cy="741416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7E15391F-0FE5-4F47-82C9-D5DA353ED489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144700" y="132025"/>
                <a:ext cx="612000" cy="720000"/>
              </a:xfrm>
              <a:prstGeom prst="rect">
                <a:avLst/>
              </a:prstGeom>
            </p:spPr>
          </p:pic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4408ADD4-6EAC-4F44-B072-78B0B253C623}"/>
                  </a:ext>
                </a:extLst>
              </p:cNvPr>
              <p:cNvSpPr/>
              <p:nvPr/>
            </p:nvSpPr>
            <p:spPr>
              <a:xfrm>
                <a:off x="886815" y="110609"/>
                <a:ext cx="908685" cy="70788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>
                    <a:rot lat="0" lon="0" rev="0"/>
                  </a:camera>
                  <a:lightRig rig="contrasting" dir="t">
                    <a:rot lat="0" lon="0" rev="4500000"/>
                  </a:lightRig>
                </a:scene3d>
                <a:sp3d contourW="6350" prstMaterial="metal">
                  <a:bevelT w="127000" h="31750" prst="relaxedInset"/>
                  <a:contourClr>
                    <a:schemeClr val="accent1">
                      <a:shade val="75000"/>
                    </a:schemeClr>
                  </a:contourClr>
                </a:sp3d>
              </a:bodyPr>
              <a:lstStyle/>
              <a:p>
                <a:pPr algn="ctr"/>
                <a:r>
                  <a:rPr lang="en-US" altLang="zh-CN" sz="4000" i="1" cap="all" spc="-1000" dirty="0">
                    <a:ln w="0"/>
                    <a:solidFill>
                      <a:srgbClr val="C00000"/>
                    </a:solidFill>
                    <a:effectLst>
                      <a:reflection blurRad="12700" stA="50000" endPos="50000" dist="5000" dir="5400000" sy="-100000" rotWithShape="0"/>
                    </a:effectLst>
                    <a:latin typeface="Cooper Black" panose="0208090404030B020404" pitchFamily="18" charset="0"/>
                  </a:rPr>
                  <a:t>1</a:t>
                </a:r>
                <a:endParaRPr lang="zh-CN" altLang="en-US" sz="4000" i="1" cap="all" spc="-1000" dirty="0">
                  <a:ln w="0"/>
                  <a:solidFill>
                    <a:srgbClr val="C00000"/>
                  </a:solidFill>
                  <a:effectLst>
                    <a:reflection blurRad="12700" stA="50000" endPos="50000" dist="5000" dir="5400000" sy="-100000" rotWithShape="0"/>
                  </a:effectLst>
                  <a:latin typeface="Cooper Black" panose="0208090404030B020404" pitchFamily="18" charset="0"/>
                </a:endParaRPr>
              </a:p>
            </p:txBody>
          </p:sp>
        </p:grp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6DBB3D8-540D-4D86-8D0C-7BD4B7F56420}"/>
                </a:ext>
              </a:extLst>
            </p:cNvPr>
            <p:cNvSpPr txBox="1"/>
            <p:nvPr userDrawn="1"/>
          </p:nvSpPr>
          <p:spPr>
            <a:xfrm>
              <a:off x="25120" y="852025"/>
              <a:ext cx="3012312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500" b="1" dirty="0">
                  <a:solidFill>
                    <a:srgbClr val="2A617A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医院预约挂号系统</a:t>
              </a:r>
              <a:endParaRPr lang="en-US" altLang="zh-CN" sz="1500" b="1" dirty="0">
                <a:solidFill>
                  <a:srgbClr val="2A617A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  <a:p>
              <a:r>
                <a:rPr lang="en-US" altLang="zh-CN" sz="1000" b="1" dirty="0">
                  <a:solidFill>
                    <a:srgbClr val="2A617A"/>
                  </a:solidFill>
                  <a:latin typeface="方正正黑简体" panose="02010600030101010101" charset="-122"/>
                  <a:ea typeface="方正正黑简体" panose="02010600030101010101" charset="-122"/>
                </a:rPr>
                <a:t>Hospital appointment registration system</a:t>
              </a:r>
              <a:endParaRPr lang="zh-CN" altLang="en-US" sz="1000" b="1" dirty="0">
                <a:solidFill>
                  <a:srgbClr val="2A617A"/>
                </a:solidFill>
                <a:latin typeface="方正正黑简体" panose="02010600030101010101" charset="-122"/>
                <a:ea typeface="方正正黑简体" panose="02010600030101010101" charset="-122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75C42BB-A065-4D42-B2DF-99446268822A}"/>
              </a:ext>
            </a:extLst>
          </p:cNvPr>
          <p:cNvGrpSpPr/>
          <p:nvPr/>
        </p:nvGrpSpPr>
        <p:grpSpPr>
          <a:xfrm>
            <a:off x="-370603" y="4607763"/>
            <a:ext cx="6241250" cy="2600489"/>
            <a:chOff x="3259287" y="4607763"/>
            <a:chExt cx="6241250" cy="2600489"/>
          </a:xfrm>
        </p:grpSpPr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FFD462D2-4633-4C9A-9ED5-42917BF56AC5}"/>
                </a:ext>
              </a:extLst>
            </p:cNvPr>
            <p:cNvCxnSpPr/>
            <p:nvPr/>
          </p:nvCxnSpPr>
          <p:spPr>
            <a:xfrm>
              <a:off x="3609722" y="4607763"/>
              <a:ext cx="5540379" cy="0"/>
            </a:xfrm>
            <a:prstGeom prst="line">
              <a:avLst/>
            </a:prstGeom>
            <a:ln w="1270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10">
              <a:extLst>
                <a:ext uri="{FF2B5EF4-FFF2-40B4-BE49-F238E27FC236}">
                  <a16:creationId xmlns:a16="http://schemas.microsoft.com/office/drawing/2014/main" id="{6517A55C-BD76-4C01-B2D1-472757289EA0}"/>
                </a:ext>
              </a:extLst>
            </p:cNvPr>
            <p:cNvSpPr txBox="1"/>
            <p:nvPr/>
          </p:nvSpPr>
          <p:spPr>
            <a:xfrm>
              <a:off x="3259287" y="4630623"/>
              <a:ext cx="6241250" cy="2577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750" b="1" dirty="0">
                  <a:solidFill>
                    <a:schemeClr val="accent5">
                      <a:lumMod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海南大学</a:t>
              </a:r>
              <a:endParaRPr lang="en-US" altLang="zh-CN" sz="1750" b="1" dirty="0">
                <a:solidFill>
                  <a:schemeClr val="accent5">
                    <a:lumMod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algn="ctr"/>
              <a:r>
                <a:rPr lang="zh-CN" altLang="en-US" sz="1750" b="1" dirty="0">
                  <a:solidFill>
                    <a:schemeClr val="accent5">
                      <a:lumMod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计算机科学与技术学院</a:t>
              </a:r>
              <a:endParaRPr lang="en-US" altLang="zh-CN" sz="1750" b="1" dirty="0">
                <a:solidFill>
                  <a:schemeClr val="accent5">
                    <a:lumMod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algn="ctr"/>
              <a:r>
                <a:rPr lang="zh-CN" altLang="en-US" sz="1750" b="1" dirty="0">
                  <a:solidFill>
                    <a:schemeClr val="accent5">
                      <a:lumMod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软件工程（</a:t>
              </a:r>
              <a:r>
                <a:rPr lang="en-US" altLang="zh-CN" sz="1750" b="1" dirty="0">
                  <a:solidFill>
                    <a:schemeClr val="accent5">
                      <a:lumMod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NIIT</a:t>
              </a:r>
              <a:r>
                <a:rPr lang="zh-CN" altLang="en-US" sz="1750" b="1" dirty="0">
                  <a:solidFill>
                    <a:schemeClr val="accent5">
                      <a:lumMod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）</a:t>
              </a:r>
              <a:r>
                <a:rPr lang="en-US" altLang="zh-CN" sz="1750" b="1" dirty="0">
                  <a:solidFill>
                    <a:schemeClr val="accent5">
                      <a:lumMod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2018</a:t>
              </a:r>
              <a:r>
                <a:rPr lang="zh-CN" altLang="en-US" sz="1750" b="1" dirty="0">
                  <a:solidFill>
                    <a:schemeClr val="accent5">
                      <a:lumMod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级  </a:t>
              </a:r>
              <a:r>
                <a:rPr lang="en-US" altLang="zh-CN" sz="1750" b="1" spc="-150" dirty="0">
                  <a:solidFill>
                    <a:schemeClr val="accent5">
                      <a:lumMod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JAVA</a:t>
              </a:r>
              <a:r>
                <a:rPr lang="zh-CN" altLang="en-US" sz="1750" b="1" spc="-150" dirty="0">
                  <a:solidFill>
                    <a:schemeClr val="accent5">
                      <a:lumMod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方向  </a:t>
              </a:r>
              <a:r>
                <a:rPr lang="en-US" altLang="zh-CN" sz="1750" b="1" spc="-150" dirty="0">
                  <a:solidFill>
                    <a:schemeClr val="accent5">
                      <a:lumMod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2</a:t>
              </a:r>
              <a:r>
                <a:rPr lang="zh-CN" altLang="en-US" sz="1750" b="1" spc="-150" dirty="0">
                  <a:solidFill>
                    <a:schemeClr val="accent5">
                      <a:lumMod val="25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班</a:t>
              </a:r>
              <a:endParaRPr lang="en-US" altLang="zh-CN" sz="1750" b="1" spc="-150" dirty="0">
                <a:solidFill>
                  <a:schemeClr val="accent5">
                    <a:lumMod val="2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algn="ctr"/>
              <a:r>
                <a:rPr lang="zh-CN" altLang="en-US" sz="1750" dirty="0">
                  <a:solidFill>
                    <a:schemeClr val="accent5">
                      <a:lumMod val="25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李    卓</a:t>
              </a:r>
              <a:r>
                <a:rPr lang="en-US" altLang="zh-CN" sz="1750" dirty="0">
                  <a:solidFill>
                    <a:schemeClr val="accent5">
                      <a:lumMod val="25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20181620310111   </a:t>
              </a:r>
            </a:p>
            <a:p>
              <a:pPr algn="ctr"/>
              <a:r>
                <a:rPr lang="zh-CN" altLang="en-US" sz="1750" dirty="0">
                  <a:solidFill>
                    <a:schemeClr val="accent5">
                      <a:lumMod val="25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张婉婷  </a:t>
              </a:r>
              <a:r>
                <a:rPr lang="en-US" altLang="zh-CN" sz="1750" dirty="0">
                  <a:solidFill>
                    <a:schemeClr val="accent5">
                      <a:lumMod val="25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20181620310132   </a:t>
              </a:r>
              <a:r>
                <a:rPr lang="zh-CN" altLang="en-US" sz="1750" dirty="0">
                  <a:solidFill>
                    <a:schemeClr val="accent5">
                      <a:lumMod val="25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王静如  </a:t>
              </a:r>
              <a:r>
                <a:rPr lang="en-US" altLang="zh-CN" sz="1750" dirty="0">
                  <a:solidFill>
                    <a:schemeClr val="accent5">
                      <a:lumMod val="25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20181620310123</a:t>
              </a:r>
            </a:p>
            <a:p>
              <a:pPr algn="ctr"/>
              <a:r>
                <a:rPr lang="zh-CN" altLang="en-US" sz="1750" dirty="0">
                  <a:solidFill>
                    <a:schemeClr val="accent5">
                      <a:lumMod val="25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马潇逸  </a:t>
              </a:r>
              <a:r>
                <a:rPr lang="en-US" altLang="zh-CN" sz="1750" dirty="0">
                  <a:solidFill>
                    <a:schemeClr val="accent5">
                      <a:lumMod val="25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20181620310079   </a:t>
              </a:r>
              <a:r>
                <a:rPr lang="zh-CN" altLang="en-US" sz="1750" dirty="0">
                  <a:solidFill>
                    <a:schemeClr val="accent5">
                      <a:lumMod val="25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赵子恒  </a:t>
              </a:r>
              <a:r>
                <a:rPr lang="en-US" altLang="zh-CN" sz="1750" dirty="0">
                  <a:solidFill>
                    <a:schemeClr val="accent5">
                      <a:lumMod val="25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20181620310062</a:t>
              </a:r>
            </a:p>
            <a:p>
              <a:pPr algn="ctr">
                <a:lnSpc>
                  <a:spcPct val="110000"/>
                </a:lnSpc>
              </a:pPr>
              <a:r>
                <a:rPr lang="zh-CN" altLang="en-US" sz="1750" dirty="0">
                  <a:solidFill>
                    <a:schemeClr val="accent5">
                      <a:lumMod val="25000"/>
                    </a:schemeClr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指导老师：林建军老师 李所定助教 钱承翔助教</a:t>
              </a:r>
              <a:endParaRPr lang="en-US" altLang="zh-CN" sz="1750" dirty="0">
                <a:solidFill>
                  <a:schemeClr val="accent5">
                    <a:lumMod val="25000"/>
                  </a:schemeClr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  <a:p>
              <a:pPr algn="ctr"/>
              <a:r>
                <a:rPr lang="zh-CN" altLang="en-US" sz="1600" b="1" dirty="0">
                  <a:solidFill>
                    <a:schemeClr val="accent5">
                      <a:lumMod val="25000"/>
                    </a:schemeClr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二零二一年十一月九日</a:t>
              </a:r>
            </a:p>
            <a:p>
              <a:pPr algn="ctr"/>
              <a:endParaRPr lang="zh-CN" altLang="en-US" sz="1600" b="1" dirty="0">
                <a:solidFill>
                  <a:schemeClr val="accent5">
                    <a:lumMod val="2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47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4261</TotalTime>
  <Pages>0</Pages>
  <Words>1063</Words>
  <Characters>0</Characters>
  <Application>Microsoft Office PowerPoint</Application>
  <DocSecurity>0</DocSecurity>
  <PresentationFormat>全屏显示(4:3)</PresentationFormat>
  <Lines>0</Lines>
  <Paragraphs>275</Paragraphs>
  <Slides>37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6" baseType="lpstr">
      <vt:lpstr>华文楷体</vt:lpstr>
      <vt:lpstr>Lato Black</vt:lpstr>
      <vt:lpstr>方正姚体</vt:lpstr>
      <vt:lpstr>Arial</vt:lpstr>
      <vt:lpstr>黑体</vt:lpstr>
      <vt:lpstr>Calibri Light</vt:lpstr>
      <vt:lpstr>方正粗黑宋简体</vt:lpstr>
      <vt:lpstr>华文新魏</vt:lpstr>
      <vt:lpstr>Roboto Condensed</vt:lpstr>
      <vt:lpstr>Calibri</vt:lpstr>
      <vt:lpstr>方正正黑简体</vt:lpstr>
      <vt:lpstr>Arial Black</vt:lpstr>
      <vt:lpstr>微软雅黑</vt:lpstr>
      <vt:lpstr>Cooper Black</vt:lpstr>
      <vt:lpstr>华文仿宋</vt:lpstr>
      <vt:lpstr>Raleway Light</vt:lpstr>
      <vt:lpstr>Wingdings</vt:lpstr>
      <vt:lpstr>仿宋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李兵</dc:creator>
  <cp:lastModifiedBy>hi delucia</cp:lastModifiedBy>
  <cp:revision>261</cp:revision>
  <dcterms:created xsi:type="dcterms:W3CDTF">2014-10-11T01:10:50Z</dcterms:created>
  <dcterms:modified xsi:type="dcterms:W3CDTF">2022-10-11T16:21:17Z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2052-9.1.0.4856</vt:lpwstr>
  </property>
</Properties>
</file>