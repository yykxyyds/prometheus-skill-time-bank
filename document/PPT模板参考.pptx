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2.svg" ContentType="image/svg+xml"/>
  <Override PartName="/ppt/media/image15.svg" ContentType="image/svg+xml"/>
  <Override PartName="/ppt/media/image17.svg" ContentType="image/svg+xml"/>
  <Override PartName="/ppt/media/image19.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media/image31.svg" ContentType="image/svg+xml"/>
  <Override PartName="/ppt/media/image33.svg" ContentType="image/svg+xml"/>
  <Override PartName="/ppt/media/image35.svg" ContentType="image/svg+xml"/>
  <Override PartName="/ppt/media/image37.svg" ContentType="image/svg+xml"/>
  <Override PartName="/ppt/media/image39.svg" ContentType="image/svg+xml"/>
  <Override PartName="/ppt/media/image41.svg" ContentType="image/svg+xml"/>
  <Override PartName="/ppt/media/image43.svg" ContentType="image/svg+xml"/>
  <Override PartName="/ppt/media/image46.svg" ContentType="image/svg+xml"/>
  <Override PartName="/ppt/media/image50.svg" ContentType="image/svg+xml"/>
  <Override PartName="/ppt/media/image52.svg" ContentType="image/svg+xml"/>
  <Override PartName="/ppt/media/image54.svg" ContentType="image/svg+xml"/>
  <Override PartName="/ppt/media/image6.svg" ContentType="image/svg+xml"/>
  <Override PartName="/ppt/media/image66.svg" ContentType="image/svg+xml"/>
  <Override PartName="/ppt/media/image68.svg" ContentType="image/svg+xml"/>
  <Override PartName="/ppt/media/image70.svg" ContentType="image/svg+xml"/>
  <Override PartName="/ppt/media/image72.svg" ContentType="image/svg+xml"/>
  <Override PartName="/ppt/media/image74.svg" ContentType="image/svg+xml"/>
  <Override PartName="/ppt/media/image76.svg" ContentType="image/svg+xml"/>
  <Override PartName="/ppt/media/image78.svg" ContentType="image/svg+xml"/>
  <Override PartName="/ppt/media/image8.svg" ContentType="image/svg+xml"/>
  <Override PartName="/ppt/media/image80.svg" ContentType="image/svg+xml"/>
  <Override PartName="/ppt/media/image82.svg" ContentType="image/svg+xml"/>
  <Override PartName="/ppt/media/image84.svg" ContentType="image/svg+xml"/>
  <Override PartName="/ppt/media/image86.svg" ContentType="image/svg+xml"/>
  <Override PartName="/ppt/media/image8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 id="2147483663" r:id="rId4"/>
    <p:sldMasterId id="2147483675" r:id="rId5"/>
    <p:sldMasterId id="2147483678" r:id="rId6"/>
  </p:sldMasterIdLst>
  <p:notesMasterIdLst>
    <p:notesMasterId r:id="rId8"/>
  </p:notesMasterIdLst>
  <p:sldIdLst>
    <p:sldId id="256" r:id="rId7"/>
    <p:sldId id="257" r:id="rId9"/>
    <p:sldId id="258" r:id="rId10"/>
    <p:sldId id="259" r:id="rId11"/>
    <p:sldId id="260" r:id="rId12"/>
    <p:sldId id="261" r:id="rId13"/>
    <p:sldId id="273" r:id="rId14"/>
    <p:sldId id="274" r:id="rId15"/>
    <p:sldId id="275" r:id="rId16"/>
    <p:sldId id="265" r:id="rId17"/>
    <p:sldId id="266" r:id="rId18"/>
    <p:sldId id="267" r:id="rId19"/>
    <p:sldId id="276" r:id="rId20"/>
    <p:sldId id="269" r:id="rId21"/>
    <p:sldId id="270" r:id="rId22"/>
    <p:sldId id="271" r:id="rId23"/>
    <p:sldId id="272" r:id="rId2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88"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88"/>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2.xml"/><Relationship Id="rId8" Type="http://schemas.openxmlformats.org/officeDocument/2006/relationships/notesMaster" Target="notesMasters/notesMaster1.xml"/><Relationship Id="rId7" Type="http://schemas.openxmlformats.org/officeDocument/2006/relationships/slide" Target="slides/slide1.xml"/><Relationship Id="rId6" Type="http://schemas.openxmlformats.org/officeDocument/2006/relationships/slideMaster" Target="slideMasters/slideMaster5.xml"/><Relationship Id="rId5" Type="http://schemas.openxmlformats.org/officeDocument/2006/relationships/slideMaster" Target="slideMasters/slideMaster4.xml"/><Relationship Id="rId4" Type="http://schemas.openxmlformats.org/officeDocument/2006/relationships/slideMaster" Target="slideMasters/slideMaster3.xml"/><Relationship Id="rId3" Type="http://schemas.openxmlformats.org/officeDocument/2006/relationships/slideMaster" Target="slideMasters/slideMaster2.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17.xml"/><Relationship Id="rId23" Type="http://schemas.openxmlformats.org/officeDocument/2006/relationships/slide" Target="slides/slide16.xml"/><Relationship Id="rId22" Type="http://schemas.openxmlformats.org/officeDocument/2006/relationships/slide" Target="slides/slide15.xml"/><Relationship Id="rId21" Type="http://schemas.openxmlformats.org/officeDocument/2006/relationships/slide" Target="slides/slide14.xml"/><Relationship Id="rId20" Type="http://schemas.openxmlformats.org/officeDocument/2006/relationships/slide" Target="slides/slide13.xml"/><Relationship Id="rId2" Type="http://schemas.openxmlformats.org/officeDocument/2006/relationships/theme" Target="theme/theme1.xml"/><Relationship Id="rId19" Type="http://schemas.openxmlformats.org/officeDocument/2006/relationships/slide" Target="slides/slide12.xml"/><Relationship Id="rId18" Type="http://schemas.openxmlformats.org/officeDocument/2006/relationships/slide" Target="slides/slide11.xml"/><Relationship Id="rId17" Type="http://schemas.openxmlformats.org/officeDocument/2006/relationships/slide" Target="slides/slide10.xml"/><Relationship Id="rId16" Type="http://schemas.openxmlformats.org/officeDocument/2006/relationships/slide" Target="slides/slide9.xml"/><Relationship Id="rId15" Type="http://schemas.openxmlformats.org/officeDocument/2006/relationships/slide" Target="slides/slide8.xml"/><Relationship Id="rId14" Type="http://schemas.openxmlformats.org/officeDocument/2006/relationships/slide" Target="slides/slide7.xml"/><Relationship Id="rId13" Type="http://schemas.openxmlformats.org/officeDocument/2006/relationships/slide" Target="slides/slide6.xml"/><Relationship Id="rId12" Type="http://schemas.openxmlformats.org/officeDocument/2006/relationships/slide" Target="slides/slide5.xml"/><Relationship Id="rId11" Type="http://schemas.openxmlformats.org/officeDocument/2006/relationships/slide" Target="slides/slide4.xml"/><Relationship Id="rId10" Type="http://schemas.openxmlformats.org/officeDocument/2006/relationships/slide" Target="slides/slide3.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大家好，欢迎参加本次项目汇报。今天我们将向大家介绍一款名为“简易笔记”的应用。这是一款致力于提供简洁、高效笔记体验的工具。本次汇报将由我们团队成员Jack、Bottle、Quality和Zhouzhou共同为大家呈现。</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本次汇报将分为三个部分。首先，我们将介绍项目的整体情况以及团队成员的分工。接着，会深入探讨项目的技术架构和实现细节。最后，我们将对项目进行总结，并展望未来的发展方向。</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现在，我们进入第一部分：项目概述与团队分工。在这一章，我们将详细介绍项目的背景、意义，以及我们团队成员各自承担的职责。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团队由四位成员组成。Jack作为项目负责人，负责整体的设计工作。Bottle是我们的核心程序员，负责代码的实现。Quality专注于测试和质量保证，确保产品的稳定性。而Zhouzhou则负责所有文档的撰写和整理工作。大家各司其职，共同推进项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为什么要做这个项目？因为我们发现市面上的笔记应用普遍存在三大痛点：功能臃肿、广告侵扰和隐私风险。针对这些问题，我们提出了极简设计、完全离线和无广告轻量的解决方案。我们的目标很明确，就是打造一款专注于核心功能、让用户能够不受打扰地捕捉灵感的工具。</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简易笔记”的定位是一款轻量级、高效的安卓笔记管理工具。我们围绕简洁这一核心，提供了一系列实用的核心功能，包括基础的笔记操作、灵活的分类系统、内置的待办事项列表、闹钟提醒、桌面小组件以及针对安卓系统的深度优化，确保用户获得流畅的原生体验。</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Let's take a closer look at the features. Users can perform all basic operations on notes and to-dos. They can categorize their notes, set reminders, and organize tasks into completed and pending lists. We also offer theme customization and desktop widgets for added convenience, making the app both functional and personalized.</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Let's take a closer look at the features. Users can perform all basic operations on notes and to-dos. They can categorize their notes, set reminders, and organize tasks into completed and pending lists. We also offer theme customization and desktop widgets for added convenience, making the app both functional and personalized.</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现在，我们进入第一部分：项目概述与团队分工。在这一章，我们将详细介绍项目的背景、意义，以及我们团队成员各自承担的职责。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技术框架概览如下：我们选择Java作为主要编程语言，采用经典的MVC架构模式来分离关注点。核心框架和库方面，我们使用了AndroidX支持库，并结合WorkManager、RecyclerView和ViewPager2等组件，确保了应用的健壮性和可维护性，为用户提供流畅的体验。</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在开发与运行平台方面，我们使用Android Studio作为主要开发工具，并通过Gradle进行项目构建和依赖管理。应用最低支持Android 7.0系统，目标版本为最新的Android 15。我们还引入了Material Design组件和RxJava等优秀的第三方库，以提升UI的现代化水平和处理异步任务的能力。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数据存储方面，我们采用了混合方案。对于结构化数据，如笔记和待办事项，我们使用SQLite数据库。主题图片等静态资源存储在本地文件系统，而应用配置则使用轻量级的SharedPreferences。</a:t>
            </a:r>
            <a:endParaRPr lang="en-US" sz="1400" b="0" i="0" u="none" strike="noStrike">
              <a:solidFill>
                <a:srgbClr val="000000"/>
              </a:solidFill>
            </a:endParaRPr>
          </a:p>
          <a:p>
            <a:pPr indent="0" algn="l">
              <a:lnSpc>
                <a:spcPct val="100000"/>
              </a:lnSpc>
            </a:pPr>
            <a:r>
              <a:rPr lang="en-US" sz="1400" b="0" i="0" u="none" strike="noStrike">
                <a:solidFill>
                  <a:srgbClr val="000000"/>
                </a:solidFill>
              </a:rPr>
              <a:t>我们定义了笔记、待办和分类三个核心数据实体，并始终坚持“离线优先”的策略，确保数据的完整性和应用性能。</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现在，我们进入第一部分：项目概述与团队分工。在这一章，我们将详细介绍项目的背景、意义，以及我们团队成员各自承担的职责。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项目开发过程中，我们取得了一些关键成果。首先，覆盖笔记、待办和分类的核心模块已经稳定运行。其次，我们构建了健壮的架构，通过Manager模式有效解耦了业务逻辑。最后，备受期待的桌面小组件功能也已成功上线，为用户提供了极大的便利。</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当然，项目也存在一些可以改进的地方。在代码质量方面，我们仍需进行重构和性能优化，并提高单元测试覆盖率。在用户体验方面，我们计划引入生物识别安全、优化UI动画并增加深色模式等功能。这些经验将为我们未来的开发路线图提供宝贵的指导。</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展望未来，我们有三个主要的发展方向。首先是引入AI摘要功能，帮助用户快速总结笔记内容。其次是实现云同步，通过Google Drive让用户的笔记在不同设备间无缝流转。最后，我们将优化应用对大屏设备的支持，包括平板和折叠屏，以提供更好的体验。</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我的汇报到此结束。感谢各位的聆听！如果大家有任何问题，我们非常乐意解答。</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12.xml"/><Relationship Id="rId8" Type="http://schemas.openxmlformats.org/officeDocument/2006/relationships/tags" Target="../tags/tag11.xml"/><Relationship Id="rId7" Type="http://schemas.openxmlformats.org/officeDocument/2006/relationships/tags" Target="../tags/tag10.xml"/><Relationship Id="rId6" Type="http://schemas.openxmlformats.org/officeDocument/2006/relationships/tags" Target="../tags/tag9.xml"/><Relationship Id="rId5" Type="http://schemas.openxmlformats.org/officeDocument/2006/relationships/tags" Target="../tags/tag8.xml"/><Relationship Id="rId4" Type="http://schemas.openxmlformats.org/officeDocument/2006/relationships/tags" Target="../tags/tag7.xml"/><Relationship Id="rId3" Type="http://schemas.openxmlformats.org/officeDocument/2006/relationships/tags" Target="../tags/tag6.xml"/><Relationship Id="rId24" Type="http://schemas.openxmlformats.org/officeDocument/2006/relationships/tags" Target="../tags/tag25.xml"/><Relationship Id="rId23" Type="http://schemas.openxmlformats.org/officeDocument/2006/relationships/tags" Target="../tags/tag24.xml"/><Relationship Id="rId22" Type="http://schemas.openxmlformats.org/officeDocument/2006/relationships/tags" Target="../tags/tag23.xml"/><Relationship Id="rId21" Type="http://schemas.openxmlformats.org/officeDocument/2006/relationships/tags" Target="../tags/tag22.xml"/><Relationship Id="rId20" Type="http://schemas.openxmlformats.org/officeDocument/2006/relationships/tags" Target="../tags/tag21.xml"/><Relationship Id="rId2" Type="http://schemas.openxmlformats.org/officeDocument/2006/relationships/tags" Target="../tags/tag5.xml"/><Relationship Id="rId19" Type="http://schemas.openxmlformats.org/officeDocument/2006/relationships/tags" Target="../tags/tag20.xml"/><Relationship Id="rId18" Type="http://schemas.openxmlformats.org/officeDocument/2006/relationships/tags" Target="../tags/tag19.xml"/><Relationship Id="rId17" Type="http://schemas.openxmlformats.org/officeDocument/2006/relationships/tags" Target="../tags/tag18.xml"/><Relationship Id="rId16" Type="http://schemas.openxmlformats.org/officeDocument/2006/relationships/image" Target="NULL" TargetMode="External"/><Relationship Id="rId15" Type="http://schemas.openxmlformats.org/officeDocument/2006/relationships/image" Target="../media/image1.png"/><Relationship Id="rId14" Type="http://schemas.openxmlformats.org/officeDocument/2006/relationships/tags" Target="../tags/tag17.xml"/><Relationship Id="rId13" Type="http://schemas.openxmlformats.org/officeDocument/2006/relationships/tags" Target="../tags/tag16.xml"/><Relationship Id="rId12" Type="http://schemas.openxmlformats.org/officeDocument/2006/relationships/tags" Target="../tags/tag15.xml"/><Relationship Id="rId11" Type="http://schemas.openxmlformats.org/officeDocument/2006/relationships/tags" Target="../tags/tag14.xml"/><Relationship Id="rId10" Type="http://schemas.openxmlformats.org/officeDocument/2006/relationships/tags" Target="../tags/tag13.xml"/><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tags" Target="../tags/tag28.xml"/><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38.xml"/><Relationship Id="rId8" Type="http://schemas.openxmlformats.org/officeDocument/2006/relationships/tags" Target="../tags/tag37.xml"/><Relationship Id="rId7" Type="http://schemas.openxmlformats.org/officeDocument/2006/relationships/tags" Target="../tags/tag36.xml"/><Relationship Id="rId6" Type="http://schemas.openxmlformats.org/officeDocument/2006/relationships/tags" Target="../tags/tag35.xml"/><Relationship Id="rId5" Type="http://schemas.openxmlformats.org/officeDocument/2006/relationships/tags" Target="../tags/tag34.xml"/><Relationship Id="rId4" Type="http://schemas.openxmlformats.org/officeDocument/2006/relationships/tags" Target="../tags/tag33.xml"/><Relationship Id="rId3" Type="http://schemas.openxmlformats.org/officeDocument/2006/relationships/tags" Target="../tags/tag32.xml"/><Relationship Id="rId2" Type="http://schemas.openxmlformats.org/officeDocument/2006/relationships/tags" Target="../tags/tag31.xml"/><Relationship Id="rId15" Type="http://schemas.openxmlformats.org/officeDocument/2006/relationships/tags" Target="../tags/tag44.xml"/><Relationship Id="rId14" Type="http://schemas.openxmlformats.org/officeDocument/2006/relationships/tags" Target="../tags/tag43.xml"/><Relationship Id="rId13" Type="http://schemas.openxmlformats.org/officeDocument/2006/relationships/tags" Target="../tags/tag42.xml"/><Relationship Id="rId12" Type="http://schemas.openxmlformats.org/officeDocument/2006/relationships/tags" Target="../tags/tag41.xml"/><Relationship Id="rId11" Type="http://schemas.openxmlformats.org/officeDocument/2006/relationships/tags" Target="../tags/tag40.xml"/><Relationship Id="rId10" Type="http://schemas.openxmlformats.org/officeDocument/2006/relationships/tags" Target="../tags/tag39.xml"/><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52.xml"/><Relationship Id="rId8" Type="http://schemas.openxmlformats.org/officeDocument/2006/relationships/tags" Target="../tags/tag51.xml"/><Relationship Id="rId7" Type="http://schemas.openxmlformats.org/officeDocument/2006/relationships/tags" Target="../tags/tag50.xml"/><Relationship Id="rId6" Type="http://schemas.openxmlformats.org/officeDocument/2006/relationships/tags" Target="../tags/tag49.xml"/><Relationship Id="rId5" Type="http://schemas.openxmlformats.org/officeDocument/2006/relationships/tags" Target="../tags/tag48.xml"/><Relationship Id="rId4" Type="http://schemas.openxmlformats.org/officeDocument/2006/relationships/tags" Target="../tags/tag47.xml"/><Relationship Id="rId3" Type="http://schemas.openxmlformats.org/officeDocument/2006/relationships/tags" Target="../tags/tag46.xml"/><Relationship Id="rId2" Type="http://schemas.openxmlformats.org/officeDocument/2006/relationships/tags" Target="../tags/tag45.xml"/><Relationship Id="rId17" Type="http://schemas.openxmlformats.org/officeDocument/2006/relationships/tags" Target="../tags/tag60.xml"/><Relationship Id="rId16" Type="http://schemas.openxmlformats.org/officeDocument/2006/relationships/tags" Target="../tags/tag59.xml"/><Relationship Id="rId15" Type="http://schemas.openxmlformats.org/officeDocument/2006/relationships/tags" Target="../tags/tag58.xml"/><Relationship Id="rId14" Type="http://schemas.openxmlformats.org/officeDocument/2006/relationships/tags" Target="../tags/tag57.xml"/><Relationship Id="rId13" Type="http://schemas.openxmlformats.org/officeDocument/2006/relationships/tags" Target="../tags/tag56.xml"/><Relationship Id="rId12" Type="http://schemas.openxmlformats.org/officeDocument/2006/relationships/tags" Target="../tags/tag55.xml"/><Relationship Id="rId11" Type="http://schemas.openxmlformats.org/officeDocument/2006/relationships/tags" Target="../tags/tag54.xml"/><Relationship Id="rId10" Type="http://schemas.openxmlformats.org/officeDocument/2006/relationships/tags" Target="../tags/tag53.xml"/><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7" Type="http://schemas.openxmlformats.org/officeDocument/2006/relationships/tags" Target="../tags/tag66.xml"/><Relationship Id="rId6" Type="http://schemas.openxmlformats.org/officeDocument/2006/relationships/tags" Target="../tags/tag65.xml"/><Relationship Id="rId5" Type="http://schemas.openxmlformats.org/officeDocument/2006/relationships/tags" Target="../tags/tag64.xml"/><Relationship Id="rId4" Type="http://schemas.openxmlformats.org/officeDocument/2006/relationships/tags" Target="../tags/tag63.xml"/><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9" Type="http://schemas.openxmlformats.org/officeDocument/2006/relationships/tags" Target="../tags/tag74.xml"/><Relationship Id="rId8" Type="http://schemas.openxmlformats.org/officeDocument/2006/relationships/tags" Target="../tags/tag73.xml"/><Relationship Id="rId7" Type="http://schemas.openxmlformats.org/officeDocument/2006/relationships/tags" Target="../tags/tag72.xml"/><Relationship Id="rId6" Type="http://schemas.openxmlformats.org/officeDocument/2006/relationships/tags" Target="../tags/tag71.xml"/><Relationship Id="rId5" Type="http://schemas.openxmlformats.org/officeDocument/2006/relationships/tags" Target="../tags/tag70.xml"/><Relationship Id="rId4" Type="http://schemas.openxmlformats.org/officeDocument/2006/relationships/tags" Target="../tags/tag69.xml"/><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5" Type="http://schemas.openxmlformats.org/officeDocument/2006/relationships/tags" Target="../tags/tag78.xml"/><Relationship Id="rId4" Type="http://schemas.openxmlformats.org/officeDocument/2006/relationships/tags" Target="../tags/tag77.xml"/><Relationship Id="rId3" Type="http://schemas.openxmlformats.org/officeDocument/2006/relationships/tags" Target="../tags/tag76.xml"/><Relationship Id="rId2" Type="http://schemas.openxmlformats.org/officeDocument/2006/relationships/tags" Target="../tags/tag75.xml"/><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4" Type="http://schemas.openxmlformats.org/officeDocument/2006/relationships/tags" Target="../tags/tag81.xml"/><Relationship Id="rId3" Type="http://schemas.openxmlformats.org/officeDocument/2006/relationships/tags" Target="../tags/tag80.xml"/><Relationship Id="rId2" Type="http://schemas.openxmlformats.org/officeDocument/2006/relationships/tags" Target="../tags/tag79.xml"/><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5" Type="http://schemas.openxmlformats.org/officeDocument/2006/relationships/tags" Target="../tags/tag85.xml"/><Relationship Id="rId4" Type="http://schemas.openxmlformats.org/officeDocument/2006/relationships/tags" Target="../tags/tag84.xml"/><Relationship Id="rId3" Type="http://schemas.openxmlformats.org/officeDocument/2006/relationships/tags" Target="../tags/tag83.xml"/><Relationship Id="rId2" Type="http://schemas.openxmlformats.org/officeDocument/2006/relationships/tags" Target="../tags/tag82.xml"/><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6" Type="http://schemas.openxmlformats.org/officeDocument/2006/relationships/tags" Target="../tags/tag90.xml"/><Relationship Id="rId5" Type="http://schemas.openxmlformats.org/officeDocument/2006/relationships/tags" Target="../tags/tag89.xml"/><Relationship Id="rId4" Type="http://schemas.openxmlformats.org/officeDocument/2006/relationships/tags" Target="../tags/tag88.xml"/><Relationship Id="rId3" Type="http://schemas.openxmlformats.org/officeDocument/2006/relationships/tags" Target="../tags/tag87.xml"/><Relationship Id="rId2" Type="http://schemas.openxmlformats.org/officeDocument/2006/relationships/tags" Target="../tags/tag86.xml"/><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9" Type="http://schemas.openxmlformats.org/officeDocument/2006/relationships/image" Target="NULL" TargetMode="External"/><Relationship Id="rId8" Type="http://schemas.openxmlformats.org/officeDocument/2006/relationships/image" Target="../media/image2.png"/><Relationship Id="rId7" Type="http://schemas.openxmlformats.org/officeDocument/2006/relationships/tags" Target="../tags/tag96.xml"/><Relationship Id="rId6" Type="http://schemas.openxmlformats.org/officeDocument/2006/relationships/tags" Target="../tags/tag95.xml"/><Relationship Id="rId5" Type="http://schemas.openxmlformats.org/officeDocument/2006/relationships/tags" Target="../tags/tag94.xml"/><Relationship Id="rId4" Type="http://schemas.openxmlformats.org/officeDocument/2006/relationships/tags" Target="../tags/tag93.xml"/><Relationship Id="rId3" Type="http://schemas.openxmlformats.org/officeDocument/2006/relationships/tags" Target="../tags/tag92.xml"/><Relationship Id="rId21" Type="http://schemas.openxmlformats.org/officeDocument/2006/relationships/tags" Target="../tags/tag106.xml"/><Relationship Id="rId20" Type="http://schemas.openxmlformats.org/officeDocument/2006/relationships/tags" Target="../tags/tag105.xml"/><Relationship Id="rId2" Type="http://schemas.openxmlformats.org/officeDocument/2006/relationships/tags" Target="../tags/tag91.xml"/><Relationship Id="rId19" Type="http://schemas.openxmlformats.org/officeDocument/2006/relationships/tags" Target="../tags/tag104.xml"/><Relationship Id="rId18" Type="http://schemas.openxmlformats.org/officeDocument/2006/relationships/tags" Target="../tags/tag103.xml"/><Relationship Id="rId17" Type="http://schemas.openxmlformats.org/officeDocument/2006/relationships/tags" Target="../tags/tag102.xml"/><Relationship Id="rId16" Type="http://schemas.openxmlformats.org/officeDocument/2006/relationships/tags" Target="../tags/tag101.xml"/><Relationship Id="rId15" Type="http://schemas.openxmlformats.org/officeDocument/2006/relationships/tags" Target="../tags/tag100.xml"/><Relationship Id="rId14" Type="http://schemas.openxmlformats.org/officeDocument/2006/relationships/image" Target="../media/image4.png"/><Relationship Id="rId13" Type="http://schemas.openxmlformats.org/officeDocument/2006/relationships/tags" Target="../tags/tag99.xml"/><Relationship Id="rId12" Type="http://schemas.openxmlformats.org/officeDocument/2006/relationships/image" Target="../media/image3.png"/><Relationship Id="rId11" Type="http://schemas.openxmlformats.org/officeDocument/2006/relationships/tags" Target="../tags/tag98.xml"/><Relationship Id="rId10" Type="http://schemas.openxmlformats.org/officeDocument/2006/relationships/tags" Target="../tags/tag97.xml"/><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5" Type="http://schemas.openxmlformats.org/officeDocument/2006/relationships/tags" Target="../tags/tag118.xml"/><Relationship Id="rId4" Type="http://schemas.openxmlformats.org/officeDocument/2006/relationships/tags" Target="../tags/tag117.xml"/><Relationship Id="rId3" Type="http://schemas.openxmlformats.org/officeDocument/2006/relationships/tags" Target="../tags/tag116.xml"/><Relationship Id="rId2" Type="http://schemas.openxmlformats.org/officeDocument/2006/relationships/tags" Target="../tags/tag115.xml"/><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5" Type="http://schemas.openxmlformats.org/officeDocument/2006/relationships/tags" Target="../tags/tag122.xml"/><Relationship Id="rId4" Type="http://schemas.openxmlformats.org/officeDocument/2006/relationships/tags" Target="../tags/tag121.xml"/><Relationship Id="rId3" Type="http://schemas.openxmlformats.org/officeDocument/2006/relationships/tags" Target="../tags/tag120.xml"/><Relationship Id="rId2" Type="http://schemas.openxmlformats.org/officeDocument/2006/relationships/tags" Target="../tags/tag119.xml"/><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95960" y="360000"/>
            <a:ext cx="10800000" cy="720000"/>
          </a:xfrm>
        </p:spPr>
        <p:txBody>
          <a:bodyPr wrap="square">
            <a:normAutofit/>
          </a:body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a:xfrm>
            <a:off x="695960" y="6356350"/>
            <a:ext cx="2743200" cy="365125"/>
          </a:xfrm>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custDataLst>
              <p:tags r:id="rId5"/>
            </p:custDataLst>
          </p:nvPr>
        </p:nvSpPr>
        <p:spPr>
          <a:xfrm>
            <a:off x="8753983" y="6356350"/>
            <a:ext cx="2743200" cy="365125"/>
          </a:xfrm>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
        <p:nvSpPr>
          <p:cNvPr id="7" name="Vector_#color-2233&amp;1250"/>
          <p:cNvSpPr/>
          <p:nvPr userDrawn="1">
            <p:custDataLst>
              <p:tags r:id="rId2"/>
            </p:custDataLst>
          </p:nvPr>
        </p:nvSpPr>
        <p:spPr>
          <a:xfrm>
            <a:off x="6985000" y="1905000"/>
            <a:ext cx="5207000" cy="4953000"/>
          </a:xfrm>
          <a:custGeom>
            <a:avLst/>
            <a:gdLst/>
            <a:ahLst/>
            <a:cxnLst/>
            <a:rect l="l" t="t" r="r" b="b"/>
            <a:pathLst>
              <a:path w="5207000" h="4953000">
                <a:moveTo>
                  <a:pt x="5207000" y="4953000"/>
                </a:moveTo>
                <a:cubicBezTo>
                  <a:pt x="5207000" y="4953000"/>
                  <a:pt x="1447800" y="4952949"/>
                  <a:pt x="356405" y="4952949"/>
                </a:cubicBezTo>
                <a:cubicBezTo>
                  <a:pt x="128275" y="4493870"/>
                  <a:pt x="0" y="3976421"/>
                  <a:pt x="0" y="3429000"/>
                </a:cubicBezTo>
                <a:cubicBezTo>
                  <a:pt x="0" y="1535214"/>
                  <a:pt x="1535214" y="0"/>
                  <a:pt x="3429000" y="0"/>
                </a:cubicBezTo>
                <a:cubicBezTo>
                  <a:pt x="4079862" y="0"/>
                  <a:pt x="4688611" y="180395"/>
                  <a:pt x="5207000" y="495300"/>
                </a:cubicBezTo>
                <a:cubicBezTo>
                  <a:pt x="5207000" y="2972410"/>
                  <a:pt x="5207000" y="4953000"/>
                  <a:pt x="5207000" y="4953000"/>
                </a:cubicBezTo>
              </a:path>
            </a:pathLst>
          </a:custGeom>
          <a:solidFill>
            <a:schemeClr val="tx2">
              <a:alpha val="50000"/>
            </a:schemeClr>
          </a:solidFill>
        </p:spPr>
      </p:sp>
      <p:sp>
        <p:nvSpPr>
          <p:cNvPr id="8" name="Vector-2253&amp;1964"/>
          <p:cNvSpPr/>
          <p:nvPr userDrawn="1">
            <p:custDataLst>
              <p:tags r:id="rId3"/>
            </p:custDataLst>
          </p:nvPr>
        </p:nvSpPr>
        <p:spPr>
          <a:xfrm>
            <a:off x="6673800" y="0"/>
            <a:ext cx="16005" cy="642100"/>
          </a:xfrm>
          <a:custGeom>
            <a:avLst/>
            <a:gdLst/>
            <a:ahLst/>
            <a:cxnLst/>
            <a:rect l="l" t="t" r="r" b="b"/>
            <a:pathLst>
              <a:path w="16005" h="642100">
                <a:moveTo>
                  <a:pt x="16000" y="0"/>
                </a:moveTo>
                <a:cubicBezTo>
                  <a:pt x="16032" y="97005"/>
                  <a:pt x="15901" y="188537"/>
                  <a:pt x="15690" y="270452"/>
                </a:cubicBezTo>
                <a:cubicBezTo>
                  <a:pt x="15408" y="380818"/>
                  <a:pt x="14984" y="473730"/>
                  <a:pt x="14629" y="539050"/>
                </a:cubicBezTo>
                <a:cubicBezTo>
                  <a:pt x="14453" y="571711"/>
                  <a:pt x="14294" y="597473"/>
                  <a:pt x="14179" y="615071"/>
                </a:cubicBezTo>
                <a:cubicBezTo>
                  <a:pt x="14122" y="623870"/>
                  <a:pt x="14075" y="630629"/>
                  <a:pt x="14043" y="635187"/>
                </a:cubicBezTo>
                <a:lnTo>
                  <a:pt x="14006" y="640354"/>
                </a:lnTo>
                <a:lnTo>
                  <a:pt x="13996" y="641664"/>
                </a:lnTo>
                <a:lnTo>
                  <a:pt x="13994" y="641994"/>
                </a:lnTo>
                <a:lnTo>
                  <a:pt x="13993" y="642076"/>
                </a:lnTo>
                <a:lnTo>
                  <a:pt x="13993" y="642098"/>
                </a:lnTo>
                <a:cubicBezTo>
                  <a:pt x="13993" y="642102"/>
                  <a:pt x="13993" y="642104"/>
                  <a:pt x="6996" y="642052"/>
                </a:cubicBezTo>
                <a:cubicBezTo>
                  <a:pt x="0" y="642000"/>
                  <a:pt x="0" y="641998"/>
                  <a:pt x="0" y="641993"/>
                </a:cubicBezTo>
                <a:lnTo>
                  <a:pt x="0" y="641972"/>
                </a:lnTo>
                <a:lnTo>
                  <a:pt x="77515" y="641890"/>
                </a:lnTo>
                <a:lnTo>
                  <a:pt x="3" y="641561"/>
                </a:lnTo>
                <a:lnTo>
                  <a:pt x="12" y="640253"/>
                </a:lnTo>
                <a:lnTo>
                  <a:pt x="50" y="635088"/>
                </a:lnTo>
                <a:lnTo>
                  <a:pt x="106" y="626835"/>
                </a:lnTo>
                <a:lnTo>
                  <a:pt x="185" y="614980"/>
                </a:lnTo>
                <a:cubicBezTo>
                  <a:pt x="301" y="597386"/>
                  <a:pt x="460" y="571630"/>
                  <a:pt x="636" y="538975"/>
                </a:cubicBezTo>
                <a:cubicBezTo>
                  <a:pt x="990" y="473666"/>
                  <a:pt x="1415" y="380768"/>
                  <a:pt x="1698" y="270416"/>
                </a:cubicBezTo>
                <a:cubicBezTo>
                  <a:pt x="1908" y="188510"/>
                  <a:pt x="2039" y="96990"/>
                  <a:pt x="2007" y="0"/>
                </a:cubicBezTo>
                <a:lnTo>
                  <a:pt x="16000" y="0"/>
                </a:lnTo>
              </a:path>
            </a:pathLst>
          </a:custGeom>
          <a:solidFill>
            <a:schemeClr val="tx2">
              <a:lumMod val="50000"/>
            </a:schemeClr>
          </a:solidFill>
        </p:spPr>
      </p:sp>
      <p:sp>
        <p:nvSpPr>
          <p:cNvPr id="9" name="Vector_#color-2215&amp;2445"/>
          <p:cNvSpPr/>
          <p:nvPr userDrawn="1">
            <p:custDataLst>
              <p:tags r:id="rId4"/>
            </p:custDataLst>
          </p:nvPr>
        </p:nvSpPr>
        <p:spPr>
          <a:xfrm>
            <a:off x="6386984" y="1264059"/>
            <a:ext cx="567437" cy="567437"/>
          </a:xfrm>
          <a:custGeom>
            <a:avLst/>
            <a:gdLst/>
            <a:ahLst/>
            <a:cxnLst/>
            <a:rect l="l" t="t" r="r" b="b"/>
            <a:pathLst>
              <a:path w="567437" h="567437">
                <a:moveTo>
                  <a:pt x="286868" y="0"/>
                </a:moveTo>
                <a:cubicBezTo>
                  <a:pt x="445301" y="0"/>
                  <a:pt x="567437" y="128433"/>
                  <a:pt x="567437" y="286868"/>
                </a:cubicBezTo>
                <a:cubicBezTo>
                  <a:pt x="567437" y="445301"/>
                  <a:pt x="445301" y="567437"/>
                  <a:pt x="286868" y="567437"/>
                </a:cubicBezTo>
                <a:cubicBezTo>
                  <a:pt x="128433" y="567437"/>
                  <a:pt x="0" y="445301"/>
                  <a:pt x="0" y="286868"/>
                </a:cubicBezTo>
                <a:cubicBezTo>
                  <a:pt x="0" y="128433"/>
                  <a:pt x="128433" y="0"/>
                  <a:pt x="286868" y="0"/>
                </a:cubicBezTo>
              </a:path>
            </a:pathLst>
          </a:custGeom>
          <a:solidFill>
            <a:schemeClr val="tx2">
              <a:alpha val="80000"/>
            </a:schemeClr>
          </a:solidFill>
        </p:spPr>
      </p:sp>
      <p:sp>
        <p:nvSpPr>
          <p:cNvPr id="11" name="Vector_#color-2215&amp;2446"/>
          <p:cNvSpPr/>
          <p:nvPr userDrawn="1">
            <p:custDataLst>
              <p:tags r:id="rId5"/>
            </p:custDataLst>
          </p:nvPr>
        </p:nvSpPr>
        <p:spPr>
          <a:xfrm>
            <a:off x="5918200" y="606363"/>
            <a:ext cx="1498006" cy="1008233"/>
          </a:xfrm>
          <a:custGeom>
            <a:avLst/>
            <a:gdLst/>
            <a:ahLst/>
            <a:cxnLst/>
            <a:rect l="l" t="t" r="r" b="b"/>
            <a:pathLst>
              <a:path w="1498006" h="1008233">
                <a:moveTo>
                  <a:pt x="752151" y="0"/>
                </a:moveTo>
                <a:cubicBezTo>
                  <a:pt x="1167557" y="0"/>
                  <a:pt x="1498003" y="336747"/>
                  <a:pt x="1498003" y="752151"/>
                </a:cubicBezTo>
                <a:cubicBezTo>
                  <a:pt x="1498003" y="842529"/>
                  <a:pt x="1484008" y="1008233"/>
                  <a:pt x="1484008" y="1008233"/>
                </a:cubicBezTo>
                <a:lnTo>
                  <a:pt x="20990" y="1008233"/>
                </a:lnTo>
                <a:cubicBezTo>
                  <a:pt x="20990" y="1008233"/>
                  <a:pt x="0" y="847616"/>
                  <a:pt x="0" y="752151"/>
                </a:cubicBezTo>
                <a:cubicBezTo>
                  <a:pt x="0" y="336747"/>
                  <a:pt x="336747" y="0"/>
                  <a:pt x="752151" y="0"/>
                </a:cubicBezTo>
              </a:path>
            </a:pathLst>
          </a:custGeom>
          <a:solidFill>
            <a:schemeClr val="accent4"/>
          </a:solidFill>
        </p:spPr>
      </p:sp>
      <p:sp>
        <p:nvSpPr>
          <p:cNvPr id="12" name="Vector-2215&amp;2447"/>
          <p:cNvSpPr/>
          <p:nvPr userDrawn="1">
            <p:custDataLst>
              <p:tags r:id="rId6"/>
            </p:custDataLst>
          </p:nvPr>
        </p:nvSpPr>
        <p:spPr>
          <a:xfrm>
            <a:off x="6456958" y="746299"/>
            <a:ext cx="959256" cy="867598"/>
          </a:xfrm>
          <a:custGeom>
            <a:avLst/>
            <a:gdLst/>
            <a:ahLst/>
            <a:cxnLst/>
            <a:rect l="l" t="t" r="r" b="b"/>
            <a:pathLst>
              <a:path w="959256" h="867598">
                <a:moveTo>
                  <a:pt x="647200" y="0"/>
                </a:moveTo>
                <a:cubicBezTo>
                  <a:pt x="647200" y="0"/>
                  <a:pt x="693148" y="32409"/>
                  <a:pt x="711073" y="48243"/>
                </a:cubicBezTo>
                <a:cubicBezTo>
                  <a:pt x="864100" y="188913"/>
                  <a:pt x="959255" y="387642"/>
                  <a:pt x="959255" y="612217"/>
                </a:cubicBezTo>
                <a:cubicBezTo>
                  <a:pt x="959255" y="702594"/>
                  <a:pt x="944563" y="867598"/>
                  <a:pt x="944563" y="867598"/>
                </a:cubicBezTo>
                <a:lnTo>
                  <a:pt x="0" y="867598"/>
                </a:lnTo>
                <a:cubicBezTo>
                  <a:pt x="0" y="867598"/>
                  <a:pt x="302001" y="841367"/>
                  <a:pt x="546447" y="524758"/>
                </a:cubicBezTo>
                <a:cubicBezTo>
                  <a:pt x="758154" y="265388"/>
                  <a:pt x="647200" y="0"/>
                  <a:pt x="647200" y="0"/>
                </a:cubicBezTo>
              </a:path>
            </a:pathLst>
          </a:custGeom>
          <a:solidFill>
            <a:schemeClr val="bg1">
              <a:lumMod val="95000"/>
              <a:alpha val="21000"/>
            </a:schemeClr>
          </a:solidFill>
        </p:spPr>
      </p:sp>
      <p:sp>
        <p:nvSpPr>
          <p:cNvPr id="13" name="Rectangle 29_#color-2253&amp;1965"/>
          <p:cNvSpPr/>
          <p:nvPr userDrawn="1">
            <p:custDataLst>
              <p:tags r:id="rId7"/>
            </p:custDataLst>
          </p:nvPr>
        </p:nvSpPr>
        <p:spPr>
          <a:xfrm rot="18910200">
            <a:off x="5983170" y="4928108"/>
            <a:ext cx="1113402" cy="1298252"/>
          </a:xfrm>
          <a:prstGeom prst="rect">
            <a:avLst/>
          </a:prstGeom>
          <a:solidFill>
            <a:schemeClr val="accent3">
              <a:lumMod val="60000"/>
              <a:lumOff val="40000"/>
            </a:schemeClr>
          </a:solidFill>
        </p:spPr>
      </p:sp>
      <p:sp>
        <p:nvSpPr>
          <p:cNvPr id="15" name="Rectangle 30-2253&amp;1966"/>
          <p:cNvSpPr/>
          <p:nvPr userDrawn="1">
            <p:custDataLst>
              <p:tags r:id="rId8"/>
            </p:custDataLst>
          </p:nvPr>
        </p:nvSpPr>
        <p:spPr>
          <a:xfrm rot="18910200">
            <a:off x="6111317" y="5238769"/>
            <a:ext cx="232138" cy="1298252"/>
          </a:xfrm>
          <a:prstGeom prst="rect">
            <a:avLst/>
          </a:prstGeom>
          <a:solidFill>
            <a:schemeClr val="accent1">
              <a:lumMod val="50000"/>
            </a:schemeClr>
          </a:solidFill>
        </p:spPr>
      </p:sp>
      <p:sp>
        <p:nvSpPr>
          <p:cNvPr id="16" name="Rectangle 31-2253&amp;1967"/>
          <p:cNvSpPr/>
          <p:nvPr userDrawn="1">
            <p:custDataLst>
              <p:tags r:id="rId9"/>
            </p:custDataLst>
          </p:nvPr>
        </p:nvSpPr>
        <p:spPr>
          <a:xfrm rot="18910200">
            <a:off x="6163059" y="5171548"/>
            <a:ext cx="558440" cy="305471"/>
          </a:xfrm>
          <a:prstGeom prst="roundRect">
            <a:avLst>
              <a:gd name="adj" fmla="val 14185"/>
            </a:avLst>
          </a:prstGeom>
          <a:solidFill>
            <a:srgbClr val="FFFFFF">
              <a:alpha val="80000"/>
            </a:srgbClr>
          </a:solidFill>
        </p:spPr>
      </p:sp>
      <p:sp>
        <p:nvSpPr>
          <p:cNvPr id="17" name="Subtract_#color-2215&amp;2451"/>
          <p:cNvSpPr/>
          <p:nvPr userDrawn="1">
            <p:custDataLst>
              <p:tags r:id="rId10"/>
            </p:custDataLst>
          </p:nvPr>
        </p:nvSpPr>
        <p:spPr>
          <a:xfrm>
            <a:off x="11091714" y="1652891"/>
            <a:ext cx="1006548" cy="812031"/>
          </a:xfrm>
          <a:custGeom>
            <a:avLst/>
            <a:gdLst/>
            <a:ahLst/>
            <a:cxnLst/>
            <a:rect l="l" t="t" r="r" b="b"/>
            <a:pathLst>
              <a:path w="1006548" h="812031">
                <a:moveTo>
                  <a:pt x="1005844" y="26273"/>
                </a:moveTo>
                <a:lnTo>
                  <a:pt x="806865" y="796308"/>
                </a:lnTo>
                <a:cubicBezTo>
                  <a:pt x="803970" y="807517"/>
                  <a:pt x="792535" y="814255"/>
                  <a:pt x="781326" y="811359"/>
                </a:cubicBezTo>
                <a:lnTo>
                  <a:pt x="15725" y="613527"/>
                </a:lnTo>
                <a:cubicBezTo>
                  <a:pt x="-2328" y="608862"/>
                  <a:pt x="-5763" y="584716"/>
                  <a:pt x="10274" y="575202"/>
                </a:cubicBezTo>
                <a:lnTo>
                  <a:pt x="974853" y="3000"/>
                </a:lnTo>
                <a:cubicBezTo>
                  <a:pt x="990940" y="-6543"/>
                  <a:pt x="1010522" y="8163"/>
                  <a:pt x="1005844" y="26273"/>
                </a:cubicBezTo>
                <a:moveTo>
                  <a:pt x="761336" y="320582"/>
                </a:moveTo>
                <a:lnTo>
                  <a:pt x="685347" y="614660"/>
                </a:lnTo>
                <a:lnTo>
                  <a:pt x="391269" y="538669"/>
                </a:lnTo>
                <a:lnTo>
                  <a:pt x="761336" y="320582"/>
                </a:lnTo>
              </a:path>
            </a:pathLst>
          </a:custGeom>
          <a:solidFill>
            <a:schemeClr val="accent2"/>
          </a:solidFill>
        </p:spPr>
      </p:sp>
      <p:sp>
        <p:nvSpPr>
          <p:cNvPr id="19" name="Vector 15-2215&amp;2452"/>
          <p:cNvSpPr/>
          <p:nvPr userDrawn="1">
            <p:custDataLst>
              <p:tags r:id="rId11"/>
            </p:custDataLst>
          </p:nvPr>
        </p:nvSpPr>
        <p:spPr>
          <a:xfrm>
            <a:off x="11173768" y="2044309"/>
            <a:ext cx="829469" cy="426244"/>
          </a:xfrm>
          <a:custGeom>
            <a:avLst/>
            <a:gdLst/>
            <a:ahLst/>
            <a:cxnLst/>
            <a:rect l="l" t="t" r="r" b="b"/>
            <a:pathLst>
              <a:path w="829469" h="426244">
                <a:moveTo>
                  <a:pt x="726652" y="401545"/>
                </a:moveTo>
                <a:lnTo>
                  <a:pt x="829469" y="0"/>
                </a:lnTo>
                <a:lnTo>
                  <a:pt x="647700" y="51991"/>
                </a:lnTo>
                <a:lnTo>
                  <a:pt x="603250" y="223441"/>
                </a:lnTo>
                <a:lnTo>
                  <a:pt x="314312" y="148386"/>
                </a:lnTo>
                <a:lnTo>
                  <a:pt x="0" y="238919"/>
                </a:lnTo>
                <a:lnTo>
                  <a:pt x="695654" y="419826"/>
                </a:lnTo>
                <a:cubicBezTo>
                  <a:pt x="709266" y="423367"/>
                  <a:pt x="723163" y="415171"/>
                  <a:pt x="726652" y="401545"/>
                </a:cubicBezTo>
              </a:path>
            </a:pathLst>
          </a:custGeom>
          <a:solidFill>
            <a:schemeClr val="tx1">
              <a:alpha val="10000"/>
            </a:schemeClr>
          </a:solidFill>
        </p:spPr>
      </p:sp>
      <p:sp>
        <p:nvSpPr>
          <p:cNvPr id="21" name="mainCircle_#color-2215&amp;2453"/>
          <p:cNvSpPr/>
          <p:nvPr userDrawn="1">
            <p:custDataLst>
              <p:tags r:id="rId12"/>
            </p:custDataLst>
          </p:nvPr>
        </p:nvSpPr>
        <p:spPr>
          <a:xfrm>
            <a:off x="510456" y="6477000"/>
            <a:ext cx="977994" cy="381000"/>
          </a:xfrm>
          <a:custGeom>
            <a:avLst/>
            <a:gdLst/>
            <a:ahLst/>
            <a:cxnLst/>
            <a:rect l="l" t="t" r="r" b="b"/>
            <a:pathLst>
              <a:path w="977994" h="381000">
                <a:moveTo>
                  <a:pt x="489002" y="0"/>
                </a:moveTo>
                <a:cubicBezTo>
                  <a:pt x="724946" y="0"/>
                  <a:pt x="923039" y="162093"/>
                  <a:pt x="977994" y="381000"/>
                </a:cubicBezTo>
                <a:lnTo>
                  <a:pt x="0" y="381000"/>
                </a:lnTo>
                <a:cubicBezTo>
                  <a:pt x="54956" y="162093"/>
                  <a:pt x="253050" y="0"/>
                  <a:pt x="489002" y="0"/>
                </a:cubicBezTo>
              </a:path>
            </a:pathLst>
          </a:custGeom>
          <a:solidFill>
            <a:schemeClr val="accent3">
              <a:lumMod val="60000"/>
              <a:lumOff val="40000"/>
            </a:schemeClr>
          </a:solidFill>
        </p:spPr>
      </p:sp>
      <p:sp>
        <p:nvSpPr>
          <p:cNvPr id="22" name="Vector-2253&amp;1970"/>
          <p:cNvSpPr/>
          <p:nvPr userDrawn="1">
            <p:custDataLst>
              <p:tags r:id="rId13"/>
            </p:custDataLst>
          </p:nvPr>
        </p:nvSpPr>
        <p:spPr>
          <a:xfrm>
            <a:off x="1339131" y="6608601"/>
            <a:ext cx="149648" cy="249402"/>
          </a:xfrm>
          <a:custGeom>
            <a:avLst/>
            <a:gdLst/>
            <a:ahLst/>
            <a:cxnLst/>
            <a:rect l="l" t="t" r="r" b="b"/>
            <a:pathLst>
              <a:path w="149648" h="249402">
                <a:moveTo>
                  <a:pt x="32476" y="249401"/>
                </a:moveTo>
                <a:lnTo>
                  <a:pt x="149648" y="249401"/>
                </a:lnTo>
                <a:cubicBezTo>
                  <a:pt x="149648" y="249401"/>
                  <a:pt x="144290" y="211301"/>
                  <a:pt x="106192" y="135101"/>
                </a:cubicBezTo>
                <a:cubicBezTo>
                  <a:pt x="68095" y="58902"/>
                  <a:pt x="0" y="0"/>
                  <a:pt x="0" y="0"/>
                </a:cubicBezTo>
                <a:cubicBezTo>
                  <a:pt x="0" y="0"/>
                  <a:pt x="38826" y="52552"/>
                  <a:pt x="45176" y="135101"/>
                </a:cubicBezTo>
                <a:cubicBezTo>
                  <a:pt x="51526" y="217651"/>
                  <a:pt x="32476" y="249401"/>
                  <a:pt x="32476" y="249401"/>
                </a:cubicBezTo>
              </a:path>
            </a:pathLst>
          </a:custGeom>
          <a:solidFill>
            <a:schemeClr val="tx1">
              <a:alpha val="10000"/>
            </a:schemeClr>
          </a:solidFill>
        </p:spPr>
      </p:sp>
      <p:pic>
        <p:nvPicPr>
          <p:cNvPr id="23" name="图片 22" descr="C:/Users/kingsoft/AppData/Local/Temp/fig2wpp/@png2x_girl 3-2215&amp;2455.png"/>
          <p:cNvPicPr>
            <a:picLocks noChangeAspect="1"/>
          </p:cNvPicPr>
          <p:nvPr userDrawn="1">
            <p:custDataLst>
              <p:tags r:id="rId14"/>
            </p:custDataLst>
          </p:nvPr>
        </p:nvPicPr>
        <p:blipFill>
          <a:blip r:embed="rId15" r:link="rId16"/>
          <a:stretch>
            <a:fillRect/>
          </a:stretch>
        </p:blipFill>
        <p:spPr>
          <a:xfrm>
            <a:off x="7593965" y="727075"/>
            <a:ext cx="4041140" cy="6130290"/>
          </a:xfrm>
          <a:prstGeom prst="rect">
            <a:avLst/>
          </a:prstGeom>
        </p:spPr>
      </p:pic>
      <p:sp>
        <p:nvSpPr>
          <p:cNvPr id="25" name="Vector_#color-2215&amp;2456"/>
          <p:cNvSpPr/>
          <p:nvPr userDrawn="1">
            <p:custDataLst>
              <p:tags r:id="rId17"/>
            </p:custDataLst>
          </p:nvPr>
        </p:nvSpPr>
        <p:spPr>
          <a:xfrm>
            <a:off x="8006606" y="2682776"/>
            <a:ext cx="3639592" cy="2978655"/>
          </a:xfrm>
          <a:custGeom>
            <a:avLst/>
            <a:gdLst/>
            <a:ahLst/>
            <a:cxnLst/>
            <a:rect l="l" t="t" r="r" b="b"/>
            <a:pathLst>
              <a:path w="3639592" h="2978655">
                <a:moveTo>
                  <a:pt x="1838300" y="244"/>
                </a:moveTo>
                <a:cubicBezTo>
                  <a:pt x="1838300" y="244"/>
                  <a:pt x="1748574" y="-15777"/>
                  <a:pt x="1450543" y="211632"/>
                </a:cubicBezTo>
                <a:cubicBezTo>
                  <a:pt x="1283805" y="330391"/>
                  <a:pt x="1191829" y="458221"/>
                  <a:pt x="1191829" y="458221"/>
                </a:cubicBezTo>
                <a:lnTo>
                  <a:pt x="1321664" y="1227225"/>
                </a:lnTo>
                <a:cubicBezTo>
                  <a:pt x="1321664" y="1227225"/>
                  <a:pt x="1534566" y="1347241"/>
                  <a:pt x="1554823" y="1395628"/>
                </a:cubicBezTo>
                <a:cubicBezTo>
                  <a:pt x="1586738" y="1444003"/>
                  <a:pt x="1641754" y="1610576"/>
                  <a:pt x="1709623" y="1642389"/>
                </a:cubicBezTo>
                <a:cubicBezTo>
                  <a:pt x="1791957" y="1693888"/>
                  <a:pt x="1995246" y="1803667"/>
                  <a:pt x="1995246" y="1803667"/>
                </a:cubicBezTo>
                <a:lnTo>
                  <a:pt x="2009089" y="1765071"/>
                </a:lnTo>
                <a:lnTo>
                  <a:pt x="2234883" y="1868424"/>
                </a:lnTo>
                <a:lnTo>
                  <a:pt x="2227758" y="1946148"/>
                </a:lnTo>
                <a:cubicBezTo>
                  <a:pt x="2227758" y="1946148"/>
                  <a:pt x="2204745" y="2075396"/>
                  <a:pt x="2157171" y="2160537"/>
                </a:cubicBezTo>
                <a:cubicBezTo>
                  <a:pt x="2131682" y="2218423"/>
                  <a:pt x="2017916" y="2348979"/>
                  <a:pt x="1965922" y="2349500"/>
                </a:cubicBezTo>
                <a:cubicBezTo>
                  <a:pt x="1913928" y="2350008"/>
                  <a:pt x="1809013" y="2290508"/>
                  <a:pt x="1800149" y="2284349"/>
                </a:cubicBezTo>
                <a:cubicBezTo>
                  <a:pt x="1791284" y="2278177"/>
                  <a:pt x="1791132" y="2255584"/>
                  <a:pt x="1797837" y="2237702"/>
                </a:cubicBezTo>
                <a:cubicBezTo>
                  <a:pt x="1807096" y="2213026"/>
                  <a:pt x="1830997" y="2193747"/>
                  <a:pt x="1830997" y="2193747"/>
                </a:cubicBezTo>
                <a:cubicBezTo>
                  <a:pt x="1830997" y="2193747"/>
                  <a:pt x="1748892" y="2144484"/>
                  <a:pt x="1645679" y="2081898"/>
                </a:cubicBezTo>
                <a:cubicBezTo>
                  <a:pt x="1559281" y="2029524"/>
                  <a:pt x="1451610" y="1959699"/>
                  <a:pt x="1347572" y="1879956"/>
                </a:cubicBezTo>
                <a:cubicBezTo>
                  <a:pt x="1293051" y="1838173"/>
                  <a:pt x="1241011" y="1798028"/>
                  <a:pt x="1193198" y="1760995"/>
                </a:cubicBezTo>
                <a:cubicBezTo>
                  <a:pt x="1033644" y="1637411"/>
                  <a:pt x="921206" y="1560754"/>
                  <a:pt x="921206" y="1560754"/>
                </a:cubicBezTo>
                <a:cubicBezTo>
                  <a:pt x="921206" y="1560754"/>
                  <a:pt x="796507" y="1601203"/>
                  <a:pt x="672943" y="1631696"/>
                </a:cubicBezTo>
                <a:cubicBezTo>
                  <a:pt x="547169" y="1662722"/>
                  <a:pt x="414656" y="1685658"/>
                  <a:pt x="414656" y="1685658"/>
                </a:cubicBezTo>
                <a:lnTo>
                  <a:pt x="160995" y="1563840"/>
                </a:lnTo>
                <a:cubicBezTo>
                  <a:pt x="160995" y="1563840"/>
                  <a:pt x="18122" y="1615084"/>
                  <a:pt x="389" y="1985010"/>
                </a:cubicBezTo>
                <a:cubicBezTo>
                  <a:pt x="-10071" y="2491257"/>
                  <a:pt x="194046" y="2471420"/>
                  <a:pt x="194046" y="2471420"/>
                </a:cubicBezTo>
                <a:cubicBezTo>
                  <a:pt x="194046" y="2471420"/>
                  <a:pt x="372008" y="2513495"/>
                  <a:pt x="563871" y="2406650"/>
                </a:cubicBezTo>
                <a:cubicBezTo>
                  <a:pt x="722818" y="2334247"/>
                  <a:pt x="925924" y="2167014"/>
                  <a:pt x="925924" y="2167014"/>
                </a:cubicBezTo>
                <a:cubicBezTo>
                  <a:pt x="925924" y="2167014"/>
                  <a:pt x="945976" y="2624099"/>
                  <a:pt x="939526" y="2716886"/>
                </a:cubicBezTo>
                <a:cubicBezTo>
                  <a:pt x="945057" y="2761475"/>
                  <a:pt x="1374013" y="2942196"/>
                  <a:pt x="1865706" y="2970136"/>
                </a:cubicBezTo>
                <a:cubicBezTo>
                  <a:pt x="2351405" y="3008528"/>
                  <a:pt x="2849537" y="2904719"/>
                  <a:pt x="2849537" y="2904719"/>
                </a:cubicBezTo>
                <a:cubicBezTo>
                  <a:pt x="2849537" y="2904719"/>
                  <a:pt x="3102318" y="3054172"/>
                  <a:pt x="3367684" y="2878811"/>
                </a:cubicBezTo>
                <a:cubicBezTo>
                  <a:pt x="3603079" y="2723248"/>
                  <a:pt x="3641788" y="2048383"/>
                  <a:pt x="3639198" y="1687728"/>
                </a:cubicBezTo>
                <a:cubicBezTo>
                  <a:pt x="3639198" y="1460602"/>
                  <a:pt x="3658210" y="956113"/>
                  <a:pt x="3431832" y="566591"/>
                </a:cubicBezTo>
                <a:cubicBezTo>
                  <a:pt x="3157893" y="181431"/>
                  <a:pt x="2745397" y="17206"/>
                  <a:pt x="2745397" y="17206"/>
                </a:cubicBezTo>
                <a:cubicBezTo>
                  <a:pt x="2745397" y="17206"/>
                  <a:pt x="2678671" y="206074"/>
                  <a:pt x="2541092" y="445113"/>
                </a:cubicBezTo>
                <a:cubicBezTo>
                  <a:pt x="2414092" y="665747"/>
                  <a:pt x="2270468" y="883816"/>
                  <a:pt x="2270468" y="883816"/>
                </a:cubicBezTo>
                <a:cubicBezTo>
                  <a:pt x="2270468" y="883816"/>
                  <a:pt x="2269693" y="855288"/>
                  <a:pt x="2211095" y="707255"/>
                </a:cubicBezTo>
                <a:cubicBezTo>
                  <a:pt x="2156943" y="566443"/>
                  <a:pt x="2080793" y="384975"/>
                  <a:pt x="2080793" y="384975"/>
                </a:cubicBezTo>
                <a:lnTo>
                  <a:pt x="2059203" y="381121"/>
                </a:lnTo>
                <a:lnTo>
                  <a:pt x="1729994" y="799005"/>
                </a:lnTo>
                <a:cubicBezTo>
                  <a:pt x="1729994" y="799005"/>
                  <a:pt x="1775777" y="485055"/>
                  <a:pt x="1793558" y="295213"/>
                </a:cubicBezTo>
                <a:cubicBezTo>
                  <a:pt x="1824419" y="75032"/>
                  <a:pt x="1838300" y="244"/>
                  <a:pt x="1838300" y="244"/>
                </a:cubicBezTo>
              </a:path>
            </a:pathLst>
          </a:custGeom>
          <a:solidFill>
            <a:schemeClr val="accent1"/>
          </a:solidFill>
        </p:spPr>
      </p:sp>
      <p:sp>
        <p:nvSpPr>
          <p:cNvPr id="26" name="阴影-2215&amp;2457"/>
          <p:cNvSpPr/>
          <p:nvPr userDrawn="1">
            <p:custDataLst>
              <p:tags r:id="rId18"/>
            </p:custDataLst>
          </p:nvPr>
        </p:nvSpPr>
        <p:spPr>
          <a:xfrm>
            <a:off x="8503543" y="2703066"/>
            <a:ext cx="2870751" cy="2923288"/>
          </a:xfrm>
          <a:custGeom>
            <a:avLst/>
            <a:gdLst/>
            <a:ahLst/>
            <a:cxnLst/>
            <a:rect l="l" t="t" r="r" b="b"/>
            <a:pathLst>
              <a:path w="2870751" h="2923288">
                <a:moveTo>
                  <a:pt x="2320874" y="48235"/>
                </a:moveTo>
                <a:cubicBezTo>
                  <a:pt x="2330145" y="65373"/>
                  <a:pt x="1805927" y="813410"/>
                  <a:pt x="1805927" y="813410"/>
                </a:cubicBezTo>
                <a:cubicBezTo>
                  <a:pt x="1805927" y="813410"/>
                  <a:pt x="1984032" y="548184"/>
                  <a:pt x="2100669" y="320261"/>
                </a:cubicBezTo>
                <a:cubicBezTo>
                  <a:pt x="2196351" y="153302"/>
                  <a:pt x="2246948" y="0"/>
                  <a:pt x="2246948" y="0"/>
                </a:cubicBezTo>
                <a:cubicBezTo>
                  <a:pt x="2246948" y="0"/>
                  <a:pt x="2273973" y="4735"/>
                  <a:pt x="2293976" y="19275"/>
                </a:cubicBezTo>
                <a:cubicBezTo>
                  <a:pt x="2308822" y="30072"/>
                  <a:pt x="2323262" y="42756"/>
                  <a:pt x="2320874" y="48235"/>
                </a:cubicBezTo>
                <a:moveTo>
                  <a:pt x="1232296" y="835770"/>
                </a:moveTo>
                <a:lnTo>
                  <a:pt x="1232296" y="778717"/>
                </a:lnTo>
                <a:lnTo>
                  <a:pt x="1555966" y="372077"/>
                </a:lnTo>
                <a:lnTo>
                  <a:pt x="1571536" y="372077"/>
                </a:lnTo>
                <a:cubicBezTo>
                  <a:pt x="1571536" y="372077"/>
                  <a:pt x="1489418" y="518446"/>
                  <a:pt x="1394689" y="636977"/>
                </a:cubicBezTo>
                <a:cubicBezTo>
                  <a:pt x="1314590" y="751547"/>
                  <a:pt x="1232296" y="835770"/>
                  <a:pt x="1232296" y="835770"/>
                </a:cubicBezTo>
                <a:moveTo>
                  <a:pt x="2353259" y="1945945"/>
                </a:moveTo>
                <a:lnTo>
                  <a:pt x="2314397" y="973770"/>
                </a:lnTo>
                <a:cubicBezTo>
                  <a:pt x="2314397" y="973770"/>
                  <a:pt x="2323160" y="1590370"/>
                  <a:pt x="2223071" y="1725079"/>
                </a:cubicBezTo>
                <a:cubicBezTo>
                  <a:pt x="2156778" y="1814322"/>
                  <a:pt x="2115122" y="1831886"/>
                  <a:pt x="2061147" y="1828711"/>
                </a:cubicBezTo>
                <a:cubicBezTo>
                  <a:pt x="2022031" y="1826400"/>
                  <a:pt x="1718526" y="1732204"/>
                  <a:pt x="1718526" y="1732204"/>
                </a:cubicBezTo>
                <a:lnTo>
                  <a:pt x="1699095" y="1828711"/>
                </a:lnTo>
                <a:cubicBezTo>
                  <a:pt x="1699095" y="1828711"/>
                  <a:pt x="1839862" y="1868640"/>
                  <a:pt x="2016506" y="1910842"/>
                </a:cubicBezTo>
                <a:cubicBezTo>
                  <a:pt x="2044129" y="1917433"/>
                  <a:pt x="2071954" y="1924329"/>
                  <a:pt x="2100186" y="1931327"/>
                </a:cubicBezTo>
                <a:cubicBezTo>
                  <a:pt x="2174202" y="1949679"/>
                  <a:pt x="2250973" y="1968703"/>
                  <a:pt x="2333828" y="1984794"/>
                </a:cubicBezTo>
                <a:cubicBezTo>
                  <a:pt x="2633269" y="2059153"/>
                  <a:pt x="2870746" y="2230920"/>
                  <a:pt x="2870746" y="2230920"/>
                </a:cubicBezTo>
                <a:cubicBezTo>
                  <a:pt x="2805697" y="2149246"/>
                  <a:pt x="2353259" y="1945945"/>
                  <a:pt x="2353259" y="1945945"/>
                </a:cubicBezTo>
                <a:moveTo>
                  <a:pt x="2080590" y="2923286"/>
                </a:moveTo>
                <a:lnTo>
                  <a:pt x="1304773" y="2265985"/>
                </a:lnTo>
                <a:cubicBezTo>
                  <a:pt x="1304773" y="2265985"/>
                  <a:pt x="1431519" y="2336254"/>
                  <a:pt x="1468996" y="2329586"/>
                </a:cubicBezTo>
                <a:cubicBezTo>
                  <a:pt x="1506487" y="2322932"/>
                  <a:pt x="1525283" y="2301837"/>
                  <a:pt x="1525283" y="2301837"/>
                </a:cubicBezTo>
                <a:cubicBezTo>
                  <a:pt x="1525283" y="2301837"/>
                  <a:pt x="1528597" y="2371052"/>
                  <a:pt x="1543012" y="2379878"/>
                </a:cubicBezTo>
                <a:cubicBezTo>
                  <a:pt x="1557426" y="2400376"/>
                  <a:pt x="1758569" y="2531986"/>
                  <a:pt x="1967268" y="2657767"/>
                </a:cubicBezTo>
                <a:cubicBezTo>
                  <a:pt x="2167801" y="2778608"/>
                  <a:pt x="2346782" y="2884424"/>
                  <a:pt x="2346782" y="2884424"/>
                </a:cubicBezTo>
                <a:cubicBezTo>
                  <a:pt x="2346782" y="2884424"/>
                  <a:pt x="2285441" y="2902534"/>
                  <a:pt x="2223084" y="2910332"/>
                </a:cubicBezTo>
                <a:cubicBezTo>
                  <a:pt x="2156066" y="2918714"/>
                  <a:pt x="2080590" y="2923286"/>
                  <a:pt x="2080590" y="2923286"/>
                </a:cubicBezTo>
                <a:moveTo>
                  <a:pt x="261248" y="1608506"/>
                </a:moveTo>
                <a:cubicBezTo>
                  <a:pt x="261248" y="1608506"/>
                  <a:pt x="162325" y="2244928"/>
                  <a:pt x="0" y="2417775"/>
                </a:cubicBezTo>
                <a:cubicBezTo>
                  <a:pt x="0" y="2417775"/>
                  <a:pt x="130750" y="2365565"/>
                  <a:pt x="270002" y="2265578"/>
                </a:cubicBezTo>
                <a:cubicBezTo>
                  <a:pt x="409254" y="2165591"/>
                  <a:pt x="428278" y="2146567"/>
                  <a:pt x="428278" y="2146567"/>
                </a:cubicBezTo>
                <a:cubicBezTo>
                  <a:pt x="428278" y="2146567"/>
                  <a:pt x="399877" y="1995056"/>
                  <a:pt x="390784" y="1848142"/>
                </a:cubicBezTo>
                <a:cubicBezTo>
                  <a:pt x="393400" y="1703629"/>
                  <a:pt x="410214" y="1563167"/>
                  <a:pt x="410214" y="1563167"/>
                </a:cubicBezTo>
                <a:lnTo>
                  <a:pt x="261248" y="1608506"/>
                </a:lnTo>
                <a:moveTo>
                  <a:pt x="1765821" y="873548"/>
                </a:moveTo>
                <a:lnTo>
                  <a:pt x="1596974" y="394754"/>
                </a:lnTo>
                <a:cubicBezTo>
                  <a:pt x="1596974" y="394754"/>
                  <a:pt x="1649387" y="522147"/>
                  <a:pt x="1694891" y="639163"/>
                </a:cubicBezTo>
                <a:cubicBezTo>
                  <a:pt x="1740052" y="755311"/>
                  <a:pt x="1775079" y="860442"/>
                  <a:pt x="1775079" y="860442"/>
                </a:cubicBezTo>
                <a:lnTo>
                  <a:pt x="1765821" y="873548"/>
                </a:lnTo>
              </a:path>
            </a:pathLst>
          </a:custGeom>
          <a:solidFill>
            <a:schemeClr val="tx1">
              <a:alpha val="20000"/>
            </a:schemeClr>
          </a:solidFill>
        </p:spPr>
      </p:sp>
      <p:sp>
        <p:nvSpPr>
          <p:cNvPr id="27" name="Union-2215&amp;2464"/>
          <p:cNvSpPr/>
          <p:nvPr userDrawn="1">
            <p:custDataLst>
              <p:tags r:id="rId19"/>
            </p:custDataLst>
          </p:nvPr>
        </p:nvSpPr>
        <p:spPr>
          <a:xfrm>
            <a:off x="9203829" y="2683024"/>
            <a:ext cx="2419453" cy="2095522"/>
          </a:xfrm>
          <a:custGeom>
            <a:avLst/>
            <a:gdLst/>
            <a:ahLst/>
            <a:cxnLst/>
            <a:rect l="l" t="t" r="r" b="b"/>
            <a:pathLst>
              <a:path w="2419453" h="2095522">
                <a:moveTo>
                  <a:pt x="305126" y="224340"/>
                </a:moveTo>
                <a:cubicBezTo>
                  <a:pt x="459010" y="115161"/>
                  <a:pt x="616661" y="17083"/>
                  <a:pt x="616661" y="17083"/>
                </a:cubicBezTo>
                <a:lnTo>
                  <a:pt x="622972" y="0"/>
                </a:lnTo>
                <a:cubicBezTo>
                  <a:pt x="622972" y="0"/>
                  <a:pt x="480977" y="46987"/>
                  <a:pt x="262913" y="203545"/>
                </a:cubicBezTo>
                <a:cubicBezTo>
                  <a:pt x="102631" y="318619"/>
                  <a:pt x="0" y="450267"/>
                  <a:pt x="0" y="450267"/>
                </a:cubicBezTo>
                <a:lnTo>
                  <a:pt x="7194" y="482765"/>
                </a:lnTo>
                <a:cubicBezTo>
                  <a:pt x="7194" y="482765"/>
                  <a:pt x="151361" y="345088"/>
                  <a:pt x="305126" y="224340"/>
                </a:cubicBezTo>
                <a:moveTo>
                  <a:pt x="1846605" y="203647"/>
                </a:moveTo>
                <a:lnTo>
                  <a:pt x="1794789" y="242508"/>
                </a:lnTo>
                <a:cubicBezTo>
                  <a:pt x="1794789" y="242508"/>
                  <a:pt x="2104555" y="510686"/>
                  <a:pt x="2184044" y="657023"/>
                </a:cubicBezTo>
                <a:cubicBezTo>
                  <a:pt x="2401468" y="1019951"/>
                  <a:pt x="2403615" y="2095525"/>
                  <a:pt x="2403615" y="2095525"/>
                </a:cubicBezTo>
                <a:cubicBezTo>
                  <a:pt x="2403615" y="2095525"/>
                  <a:pt x="2482634" y="1235499"/>
                  <a:pt x="2287676" y="709486"/>
                </a:cubicBezTo>
                <a:cubicBezTo>
                  <a:pt x="2175218" y="389984"/>
                  <a:pt x="1846605" y="203647"/>
                  <a:pt x="1846605" y="203647"/>
                </a:cubicBezTo>
                <a:moveTo>
                  <a:pt x="1089453" y="1227628"/>
                </a:moveTo>
                <a:lnTo>
                  <a:pt x="1549311" y="1253534"/>
                </a:lnTo>
                <a:lnTo>
                  <a:pt x="1536357" y="1318298"/>
                </a:lnTo>
                <a:lnTo>
                  <a:pt x="1082976" y="1292390"/>
                </a:lnTo>
                <a:lnTo>
                  <a:pt x="1024037" y="1699781"/>
                </a:lnTo>
                <a:lnTo>
                  <a:pt x="1082328" y="1227628"/>
                </a:lnTo>
                <a:lnTo>
                  <a:pt x="1089453" y="1227628"/>
                </a:lnTo>
              </a:path>
            </a:pathLst>
          </a:custGeom>
          <a:solidFill>
            <a:schemeClr val="tx1">
              <a:alpha val="15000"/>
            </a:schemeClr>
          </a:solidFill>
        </p:spPr>
      </p:sp>
      <p:sp>
        <p:nvSpPr>
          <p:cNvPr id="2" name="标题 1"/>
          <p:cNvSpPr>
            <a:spLocks noGrp="1"/>
          </p:cNvSpPr>
          <p:nvPr>
            <p:ph type="ctrTitle"/>
            <p:custDataLst>
              <p:tags r:id="rId20"/>
            </p:custDataLst>
          </p:nvPr>
        </p:nvSpPr>
        <p:spPr>
          <a:xfrm>
            <a:off x="787400" y="762750"/>
            <a:ext cx="6051775" cy="3607172"/>
          </a:xfrm>
        </p:spPr>
        <p:txBody>
          <a:bodyPr wrap="square" anchor="b">
            <a:normAutofit/>
          </a:bodyPr>
          <a:lstStyle>
            <a:lvl1pPr algn="l">
              <a:lnSpc>
                <a:spcPct val="100000"/>
              </a:lnSpc>
              <a:defRPr sz="7000">
                <a:latin typeface="+mj-ea"/>
                <a:ea typeface="+mj-ea"/>
              </a:defRPr>
            </a:lvl1pPr>
          </a:lstStyle>
          <a:p>
            <a:r>
              <a:rPr lang="zh-CN" altLang="en-US" dirty="0"/>
              <a:t>单击此处编辑母版标题样式</a:t>
            </a:r>
            <a:endParaRPr lang="zh-CN" altLang="en-US" dirty="0"/>
          </a:p>
        </p:txBody>
      </p:sp>
      <p:sp>
        <p:nvSpPr>
          <p:cNvPr id="4" name="日期占位符 3"/>
          <p:cNvSpPr>
            <a:spLocks noGrp="1"/>
          </p:cNvSpPr>
          <p:nvPr>
            <p:ph type="dt" sz="half" idx="10"/>
            <p:custDataLst>
              <p:tags r:id="rId21"/>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22"/>
            </p:custDataLst>
          </p:nvPr>
        </p:nvSpPr>
        <p:spPr/>
        <p:txBody>
          <a:bodyPr>
            <a:normAutofit/>
          </a:bodyPr>
          <a:lstStyle/>
          <a:p>
            <a:endParaRPr lang="zh-CN" altLang="en-US" dirty="0"/>
          </a:p>
        </p:txBody>
      </p:sp>
      <p:sp>
        <p:nvSpPr>
          <p:cNvPr id="6" name="灯片编号占位符 5"/>
          <p:cNvSpPr>
            <a:spLocks noGrp="1"/>
          </p:cNvSpPr>
          <p:nvPr>
            <p:ph type="sldNum" sz="quarter" idx="12"/>
            <p:custDataLst>
              <p:tags r:id="rId23"/>
            </p:custDataLst>
          </p:nvPr>
        </p:nvSpPr>
        <p:spPr>
          <a:xfrm>
            <a:off x="8610600" y="6356350"/>
            <a:ext cx="2743200" cy="365125"/>
          </a:xfrm>
        </p:spPr>
        <p:txBody>
          <a:bodyPr wrap="square">
            <a:normAutofit/>
          </a:bodyPr>
          <a:lstStyle/>
          <a:p>
            <a:fld id="{BE5F26B5-172A-4DC2-B0B7-181CFC56B87C}" type="slidenum">
              <a:rPr lang="zh-CN" altLang="en-US" smtClean="0"/>
            </a:fld>
            <a:endParaRPr lang="zh-CN" altLang="en-US"/>
          </a:p>
        </p:txBody>
      </p:sp>
      <p:sp>
        <p:nvSpPr>
          <p:cNvPr id="24" name="署名占位符 10"/>
          <p:cNvSpPr>
            <a:spLocks noGrp="1"/>
          </p:cNvSpPr>
          <p:nvPr>
            <p:ph type="body" sz="quarter" idx="17" hasCustomPrompt="1"/>
            <p:custDataLst>
              <p:tags r:id="rId24"/>
            </p:custDataLst>
          </p:nvPr>
        </p:nvSpPr>
        <p:spPr>
          <a:xfrm>
            <a:off x="787400" y="4724394"/>
            <a:ext cx="4981044" cy="1370855"/>
          </a:xfrm>
        </p:spPr>
        <p:txBody>
          <a:bodyPr wrap="square" anchor="t">
            <a:normAutofit/>
          </a:bodyPr>
          <a:lstStyle>
            <a:lvl1pPr marL="0" indent="0" algn="l">
              <a:lnSpc>
                <a:spcPct val="100000"/>
              </a:lnSpc>
              <a:buNone/>
              <a:defRPr sz="2200"/>
            </a:lvl1pPr>
          </a:lstStyle>
          <a:p>
            <a:pPr lvl="0"/>
            <a:r>
              <a:rPr lang="zh-CN" altLang="en-US" dirty="0"/>
              <a:t>署名</a:t>
            </a:r>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内容占位符 2"/>
          <p:cNvSpPr>
            <a:spLocks noGrp="1"/>
          </p:cNvSpPr>
          <p:nvPr>
            <p:ph idx="1"/>
            <p:custDataLst>
              <p:tags r:id="rId3"/>
            </p:custDataLst>
          </p:nvPr>
        </p:nvSpPr>
        <p:spPr/>
        <p:txBody>
          <a:bodyPr wrap="square">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sp>
        <p:nvSpPr>
          <p:cNvPr id="6" name="1_#color-2241&amp;3108"/>
          <p:cNvSpPr/>
          <p:nvPr userDrawn="1">
            <p:custDataLst>
              <p:tags r:id="rId2"/>
            </p:custDataLst>
          </p:nvPr>
        </p:nvSpPr>
        <p:spPr>
          <a:xfrm>
            <a:off x="0" y="0"/>
            <a:ext cx="1371600" cy="1534279"/>
          </a:xfrm>
          <a:custGeom>
            <a:avLst/>
            <a:gdLst/>
            <a:ahLst/>
            <a:cxnLst/>
            <a:rect l="l" t="t" r="r" b="b"/>
            <a:pathLst>
              <a:path w="1371600" h="1534279">
                <a:moveTo>
                  <a:pt x="1371600" y="0"/>
                </a:moveTo>
                <a:cubicBezTo>
                  <a:pt x="1351077" y="785457"/>
                  <a:pt x="761525" y="1429233"/>
                  <a:pt x="0" y="1534274"/>
                </a:cubicBezTo>
                <a:lnTo>
                  <a:pt x="0" y="0"/>
                </a:lnTo>
                <a:lnTo>
                  <a:pt x="1371600" y="0"/>
                </a:lnTo>
              </a:path>
            </a:pathLst>
          </a:custGeom>
          <a:solidFill>
            <a:schemeClr val="tx2">
              <a:alpha val="20000"/>
            </a:schemeClr>
          </a:solidFill>
        </p:spPr>
      </p:sp>
      <p:sp>
        <p:nvSpPr>
          <p:cNvPr id="10" name="Ellipse 19_#color-2253&amp;1973"/>
          <p:cNvSpPr/>
          <p:nvPr userDrawn="1">
            <p:custDataLst>
              <p:tags r:id="rId3"/>
            </p:custDataLst>
          </p:nvPr>
        </p:nvSpPr>
        <p:spPr>
          <a:xfrm>
            <a:off x="9200567" y="4953000"/>
            <a:ext cx="2991433" cy="1905000"/>
          </a:xfrm>
          <a:custGeom>
            <a:avLst/>
            <a:gdLst/>
            <a:ahLst/>
            <a:cxnLst/>
            <a:rect l="l" t="t" r="r" b="b"/>
            <a:pathLst>
              <a:path w="2991433" h="1905000">
                <a:moveTo>
                  <a:pt x="2991434" y="158283"/>
                </a:moveTo>
                <a:lnTo>
                  <a:pt x="2991434" y="1905000"/>
                </a:lnTo>
                <a:lnTo>
                  <a:pt x="0" y="1905000"/>
                </a:lnTo>
                <a:cubicBezTo>
                  <a:pt x="140019" y="830097"/>
                  <a:pt x="1059212" y="0"/>
                  <a:pt x="2172284" y="0"/>
                </a:cubicBezTo>
                <a:cubicBezTo>
                  <a:pt x="2461895" y="0"/>
                  <a:pt x="2738387" y="56197"/>
                  <a:pt x="2991434" y="158283"/>
                </a:cubicBezTo>
              </a:path>
            </a:pathLst>
          </a:custGeom>
          <a:solidFill>
            <a:schemeClr val="tx2">
              <a:alpha val="20000"/>
            </a:schemeClr>
          </a:solidFill>
        </p:spPr>
      </p:sp>
      <p:sp>
        <p:nvSpPr>
          <p:cNvPr id="11" name="Vector 7-2241&amp;3132"/>
          <p:cNvSpPr/>
          <p:nvPr userDrawn="1">
            <p:custDataLst>
              <p:tags r:id="rId4"/>
            </p:custDataLst>
          </p:nvPr>
        </p:nvSpPr>
        <p:spPr>
          <a:xfrm>
            <a:off x="10687912" y="4785277"/>
            <a:ext cx="577403" cy="1047576"/>
          </a:xfrm>
          <a:custGeom>
            <a:avLst/>
            <a:gdLst/>
            <a:ahLst/>
            <a:cxnLst/>
            <a:rect l="l" t="t" r="r" b="b"/>
            <a:pathLst>
              <a:path w="577403" h="1047576">
                <a:moveTo>
                  <a:pt x="504853" y="1047576"/>
                </a:moveTo>
                <a:lnTo>
                  <a:pt x="555145" y="1047576"/>
                </a:lnTo>
                <a:cubicBezTo>
                  <a:pt x="669446" y="654385"/>
                  <a:pt x="317401" y="-67991"/>
                  <a:pt x="93373" y="5160"/>
                </a:cubicBezTo>
                <a:cubicBezTo>
                  <a:pt x="-130655" y="78311"/>
                  <a:pt x="107088" y="590376"/>
                  <a:pt x="198529" y="722964"/>
                </a:cubicBezTo>
                <a:cubicBezTo>
                  <a:pt x="289970" y="855552"/>
                  <a:pt x="504853" y="1047576"/>
                  <a:pt x="504853" y="1047576"/>
                </a:cubicBezTo>
              </a:path>
            </a:pathLst>
          </a:custGeom>
          <a:solidFill>
            <a:schemeClr val="accent1"/>
          </a:solidFill>
        </p:spPr>
      </p:sp>
      <p:sp>
        <p:nvSpPr>
          <p:cNvPr id="12" name="Vector 9-2241&amp;3133"/>
          <p:cNvSpPr/>
          <p:nvPr userDrawn="1">
            <p:custDataLst>
              <p:tags r:id="rId5"/>
            </p:custDataLst>
          </p:nvPr>
        </p:nvSpPr>
        <p:spPr>
          <a:xfrm>
            <a:off x="10918444" y="4822447"/>
            <a:ext cx="310896" cy="1010412"/>
          </a:xfrm>
          <a:custGeom>
            <a:avLst/>
            <a:gdLst/>
            <a:ahLst/>
            <a:cxnLst/>
            <a:rect l="l" t="t" r="r" b="b"/>
            <a:pathLst>
              <a:path w="310896" h="1010412">
                <a:moveTo>
                  <a:pt x="292608" y="891540"/>
                </a:moveTo>
                <a:lnTo>
                  <a:pt x="310896" y="1010412"/>
                </a:lnTo>
                <a:cubicBezTo>
                  <a:pt x="310896" y="1010412"/>
                  <a:pt x="262890" y="914400"/>
                  <a:pt x="132588" y="566928"/>
                </a:cubicBezTo>
                <a:cubicBezTo>
                  <a:pt x="2286" y="219456"/>
                  <a:pt x="0" y="0"/>
                  <a:pt x="0" y="0"/>
                </a:cubicBezTo>
                <a:cubicBezTo>
                  <a:pt x="0" y="0"/>
                  <a:pt x="36576" y="24970"/>
                  <a:pt x="82296" y="77724"/>
                </a:cubicBezTo>
                <a:cubicBezTo>
                  <a:pt x="128016" y="130477"/>
                  <a:pt x="141732" y="224028"/>
                  <a:pt x="141732" y="224028"/>
                </a:cubicBezTo>
                <a:lnTo>
                  <a:pt x="292608" y="891540"/>
                </a:lnTo>
              </a:path>
            </a:pathLst>
          </a:custGeom>
          <a:solidFill>
            <a:schemeClr val="tx1">
              <a:alpha val="10000"/>
            </a:schemeClr>
          </a:solidFill>
        </p:spPr>
      </p:sp>
      <p:sp>
        <p:nvSpPr>
          <p:cNvPr id="13" name="Vector 8-2241&amp;3134"/>
          <p:cNvSpPr/>
          <p:nvPr userDrawn="1">
            <p:custDataLst>
              <p:tags r:id="rId6"/>
            </p:custDataLst>
          </p:nvPr>
        </p:nvSpPr>
        <p:spPr>
          <a:xfrm>
            <a:off x="10740135" y="4813300"/>
            <a:ext cx="466344" cy="996696"/>
          </a:xfrm>
          <a:custGeom>
            <a:avLst/>
            <a:gdLst/>
            <a:ahLst/>
            <a:cxnLst/>
            <a:rect l="l" t="t" r="r" b="b"/>
            <a:pathLst>
              <a:path w="466344" h="996696">
                <a:moveTo>
                  <a:pt x="54547" y="-1674"/>
                </a:moveTo>
                <a:cubicBezTo>
                  <a:pt x="53622" y="-4023"/>
                  <a:pt x="50968" y="-5179"/>
                  <a:pt x="48618" y="-4255"/>
                </a:cubicBezTo>
                <a:cubicBezTo>
                  <a:pt x="46269" y="-3330"/>
                  <a:pt x="45113" y="-676"/>
                  <a:pt x="46037" y="1674"/>
                </a:cubicBezTo>
                <a:lnTo>
                  <a:pt x="54547" y="-1674"/>
                </a:lnTo>
                <a:moveTo>
                  <a:pt x="463333" y="1000136"/>
                </a:moveTo>
                <a:cubicBezTo>
                  <a:pt x="465234" y="1001800"/>
                  <a:pt x="468122" y="1001607"/>
                  <a:pt x="469784" y="999707"/>
                </a:cubicBezTo>
                <a:cubicBezTo>
                  <a:pt x="471448" y="997806"/>
                  <a:pt x="471255" y="994918"/>
                  <a:pt x="469355" y="993256"/>
                </a:cubicBezTo>
                <a:lnTo>
                  <a:pt x="463333" y="1000136"/>
                </a:lnTo>
                <a:moveTo>
                  <a:pt x="782" y="361255"/>
                </a:moveTo>
                <a:cubicBezTo>
                  <a:pt x="-1705" y="360824"/>
                  <a:pt x="-4072" y="362490"/>
                  <a:pt x="-4505" y="364978"/>
                </a:cubicBezTo>
                <a:cubicBezTo>
                  <a:pt x="-4937" y="367466"/>
                  <a:pt x="-3270" y="369833"/>
                  <a:pt x="-782" y="370265"/>
                </a:cubicBezTo>
                <a:lnTo>
                  <a:pt x="782" y="361255"/>
                </a:lnTo>
                <a:moveTo>
                  <a:pt x="301456" y="175355"/>
                </a:moveTo>
                <a:cubicBezTo>
                  <a:pt x="302350" y="172994"/>
                  <a:pt x="301161" y="170355"/>
                  <a:pt x="298799" y="169460"/>
                </a:cubicBezTo>
                <a:cubicBezTo>
                  <a:pt x="296438" y="168566"/>
                  <a:pt x="293799" y="169755"/>
                  <a:pt x="292904" y="172117"/>
                </a:cubicBezTo>
                <a:lnTo>
                  <a:pt x="301456" y="175355"/>
                </a:lnTo>
                <a:moveTo>
                  <a:pt x="327833" y="749604"/>
                </a:moveTo>
                <a:cubicBezTo>
                  <a:pt x="330244" y="750350"/>
                  <a:pt x="332805" y="749000"/>
                  <a:pt x="333552" y="746587"/>
                </a:cubicBezTo>
                <a:cubicBezTo>
                  <a:pt x="334298" y="744176"/>
                  <a:pt x="332948" y="741615"/>
                  <a:pt x="330535" y="740868"/>
                </a:cubicBezTo>
                <a:lnTo>
                  <a:pt x="327833" y="749604"/>
                </a:lnTo>
                <a:moveTo>
                  <a:pt x="138511" y="681432"/>
                </a:moveTo>
                <a:cubicBezTo>
                  <a:pt x="136100" y="680686"/>
                  <a:pt x="133539" y="682036"/>
                  <a:pt x="132792" y="684449"/>
                </a:cubicBezTo>
                <a:cubicBezTo>
                  <a:pt x="132046" y="686860"/>
                  <a:pt x="133396" y="689421"/>
                  <a:pt x="135809" y="690168"/>
                </a:cubicBezTo>
                <a:lnTo>
                  <a:pt x="138511" y="681432"/>
                </a:lnTo>
                <a:moveTo>
                  <a:pt x="46037" y="1674"/>
                </a:moveTo>
                <a:cubicBezTo>
                  <a:pt x="88856" y="110527"/>
                  <a:pt x="147006" y="256955"/>
                  <a:pt x="206338" y="404047"/>
                </a:cubicBezTo>
                <a:lnTo>
                  <a:pt x="214818" y="400625"/>
                </a:lnTo>
                <a:cubicBezTo>
                  <a:pt x="155498" y="253562"/>
                  <a:pt x="97357" y="107158"/>
                  <a:pt x="54547" y="-1674"/>
                </a:cubicBezTo>
                <a:lnTo>
                  <a:pt x="46037" y="1674"/>
                </a:lnTo>
                <a:moveTo>
                  <a:pt x="206338" y="404047"/>
                </a:moveTo>
                <a:cubicBezTo>
                  <a:pt x="264315" y="547779"/>
                  <a:pt x="323430" y="692167"/>
                  <a:pt x="370476" y="802748"/>
                </a:cubicBezTo>
                <a:cubicBezTo>
                  <a:pt x="393996" y="858032"/>
                  <a:pt x="414515" y="904904"/>
                  <a:pt x="430374" y="939032"/>
                </a:cubicBezTo>
                <a:cubicBezTo>
                  <a:pt x="438300" y="956088"/>
                  <a:pt x="445085" y="970012"/>
                  <a:pt x="450515" y="980229"/>
                </a:cubicBezTo>
                <a:cubicBezTo>
                  <a:pt x="453227" y="985335"/>
                  <a:pt x="455630" y="989569"/>
                  <a:pt x="457690" y="992830"/>
                </a:cubicBezTo>
                <a:cubicBezTo>
                  <a:pt x="459666" y="995957"/>
                  <a:pt x="461574" y="998597"/>
                  <a:pt x="463333" y="1000136"/>
                </a:cubicBezTo>
                <a:lnTo>
                  <a:pt x="469355" y="993256"/>
                </a:lnTo>
                <a:cubicBezTo>
                  <a:pt x="468695" y="992678"/>
                  <a:pt x="467393" y="991067"/>
                  <a:pt x="465421" y="987946"/>
                </a:cubicBezTo>
                <a:cubicBezTo>
                  <a:pt x="463533" y="984957"/>
                  <a:pt x="461250" y="980945"/>
                  <a:pt x="458589" y="975939"/>
                </a:cubicBezTo>
                <a:cubicBezTo>
                  <a:pt x="453273" y="965933"/>
                  <a:pt x="446566" y="952179"/>
                  <a:pt x="438666" y="935177"/>
                </a:cubicBezTo>
                <a:cubicBezTo>
                  <a:pt x="422871" y="901188"/>
                  <a:pt x="402398" y="854424"/>
                  <a:pt x="378889" y="799168"/>
                </a:cubicBezTo>
                <a:cubicBezTo>
                  <a:pt x="331878" y="688666"/>
                  <a:pt x="272788" y="544341"/>
                  <a:pt x="214818" y="400625"/>
                </a:cubicBezTo>
                <a:lnTo>
                  <a:pt x="206338" y="404047"/>
                </a:lnTo>
                <a:moveTo>
                  <a:pt x="-782" y="370265"/>
                </a:moveTo>
                <a:lnTo>
                  <a:pt x="209795" y="406841"/>
                </a:lnTo>
                <a:lnTo>
                  <a:pt x="211360" y="397831"/>
                </a:lnTo>
                <a:lnTo>
                  <a:pt x="782" y="361255"/>
                </a:lnTo>
                <a:lnTo>
                  <a:pt x="-782" y="370265"/>
                </a:lnTo>
                <a:moveTo>
                  <a:pt x="292904" y="172117"/>
                </a:moveTo>
                <a:lnTo>
                  <a:pt x="206303" y="400717"/>
                </a:lnTo>
                <a:lnTo>
                  <a:pt x="214854" y="403955"/>
                </a:lnTo>
                <a:lnTo>
                  <a:pt x="301456" y="175355"/>
                </a:lnTo>
                <a:lnTo>
                  <a:pt x="292904" y="172117"/>
                </a:lnTo>
                <a:moveTo>
                  <a:pt x="330535" y="740868"/>
                </a:moveTo>
                <a:lnTo>
                  <a:pt x="138511" y="681432"/>
                </a:lnTo>
                <a:lnTo>
                  <a:pt x="135809" y="690168"/>
                </a:lnTo>
                <a:lnTo>
                  <a:pt x="327833" y="749604"/>
                </a:lnTo>
                <a:lnTo>
                  <a:pt x="330535" y="740868"/>
                </a:lnTo>
              </a:path>
            </a:pathLst>
          </a:custGeom>
          <a:solidFill>
            <a:schemeClr val="tx1">
              <a:alpha val="30000"/>
            </a:schemeClr>
          </a:solidFill>
        </p:spPr>
      </p:sp>
      <p:sp>
        <p:nvSpPr>
          <p:cNvPr id="14" name="Subtract-2241&amp;3135"/>
          <p:cNvSpPr/>
          <p:nvPr userDrawn="1">
            <p:custDataLst>
              <p:tags r:id="rId7"/>
            </p:custDataLst>
          </p:nvPr>
        </p:nvSpPr>
        <p:spPr>
          <a:xfrm>
            <a:off x="11012500" y="4136597"/>
            <a:ext cx="545741" cy="1691685"/>
          </a:xfrm>
          <a:custGeom>
            <a:avLst/>
            <a:gdLst/>
            <a:ahLst/>
            <a:cxnLst/>
            <a:rect l="l" t="t" r="r" b="b"/>
            <a:pathLst>
              <a:path w="545741" h="1691685">
                <a:moveTo>
                  <a:pt x="216840" y="45"/>
                </a:moveTo>
                <a:cubicBezTo>
                  <a:pt x="358571" y="-4527"/>
                  <a:pt x="367716" y="338374"/>
                  <a:pt x="367716" y="352090"/>
                </a:cubicBezTo>
                <a:cubicBezTo>
                  <a:pt x="367716" y="363063"/>
                  <a:pt x="468300" y="242362"/>
                  <a:pt x="468300" y="242362"/>
                </a:cubicBezTo>
                <a:cubicBezTo>
                  <a:pt x="468300" y="242362"/>
                  <a:pt x="511068" y="337063"/>
                  <a:pt x="533038" y="502630"/>
                </a:cubicBezTo>
                <a:cubicBezTo>
                  <a:pt x="513603" y="533430"/>
                  <a:pt x="465056" y="609723"/>
                  <a:pt x="436296" y="649268"/>
                </a:cubicBezTo>
                <a:cubicBezTo>
                  <a:pt x="399720" y="699560"/>
                  <a:pt x="317424" y="800144"/>
                  <a:pt x="317424" y="800144"/>
                </a:cubicBezTo>
                <a:cubicBezTo>
                  <a:pt x="317424" y="800144"/>
                  <a:pt x="388290" y="731564"/>
                  <a:pt x="468300" y="635552"/>
                </a:cubicBezTo>
                <a:cubicBezTo>
                  <a:pt x="504120" y="592568"/>
                  <a:pt x="525280" y="562412"/>
                  <a:pt x="537724" y="542215"/>
                </a:cubicBezTo>
                <a:cubicBezTo>
                  <a:pt x="549726" y="657366"/>
                  <a:pt x="550770" y="801943"/>
                  <a:pt x="523164" y="969310"/>
                </a:cubicBezTo>
                <a:cubicBezTo>
                  <a:pt x="450012" y="1412799"/>
                  <a:pt x="303708" y="1691691"/>
                  <a:pt x="303708" y="1691691"/>
                </a:cubicBezTo>
                <a:lnTo>
                  <a:pt x="216840" y="1691691"/>
                </a:lnTo>
                <a:cubicBezTo>
                  <a:pt x="216840" y="1691691"/>
                  <a:pt x="75108" y="1257346"/>
                  <a:pt x="15671" y="804718"/>
                </a:cubicBezTo>
                <a:cubicBezTo>
                  <a:pt x="-5121" y="646378"/>
                  <a:pt x="-4093" y="500907"/>
                  <a:pt x="12102" y="378482"/>
                </a:cubicBezTo>
                <a:cubicBezTo>
                  <a:pt x="149347" y="528653"/>
                  <a:pt x="198552" y="553256"/>
                  <a:pt x="198552" y="553256"/>
                </a:cubicBezTo>
                <a:cubicBezTo>
                  <a:pt x="198552" y="553256"/>
                  <a:pt x="43104" y="333800"/>
                  <a:pt x="38532" y="306368"/>
                </a:cubicBezTo>
                <a:cubicBezTo>
                  <a:pt x="35979" y="291047"/>
                  <a:pt x="37704" y="261465"/>
                  <a:pt x="39724" y="238331"/>
                </a:cubicBezTo>
                <a:cubicBezTo>
                  <a:pt x="79630" y="91961"/>
                  <a:pt x="145325" y="2352"/>
                  <a:pt x="216840" y="45"/>
                </a:cubicBezTo>
              </a:path>
            </a:pathLst>
          </a:custGeom>
          <a:solidFill>
            <a:schemeClr val="accent1"/>
          </a:solidFill>
        </p:spPr>
      </p:sp>
      <p:sp>
        <p:nvSpPr>
          <p:cNvPr id="15" name="Vector 6-2241&amp;3138"/>
          <p:cNvSpPr/>
          <p:nvPr userDrawn="1">
            <p:custDataLst>
              <p:tags r:id="rId8"/>
            </p:custDataLst>
          </p:nvPr>
        </p:nvSpPr>
        <p:spPr>
          <a:xfrm>
            <a:off x="11073892" y="4182368"/>
            <a:ext cx="384048" cy="1636776"/>
          </a:xfrm>
          <a:custGeom>
            <a:avLst/>
            <a:gdLst/>
            <a:ahLst/>
            <a:cxnLst/>
            <a:rect l="l" t="t" r="r" b="b"/>
            <a:pathLst>
              <a:path w="384048" h="1636776">
                <a:moveTo>
                  <a:pt x="141714" y="-400"/>
                </a:moveTo>
                <a:cubicBezTo>
                  <a:pt x="141493" y="-2915"/>
                  <a:pt x="139276" y="-4775"/>
                  <a:pt x="136760" y="-4554"/>
                </a:cubicBezTo>
                <a:cubicBezTo>
                  <a:pt x="134244" y="-4334"/>
                  <a:pt x="132385" y="-2115"/>
                  <a:pt x="132606" y="400"/>
                </a:cubicBezTo>
                <a:lnTo>
                  <a:pt x="141714" y="-400"/>
                </a:lnTo>
                <a:moveTo>
                  <a:pt x="164592" y="1636725"/>
                </a:moveTo>
                <a:cubicBezTo>
                  <a:pt x="164564" y="1639252"/>
                  <a:pt x="166588" y="1641323"/>
                  <a:pt x="169113" y="1641348"/>
                </a:cubicBezTo>
                <a:cubicBezTo>
                  <a:pt x="171638" y="1641373"/>
                  <a:pt x="173708" y="1639354"/>
                  <a:pt x="173736" y="1636827"/>
                </a:cubicBezTo>
                <a:lnTo>
                  <a:pt x="164592" y="1636725"/>
                </a:lnTo>
                <a:moveTo>
                  <a:pt x="178308" y="818388"/>
                </a:moveTo>
                <a:lnTo>
                  <a:pt x="182883" y="818439"/>
                </a:lnTo>
                <a:lnTo>
                  <a:pt x="182879" y="818279"/>
                </a:lnTo>
                <a:lnTo>
                  <a:pt x="178308" y="818388"/>
                </a:lnTo>
                <a:moveTo>
                  <a:pt x="2927" y="618279"/>
                </a:moveTo>
                <a:cubicBezTo>
                  <a:pt x="987" y="616664"/>
                  <a:pt x="-1896" y="616925"/>
                  <a:pt x="-3512" y="618865"/>
                </a:cubicBezTo>
                <a:cubicBezTo>
                  <a:pt x="-5129" y="620805"/>
                  <a:pt x="-4867" y="623688"/>
                  <a:pt x="-2927" y="625305"/>
                </a:cubicBezTo>
                <a:lnTo>
                  <a:pt x="2927" y="618279"/>
                </a:lnTo>
                <a:moveTo>
                  <a:pt x="134233" y="739605"/>
                </a:moveTo>
                <a:cubicBezTo>
                  <a:pt x="136173" y="741220"/>
                  <a:pt x="139056" y="740959"/>
                  <a:pt x="140673" y="739019"/>
                </a:cubicBezTo>
                <a:cubicBezTo>
                  <a:pt x="142288" y="737079"/>
                  <a:pt x="142027" y="734196"/>
                  <a:pt x="140087" y="732579"/>
                </a:cubicBezTo>
                <a:lnTo>
                  <a:pt x="134233" y="739605"/>
                </a:lnTo>
                <a:moveTo>
                  <a:pt x="53585" y="970665"/>
                </a:moveTo>
                <a:cubicBezTo>
                  <a:pt x="51834" y="968846"/>
                  <a:pt x="48939" y="968792"/>
                  <a:pt x="47121" y="970543"/>
                </a:cubicBezTo>
                <a:cubicBezTo>
                  <a:pt x="45302" y="972294"/>
                  <a:pt x="45247" y="975189"/>
                  <a:pt x="46999" y="977007"/>
                </a:cubicBezTo>
                <a:lnTo>
                  <a:pt x="53585" y="970665"/>
                </a:lnTo>
                <a:moveTo>
                  <a:pt x="165871" y="1100451"/>
                </a:moveTo>
                <a:cubicBezTo>
                  <a:pt x="167622" y="1102270"/>
                  <a:pt x="170517" y="1102324"/>
                  <a:pt x="172335" y="1100573"/>
                </a:cubicBezTo>
                <a:cubicBezTo>
                  <a:pt x="174154" y="1098822"/>
                  <a:pt x="174208" y="1095927"/>
                  <a:pt x="172457" y="1094109"/>
                </a:cubicBezTo>
                <a:lnTo>
                  <a:pt x="165871" y="1100451"/>
                </a:lnTo>
                <a:moveTo>
                  <a:pt x="208008" y="979030"/>
                </a:moveTo>
                <a:cubicBezTo>
                  <a:pt x="205828" y="980303"/>
                  <a:pt x="205091" y="983103"/>
                  <a:pt x="206362" y="985284"/>
                </a:cubicBezTo>
                <a:cubicBezTo>
                  <a:pt x="207635" y="987464"/>
                  <a:pt x="210435" y="988201"/>
                  <a:pt x="212616" y="986930"/>
                </a:cubicBezTo>
                <a:lnTo>
                  <a:pt x="208008" y="979030"/>
                </a:lnTo>
                <a:moveTo>
                  <a:pt x="387745" y="830221"/>
                </a:moveTo>
                <a:cubicBezTo>
                  <a:pt x="389231" y="828180"/>
                  <a:pt x="388779" y="825320"/>
                  <a:pt x="386737" y="823835"/>
                </a:cubicBezTo>
                <a:cubicBezTo>
                  <a:pt x="384694" y="822349"/>
                  <a:pt x="381836" y="822801"/>
                  <a:pt x="380351" y="824843"/>
                </a:cubicBezTo>
                <a:lnTo>
                  <a:pt x="387745" y="830221"/>
                </a:lnTo>
                <a:moveTo>
                  <a:pt x="137160" y="0"/>
                </a:moveTo>
                <a:cubicBezTo>
                  <a:pt x="132606" y="400"/>
                  <a:pt x="132606" y="401"/>
                  <a:pt x="132606" y="404"/>
                </a:cubicBezTo>
                <a:cubicBezTo>
                  <a:pt x="132606" y="406"/>
                  <a:pt x="132606" y="410"/>
                  <a:pt x="132607" y="415"/>
                </a:cubicBezTo>
                <a:cubicBezTo>
                  <a:pt x="132608" y="425"/>
                  <a:pt x="132610" y="440"/>
                  <a:pt x="132611" y="460"/>
                </a:cubicBezTo>
                <a:cubicBezTo>
                  <a:pt x="132615" y="501"/>
                  <a:pt x="132620" y="562"/>
                  <a:pt x="132627" y="644"/>
                </a:cubicBezTo>
                <a:cubicBezTo>
                  <a:pt x="132641" y="807"/>
                  <a:pt x="132663" y="1052"/>
                  <a:pt x="132691" y="1379"/>
                </a:cubicBezTo>
                <a:cubicBezTo>
                  <a:pt x="132747" y="2031"/>
                  <a:pt x="132831" y="3008"/>
                  <a:pt x="132941" y="4304"/>
                </a:cubicBezTo>
                <a:cubicBezTo>
                  <a:pt x="133161" y="6895"/>
                  <a:pt x="133486" y="10759"/>
                  <a:pt x="133902" y="15849"/>
                </a:cubicBezTo>
                <a:cubicBezTo>
                  <a:pt x="134737" y="26028"/>
                  <a:pt x="135942" y="41110"/>
                  <a:pt x="137423" y="60709"/>
                </a:cubicBezTo>
                <a:cubicBezTo>
                  <a:pt x="140386" y="99909"/>
                  <a:pt x="144456" y="157180"/>
                  <a:pt x="148885" y="229451"/>
                </a:cubicBezTo>
                <a:cubicBezTo>
                  <a:pt x="157740" y="373995"/>
                  <a:pt x="168024" y="578535"/>
                  <a:pt x="173737" y="818497"/>
                </a:cubicBezTo>
                <a:lnTo>
                  <a:pt x="182879" y="818279"/>
                </a:lnTo>
                <a:cubicBezTo>
                  <a:pt x="177162" y="578181"/>
                  <a:pt x="166872" y="373527"/>
                  <a:pt x="158011" y="228892"/>
                </a:cubicBezTo>
                <a:cubicBezTo>
                  <a:pt x="153581" y="156573"/>
                  <a:pt x="149507" y="99259"/>
                  <a:pt x="146541" y="60020"/>
                </a:cubicBezTo>
                <a:cubicBezTo>
                  <a:pt x="145058" y="40400"/>
                  <a:pt x="143852" y="25300"/>
                  <a:pt x="143016" y="15102"/>
                </a:cubicBezTo>
                <a:cubicBezTo>
                  <a:pt x="142598" y="10003"/>
                  <a:pt x="142273" y="6129"/>
                  <a:pt x="142052" y="3530"/>
                </a:cubicBezTo>
                <a:cubicBezTo>
                  <a:pt x="141942" y="2230"/>
                  <a:pt x="141858" y="1249"/>
                  <a:pt x="141801" y="592"/>
                </a:cubicBezTo>
                <a:cubicBezTo>
                  <a:pt x="141773" y="263"/>
                  <a:pt x="141751" y="16"/>
                  <a:pt x="141736" y="-150"/>
                </a:cubicBezTo>
                <a:cubicBezTo>
                  <a:pt x="141729" y="-233"/>
                  <a:pt x="141723" y="-295"/>
                  <a:pt x="141721" y="-337"/>
                </a:cubicBezTo>
                <a:cubicBezTo>
                  <a:pt x="141718" y="-357"/>
                  <a:pt x="141717" y="-373"/>
                  <a:pt x="141715" y="-384"/>
                </a:cubicBezTo>
                <a:cubicBezTo>
                  <a:pt x="141715" y="-389"/>
                  <a:pt x="141715" y="-393"/>
                  <a:pt x="141714" y="-396"/>
                </a:cubicBezTo>
                <a:cubicBezTo>
                  <a:pt x="141714" y="-399"/>
                  <a:pt x="141714" y="-400"/>
                  <a:pt x="137160" y="0"/>
                </a:cubicBezTo>
                <a:moveTo>
                  <a:pt x="173736" y="818337"/>
                </a:moveTo>
                <a:lnTo>
                  <a:pt x="164592" y="1636725"/>
                </a:lnTo>
                <a:lnTo>
                  <a:pt x="173736" y="1636827"/>
                </a:lnTo>
                <a:lnTo>
                  <a:pt x="182880" y="818439"/>
                </a:lnTo>
                <a:lnTo>
                  <a:pt x="173736" y="818337"/>
                </a:lnTo>
                <a:moveTo>
                  <a:pt x="-2927" y="625305"/>
                </a:moveTo>
                <a:lnTo>
                  <a:pt x="134233" y="739605"/>
                </a:lnTo>
                <a:lnTo>
                  <a:pt x="140087" y="732579"/>
                </a:lnTo>
                <a:lnTo>
                  <a:pt x="2927" y="618279"/>
                </a:lnTo>
                <a:lnTo>
                  <a:pt x="-2927" y="625305"/>
                </a:lnTo>
                <a:moveTo>
                  <a:pt x="46999" y="977007"/>
                </a:moveTo>
                <a:lnTo>
                  <a:pt x="165871" y="1100451"/>
                </a:lnTo>
                <a:lnTo>
                  <a:pt x="172457" y="1094109"/>
                </a:lnTo>
                <a:lnTo>
                  <a:pt x="53585" y="970665"/>
                </a:lnTo>
                <a:lnTo>
                  <a:pt x="46999" y="977007"/>
                </a:lnTo>
                <a:moveTo>
                  <a:pt x="210312" y="982980"/>
                </a:moveTo>
                <a:cubicBezTo>
                  <a:pt x="212616" y="986930"/>
                  <a:pt x="212616" y="986928"/>
                  <a:pt x="212617" y="986928"/>
                </a:cubicBezTo>
                <a:cubicBezTo>
                  <a:pt x="212617" y="986928"/>
                  <a:pt x="212618" y="986927"/>
                  <a:pt x="212620" y="986927"/>
                </a:cubicBezTo>
                <a:cubicBezTo>
                  <a:pt x="212622" y="986926"/>
                  <a:pt x="212625" y="986925"/>
                  <a:pt x="212628" y="986922"/>
                </a:cubicBezTo>
                <a:cubicBezTo>
                  <a:pt x="212636" y="986917"/>
                  <a:pt x="212646" y="986911"/>
                  <a:pt x="212662" y="986903"/>
                </a:cubicBezTo>
                <a:cubicBezTo>
                  <a:pt x="212689" y="986887"/>
                  <a:pt x="212731" y="986862"/>
                  <a:pt x="212785" y="986831"/>
                </a:cubicBezTo>
                <a:cubicBezTo>
                  <a:pt x="212894" y="986766"/>
                  <a:pt x="213054" y="986672"/>
                  <a:pt x="213263" y="986547"/>
                </a:cubicBezTo>
                <a:cubicBezTo>
                  <a:pt x="213683" y="986300"/>
                  <a:pt x="214301" y="985934"/>
                  <a:pt x="215099" y="985455"/>
                </a:cubicBezTo>
                <a:cubicBezTo>
                  <a:pt x="216695" y="984500"/>
                  <a:pt x="219017" y="983096"/>
                  <a:pt x="221929" y="981299"/>
                </a:cubicBezTo>
                <a:cubicBezTo>
                  <a:pt x="227752" y="977704"/>
                  <a:pt x="235942" y="972532"/>
                  <a:pt x="245424" y="966210"/>
                </a:cubicBezTo>
                <a:cubicBezTo>
                  <a:pt x="264362" y="953585"/>
                  <a:pt x="288562" y="936306"/>
                  <a:pt x="309362" y="917818"/>
                </a:cubicBezTo>
                <a:lnTo>
                  <a:pt x="303286" y="910982"/>
                </a:lnTo>
                <a:cubicBezTo>
                  <a:pt x="282938" y="929070"/>
                  <a:pt x="259132" y="946081"/>
                  <a:pt x="240351" y="958602"/>
                </a:cubicBezTo>
                <a:cubicBezTo>
                  <a:pt x="230974" y="964853"/>
                  <a:pt x="222876" y="969969"/>
                  <a:pt x="217126" y="973517"/>
                </a:cubicBezTo>
                <a:cubicBezTo>
                  <a:pt x="214252" y="975291"/>
                  <a:pt x="211966" y="976674"/>
                  <a:pt x="210401" y="977610"/>
                </a:cubicBezTo>
                <a:cubicBezTo>
                  <a:pt x="209619" y="978079"/>
                  <a:pt x="209017" y="978436"/>
                  <a:pt x="208613" y="978676"/>
                </a:cubicBezTo>
                <a:cubicBezTo>
                  <a:pt x="208411" y="978794"/>
                  <a:pt x="208257" y="978884"/>
                  <a:pt x="208157" y="978944"/>
                </a:cubicBezTo>
                <a:cubicBezTo>
                  <a:pt x="208106" y="978974"/>
                  <a:pt x="208068" y="978996"/>
                  <a:pt x="208043" y="979010"/>
                </a:cubicBezTo>
                <a:cubicBezTo>
                  <a:pt x="208031" y="979018"/>
                  <a:pt x="208021" y="979023"/>
                  <a:pt x="208016" y="979026"/>
                </a:cubicBezTo>
                <a:cubicBezTo>
                  <a:pt x="208013" y="979028"/>
                  <a:pt x="208011" y="979029"/>
                  <a:pt x="208009" y="979030"/>
                </a:cubicBezTo>
                <a:cubicBezTo>
                  <a:pt x="208009" y="979030"/>
                  <a:pt x="208008" y="979030"/>
                  <a:pt x="208008" y="979030"/>
                </a:cubicBezTo>
                <a:cubicBezTo>
                  <a:pt x="208008" y="979032"/>
                  <a:pt x="208008" y="979030"/>
                  <a:pt x="210312" y="982980"/>
                </a:cubicBezTo>
                <a:moveTo>
                  <a:pt x="309362" y="917818"/>
                </a:moveTo>
                <a:cubicBezTo>
                  <a:pt x="330177" y="899314"/>
                  <a:pt x="349773" y="877404"/>
                  <a:pt x="364129" y="860177"/>
                </a:cubicBezTo>
                <a:cubicBezTo>
                  <a:pt x="371316" y="851552"/>
                  <a:pt x="377212" y="844076"/>
                  <a:pt x="381312" y="838751"/>
                </a:cubicBezTo>
                <a:cubicBezTo>
                  <a:pt x="383363" y="836089"/>
                  <a:pt x="384966" y="833963"/>
                  <a:pt x="386058" y="832500"/>
                </a:cubicBezTo>
                <a:cubicBezTo>
                  <a:pt x="386606" y="831769"/>
                  <a:pt x="387025" y="831202"/>
                  <a:pt x="387308" y="830817"/>
                </a:cubicBezTo>
                <a:cubicBezTo>
                  <a:pt x="387450" y="830624"/>
                  <a:pt x="387558" y="830477"/>
                  <a:pt x="387631" y="830378"/>
                </a:cubicBezTo>
                <a:cubicBezTo>
                  <a:pt x="387668" y="830327"/>
                  <a:pt x="387695" y="830289"/>
                  <a:pt x="387714" y="830264"/>
                </a:cubicBezTo>
                <a:cubicBezTo>
                  <a:pt x="387725" y="830250"/>
                  <a:pt x="387732" y="830240"/>
                  <a:pt x="387737" y="830233"/>
                </a:cubicBezTo>
                <a:cubicBezTo>
                  <a:pt x="387740" y="830229"/>
                  <a:pt x="387741" y="830227"/>
                  <a:pt x="387742" y="830224"/>
                </a:cubicBezTo>
                <a:cubicBezTo>
                  <a:pt x="387744" y="830224"/>
                  <a:pt x="387744" y="830223"/>
                  <a:pt x="387745" y="830222"/>
                </a:cubicBezTo>
                <a:cubicBezTo>
                  <a:pt x="387745" y="830222"/>
                  <a:pt x="387745" y="830221"/>
                  <a:pt x="384048" y="827532"/>
                </a:cubicBezTo>
                <a:cubicBezTo>
                  <a:pt x="380351" y="824843"/>
                  <a:pt x="380351" y="824842"/>
                  <a:pt x="380351" y="824842"/>
                </a:cubicBezTo>
                <a:cubicBezTo>
                  <a:pt x="380350" y="824843"/>
                  <a:pt x="380350" y="824843"/>
                  <a:pt x="380350" y="824843"/>
                </a:cubicBezTo>
                <a:cubicBezTo>
                  <a:pt x="380348" y="824845"/>
                  <a:pt x="380347" y="824847"/>
                  <a:pt x="380346" y="824850"/>
                </a:cubicBezTo>
                <a:cubicBezTo>
                  <a:pt x="380342" y="824855"/>
                  <a:pt x="380336" y="824862"/>
                  <a:pt x="380328" y="824874"/>
                </a:cubicBezTo>
                <a:cubicBezTo>
                  <a:pt x="380312" y="824897"/>
                  <a:pt x="380286" y="824931"/>
                  <a:pt x="380252" y="824977"/>
                </a:cubicBezTo>
                <a:cubicBezTo>
                  <a:pt x="380185" y="825069"/>
                  <a:pt x="380082" y="825209"/>
                  <a:pt x="379946" y="825395"/>
                </a:cubicBezTo>
                <a:cubicBezTo>
                  <a:pt x="379674" y="825764"/>
                  <a:pt x="379266" y="826314"/>
                  <a:pt x="378733" y="827029"/>
                </a:cubicBezTo>
                <a:cubicBezTo>
                  <a:pt x="377665" y="828458"/>
                  <a:pt x="376089" y="830548"/>
                  <a:pt x="374068" y="833172"/>
                </a:cubicBezTo>
                <a:cubicBezTo>
                  <a:pt x="370025" y="838420"/>
                  <a:pt x="364204" y="845803"/>
                  <a:pt x="357104" y="854323"/>
                </a:cubicBezTo>
                <a:cubicBezTo>
                  <a:pt x="342885" y="871386"/>
                  <a:pt x="323619" y="892910"/>
                  <a:pt x="303286" y="910982"/>
                </a:cubicBezTo>
                <a:lnTo>
                  <a:pt x="309362" y="917818"/>
                </a:lnTo>
              </a:path>
            </a:pathLst>
          </a:custGeom>
          <a:solidFill>
            <a:schemeClr val="tx1">
              <a:alpha val="30000"/>
            </a:schemeClr>
          </a:solidFill>
        </p:spPr>
      </p:sp>
      <p:sp>
        <p:nvSpPr>
          <p:cNvPr id="16" name="Rectangle 23-2241&amp;3139"/>
          <p:cNvSpPr/>
          <p:nvPr userDrawn="1">
            <p:custDataLst>
              <p:tags r:id="rId9"/>
            </p:custDataLst>
          </p:nvPr>
        </p:nvSpPr>
        <p:spPr>
          <a:xfrm>
            <a:off x="10762236" y="5828283"/>
            <a:ext cx="896112" cy="1024128"/>
          </a:xfrm>
          <a:custGeom>
            <a:avLst/>
            <a:gdLst/>
            <a:ahLst/>
            <a:cxnLst/>
            <a:rect l="l" t="t" r="r" b="b"/>
            <a:pathLst>
              <a:path w="896112" h="1024128">
                <a:moveTo>
                  <a:pt x="8946" y="62623"/>
                </a:moveTo>
                <a:cubicBezTo>
                  <a:pt x="4224" y="29571"/>
                  <a:pt x="29871" y="0"/>
                  <a:pt x="63259" y="0"/>
                </a:cubicBezTo>
                <a:lnTo>
                  <a:pt x="832853" y="0"/>
                </a:lnTo>
                <a:cubicBezTo>
                  <a:pt x="866240" y="0"/>
                  <a:pt x="891888" y="29571"/>
                  <a:pt x="887166" y="62623"/>
                </a:cubicBezTo>
                <a:lnTo>
                  <a:pt x="752051" y="1008426"/>
                </a:lnTo>
                <a:cubicBezTo>
                  <a:pt x="750764" y="1017436"/>
                  <a:pt x="743048" y="1024128"/>
                  <a:pt x="733947" y="1024128"/>
                </a:cubicBezTo>
                <a:lnTo>
                  <a:pt x="162165" y="1024128"/>
                </a:lnTo>
                <a:cubicBezTo>
                  <a:pt x="153064" y="1024128"/>
                  <a:pt x="145348" y="1017436"/>
                  <a:pt x="144061" y="1008426"/>
                </a:cubicBezTo>
                <a:lnTo>
                  <a:pt x="8946" y="62623"/>
                </a:lnTo>
              </a:path>
            </a:pathLst>
          </a:custGeom>
          <a:solidFill>
            <a:schemeClr val="accent2">
              <a:alpha val="75000"/>
            </a:schemeClr>
          </a:solidFill>
        </p:spPr>
      </p:sp>
      <p:sp>
        <p:nvSpPr>
          <p:cNvPr id="17" name="Vector 10-2241&amp;3140"/>
          <p:cNvSpPr/>
          <p:nvPr userDrawn="1">
            <p:custDataLst>
              <p:tags r:id="rId10"/>
            </p:custDataLst>
          </p:nvPr>
        </p:nvSpPr>
        <p:spPr>
          <a:xfrm>
            <a:off x="10781283" y="6006592"/>
            <a:ext cx="850392" cy="749808"/>
          </a:xfrm>
          <a:custGeom>
            <a:avLst/>
            <a:gdLst/>
            <a:ahLst/>
            <a:cxnLst/>
            <a:rect l="l" t="t" r="r" b="b"/>
            <a:pathLst>
              <a:path w="850392" h="749808">
                <a:moveTo>
                  <a:pt x="0" y="4572"/>
                </a:moveTo>
                <a:lnTo>
                  <a:pt x="850392" y="4572"/>
                </a:lnTo>
                <a:lnTo>
                  <a:pt x="850392" y="-4572"/>
                </a:lnTo>
                <a:lnTo>
                  <a:pt x="0" y="-4572"/>
                </a:lnTo>
                <a:lnTo>
                  <a:pt x="0" y="4572"/>
                </a:lnTo>
                <a:moveTo>
                  <a:pt x="27432" y="196596"/>
                </a:moveTo>
                <a:lnTo>
                  <a:pt x="818388" y="196596"/>
                </a:lnTo>
                <a:lnTo>
                  <a:pt x="818388" y="187452"/>
                </a:lnTo>
                <a:lnTo>
                  <a:pt x="27432" y="187452"/>
                </a:lnTo>
                <a:lnTo>
                  <a:pt x="27432" y="196596"/>
                </a:lnTo>
                <a:moveTo>
                  <a:pt x="36576" y="269748"/>
                </a:moveTo>
                <a:lnTo>
                  <a:pt x="809244" y="269748"/>
                </a:lnTo>
                <a:lnTo>
                  <a:pt x="809244" y="260604"/>
                </a:lnTo>
                <a:lnTo>
                  <a:pt x="36576" y="260604"/>
                </a:lnTo>
                <a:lnTo>
                  <a:pt x="36576" y="269748"/>
                </a:lnTo>
                <a:moveTo>
                  <a:pt x="73152" y="521208"/>
                </a:moveTo>
                <a:lnTo>
                  <a:pt x="768096" y="521208"/>
                </a:lnTo>
                <a:lnTo>
                  <a:pt x="768096" y="512064"/>
                </a:lnTo>
                <a:lnTo>
                  <a:pt x="73152" y="512064"/>
                </a:lnTo>
                <a:lnTo>
                  <a:pt x="73152" y="521208"/>
                </a:lnTo>
                <a:moveTo>
                  <a:pt x="91440" y="649224"/>
                </a:moveTo>
                <a:lnTo>
                  <a:pt x="745236" y="649224"/>
                </a:lnTo>
                <a:lnTo>
                  <a:pt x="745236" y="640080"/>
                </a:lnTo>
                <a:lnTo>
                  <a:pt x="91440" y="640080"/>
                </a:lnTo>
                <a:lnTo>
                  <a:pt x="91440" y="649224"/>
                </a:lnTo>
                <a:moveTo>
                  <a:pt x="109728" y="754380"/>
                </a:moveTo>
                <a:lnTo>
                  <a:pt x="726948" y="754380"/>
                </a:lnTo>
                <a:lnTo>
                  <a:pt x="726948" y="745236"/>
                </a:lnTo>
                <a:lnTo>
                  <a:pt x="109728" y="745236"/>
                </a:lnTo>
                <a:lnTo>
                  <a:pt x="109728" y="754380"/>
                </a:lnTo>
              </a:path>
            </a:pathLst>
          </a:custGeom>
          <a:solidFill>
            <a:schemeClr val="accent2"/>
          </a:solidFill>
        </p:spPr>
      </p:sp>
      <p:sp>
        <p:nvSpPr>
          <p:cNvPr id="18" name="Rectangle 24-2241&amp;3141"/>
          <p:cNvSpPr/>
          <p:nvPr userDrawn="1">
            <p:custDataLst>
              <p:tags r:id="rId11"/>
            </p:custDataLst>
          </p:nvPr>
        </p:nvSpPr>
        <p:spPr>
          <a:xfrm>
            <a:off x="10840721" y="6413500"/>
            <a:ext cx="662940" cy="438912"/>
          </a:xfrm>
          <a:custGeom>
            <a:avLst/>
            <a:gdLst/>
            <a:ahLst/>
            <a:cxnLst/>
            <a:rect l="l" t="t" r="r" b="b"/>
            <a:pathLst>
              <a:path w="662940" h="438912">
                <a:moveTo>
                  <a:pt x="0" y="0"/>
                </a:moveTo>
                <a:cubicBezTo>
                  <a:pt x="0" y="0"/>
                  <a:pt x="77724" y="214884"/>
                  <a:pt x="251460" y="306324"/>
                </a:cubicBezTo>
                <a:cubicBezTo>
                  <a:pt x="425196" y="397764"/>
                  <a:pt x="662940" y="438912"/>
                  <a:pt x="662940" y="438912"/>
                </a:cubicBezTo>
                <a:lnTo>
                  <a:pt x="75414" y="438912"/>
                </a:lnTo>
                <a:cubicBezTo>
                  <a:pt x="66263" y="438912"/>
                  <a:pt x="58520" y="432147"/>
                  <a:pt x="57292" y="423078"/>
                </a:cubicBezTo>
                <a:lnTo>
                  <a:pt x="0" y="0"/>
                </a:lnTo>
              </a:path>
            </a:pathLst>
          </a:custGeom>
          <a:solidFill>
            <a:schemeClr val="tx1">
              <a:alpha val="10000"/>
            </a:schemeClr>
          </a:solidFill>
        </p:spPr>
      </p:sp>
      <p:sp>
        <p:nvSpPr>
          <p:cNvPr id="2" name="标题 1"/>
          <p:cNvSpPr>
            <a:spLocks noGrp="1"/>
          </p:cNvSpPr>
          <p:nvPr>
            <p:ph type="title" hasCustomPrompt="1"/>
            <p:custDataLst>
              <p:tags r:id="rId12"/>
            </p:custDataLst>
          </p:nvPr>
        </p:nvSpPr>
        <p:spPr>
          <a:xfrm>
            <a:off x="939800" y="1339900"/>
            <a:ext cx="10996612" cy="1081088"/>
          </a:xfrm>
        </p:spPr>
        <p:txBody>
          <a:bodyPr wrap="square" anchor="ctr">
            <a:normAutofit/>
          </a:bodyPr>
          <a:lstStyle>
            <a:lvl1pPr>
              <a:defRPr sz="5400" b="0">
                <a:latin typeface="+mj-ea"/>
                <a:ea typeface="+mj-ea"/>
              </a:defRPr>
            </a:lvl1pPr>
          </a:lstStyle>
          <a:p>
            <a:r>
              <a:rPr lang="zh-CN" altLang="en-US" dirty="0"/>
              <a:t>标题</a:t>
            </a:r>
            <a:endParaRPr lang="zh-CN" altLang="en-US" dirty="0"/>
          </a:p>
        </p:txBody>
      </p:sp>
      <p:sp>
        <p:nvSpPr>
          <p:cNvPr id="7" name="日期占位符 3"/>
          <p:cNvSpPr>
            <a:spLocks noGrp="1"/>
          </p:cNvSpPr>
          <p:nvPr>
            <p:ph type="dt" sz="half" idx="10"/>
            <p:custDataLst>
              <p:tags r:id="rId13"/>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14"/>
            </p:custDataLst>
          </p:nvPr>
        </p:nvSpPr>
        <p:spPr/>
        <p:txBody>
          <a:bodyPr/>
          <a:lstStyle/>
          <a:p>
            <a:endParaRPr lang="zh-CN" altLang="en-US"/>
          </a:p>
        </p:txBody>
      </p:sp>
      <p:sp>
        <p:nvSpPr>
          <p:cNvPr id="9" name="灯片编号占位符 5"/>
          <p:cNvSpPr>
            <a:spLocks noGrp="1"/>
          </p:cNvSpPr>
          <p:nvPr>
            <p:ph type="sldNum" sz="quarter" idx="12"/>
            <p:custDataLst>
              <p:tags r:id="rId1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showMasterSp="0" userDrawn="1">
  <p:cSld name="节标题">
    <p:spTree>
      <p:nvGrpSpPr>
        <p:cNvPr id="1" name=""/>
        <p:cNvGrpSpPr/>
        <p:nvPr/>
      </p:nvGrpSpPr>
      <p:grpSpPr>
        <a:xfrm>
          <a:off x="0" y="0"/>
          <a:ext cx="0" cy="0"/>
          <a:chOff x="0" y="0"/>
          <a:chExt cx="0" cy="0"/>
        </a:xfrm>
      </p:grpSpPr>
      <p:sp>
        <p:nvSpPr>
          <p:cNvPr id="9" name="mainBg_#color-2253&amp;1976"/>
          <p:cNvSpPr/>
          <p:nvPr userDrawn="1">
            <p:custDataLst>
              <p:tags r:id="rId2"/>
            </p:custDataLst>
          </p:nvPr>
        </p:nvSpPr>
        <p:spPr>
          <a:xfrm>
            <a:off x="0" y="3734299"/>
            <a:ext cx="4420060" cy="3123701"/>
          </a:xfrm>
          <a:custGeom>
            <a:avLst/>
            <a:gdLst/>
            <a:ahLst/>
            <a:cxnLst/>
            <a:rect l="l" t="t" r="r" b="b"/>
            <a:pathLst>
              <a:path w="4420060" h="3123701">
                <a:moveTo>
                  <a:pt x="4420057" y="3123705"/>
                </a:moveTo>
                <a:lnTo>
                  <a:pt x="0" y="3123705"/>
                </a:lnTo>
                <a:lnTo>
                  <a:pt x="0" y="149468"/>
                </a:lnTo>
                <a:cubicBezTo>
                  <a:pt x="317679" y="52288"/>
                  <a:pt x="654966" y="0"/>
                  <a:pt x="1004466" y="0"/>
                </a:cubicBezTo>
                <a:cubicBezTo>
                  <a:pt x="2795359" y="0"/>
                  <a:pt x="4265600" y="1372934"/>
                  <a:pt x="4420057" y="3123705"/>
                </a:cubicBezTo>
              </a:path>
            </a:pathLst>
          </a:custGeom>
          <a:solidFill>
            <a:schemeClr val="tx2">
              <a:alpha val="20000"/>
            </a:schemeClr>
          </a:solidFill>
        </p:spPr>
      </p:sp>
      <p:sp>
        <p:nvSpPr>
          <p:cNvPr id="10" name="Rectangle 29_#color-2253&amp;1977"/>
          <p:cNvSpPr/>
          <p:nvPr userDrawn="1">
            <p:custDataLst>
              <p:tags r:id="rId3"/>
            </p:custDataLst>
          </p:nvPr>
        </p:nvSpPr>
        <p:spPr>
          <a:xfrm rot="1630200">
            <a:off x="2161205" y="3822688"/>
            <a:ext cx="1936155" cy="2257602"/>
          </a:xfrm>
          <a:prstGeom prst="rect">
            <a:avLst/>
          </a:prstGeom>
          <a:solidFill>
            <a:schemeClr val="accent3">
              <a:lumMod val="60000"/>
              <a:lumOff val="40000"/>
            </a:schemeClr>
          </a:solidFill>
        </p:spPr>
      </p:sp>
      <p:sp>
        <p:nvSpPr>
          <p:cNvPr id="11" name="Rectangle 30-2253&amp;1978"/>
          <p:cNvSpPr/>
          <p:nvPr userDrawn="1">
            <p:custDataLst>
              <p:tags r:id="rId4"/>
            </p:custDataLst>
          </p:nvPr>
        </p:nvSpPr>
        <p:spPr>
          <a:xfrm rot="1630200">
            <a:off x="2245742" y="3472821"/>
            <a:ext cx="403677" cy="2257602"/>
          </a:xfrm>
          <a:prstGeom prst="rect">
            <a:avLst/>
          </a:prstGeom>
          <a:solidFill>
            <a:schemeClr val="accent1">
              <a:lumMod val="50000"/>
            </a:schemeClr>
          </a:solidFill>
        </p:spPr>
      </p:sp>
      <p:sp>
        <p:nvSpPr>
          <p:cNvPr id="12" name="Rectangle 31-2253&amp;1979"/>
          <p:cNvSpPr/>
          <p:nvPr userDrawn="1">
            <p:custDataLst>
              <p:tags r:id="rId5"/>
            </p:custDataLst>
          </p:nvPr>
        </p:nvSpPr>
        <p:spPr>
          <a:xfrm rot="1630200">
            <a:off x="3009646" y="4388557"/>
            <a:ext cx="971101" cy="531200"/>
          </a:xfrm>
          <a:prstGeom prst="roundRect">
            <a:avLst>
              <a:gd name="adj" fmla="val 14185"/>
            </a:avLst>
          </a:prstGeom>
          <a:solidFill>
            <a:srgbClr val="FFFFFF">
              <a:alpha val="80000"/>
            </a:srgbClr>
          </a:solidFill>
        </p:spPr>
      </p:sp>
      <p:sp>
        <p:nvSpPr>
          <p:cNvPr id="13" name="@path_tra-2215&amp;2515"/>
          <p:cNvSpPr/>
          <p:nvPr userDrawn="1">
            <p:custDataLst>
              <p:tags r:id="rId6"/>
            </p:custDataLst>
          </p:nvPr>
        </p:nvSpPr>
        <p:spPr>
          <a:xfrm>
            <a:off x="0" y="5346002"/>
            <a:ext cx="1026487" cy="1089340"/>
          </a:xfrm>
          <a:custGeom>
            <a:avLst/>
            <a:gdLst/>
            <a:ahLst/>
            <a:cxnLst/>
            <a:rect l="l" t="t" r="r" b="b"/>
            <a:pathLst>
              <a:path w="1026487" h="1089340">
                <a:moveTo>
                  <a:pt x="0" y="901267"/>
                </a:moveTo>
                <a:lnTo>
                  <a:pt x="724351" y="1088440"/>
                </a:lnTo>
                <a:cubicBezTo>
                  <a:pt x="739388" y="1092326"/>
                  <a:pt x="754728" y="1083286"/>
                  <a:pt x="758613" y="1068249"/>
                </a:cubicBezTo>
                <a:lnTo>
                  <a:pt x="1025543" y="35245"/>
                </a:lnTo>
                <a:cubicBezTo>
                  <a:pt x="1031820" y="10951"/>
                  <a:pt x="1005549" y="-8778"/>
                  <a:pt x="983969" y="4024"/>
                </a:cubicBezTo>
                <a:lnTo>
                  <a:pt x="0" y="587729"/>
                </a:lnTo>
                <a:lnTo>
                  <a:pt x="0" y="901267"/>
                </a:lnTo>
                <a:moveTo>
                  <a:pt x="595598" y="824567"/>
                </a:moveTo>
                <a:lnTo>
                  <a:pt x="697539" y="430063"/>
                </a:lnTo>
                <a:lnTo>
                  <a:pt x="201093" y="722626"/>
                </a:lnTo>
                <a:lnTo>
                  <a:pt x="595598" y="824567"/>
                </a:lnTo>
              </a:path>
            </a:pathLst>
          </a:custGeom>
          <a:solidFill>
            <a:schemeClr val="accent2">
              <a:alpha val="69000"/>
            </a:schemeClr>
          </a:solidFill>
        </p:spPr>
      </p:sp>
      <p:sp>
        <p:nvSpPr>
          <p:cNvPr id="14" name="Vector 15-2253&amp;1982"/>
          <p:cNvSpPr/>
          <p:nvPr userDrawn="1">
            <p:custDataLst>
              <p:tags r:id="rId7"/>
            </p:custDataLst>
          </p:nvPr>
        </p:nvSpPr>
        <p:spPr>
          <a:xfrm>
            <a:off x="0" y="5871083"/>
            <a:ext cx="898992" cy="564304"/>
          </a:xfrm>
          <a:custGeom>
            <a:avLst/>
            <a:gdLst/>
            <a:ahLst/>
            <a:cxnLst/>
            <a:rect l="l" t="t" r="r" b="b"/>
            <a:pathLst>
              <a:path w="898992" h="564304">
                <a:moveTo>
                  <a:pt x="0" y="376094"/>
                </a:moveTo>
                <a:lnTo>
                  <a:pt x="0" y="258944"/>
                </a:lnTo>
                <a:lnTo>
                  <a:pt x="207908" y="199059"/>
                </a:lnTo>
                <a:lnTo>
                  <a:pt x="595520" y="299747"/>
                </a:lnTo>
                <a:lnTo>
                  <a:pt x="655149" y="69745"/>
                </a:lnTo>
                <a:lnTo>
                  <a:pt x="898992" y="0"/>
                </a:lnTo>
                <a:lnTo>
                  <a:pt x="761064" y="538674"/>
                </a:lnTo>
                <a:cubicBezTo>
                  <a:pt x="756383" y="556952"/>
                  <a:pt x="737739" y="567948"/>
                  <a:pt x="719479" y="563199"/>
                </a:cubicBezTo>
                <a:lnTo>
                  <a:pt x="0" y="376094"/>
                </a:lnTo>
              </a:path>
            </a:pathLst>
          </a:custGeom>
          <a:solidFill>
            <a:schemeClr val="tx1">
              <a:alpha val="10000"/>
            </a:schemeClr>
          </a:solidFill>
        </p:spPr>
      </p:sp>
      <p:sp>
        <p:nvSpPr>
          <p:cNvPr id="15" name="circleGreen_#color-2253&amp;1987"/>
          <p:cNvSpPr/>
          <p:nvPr userDrawn="1">
            <p:custDataLst>
              <p:tags r:id="rId8"/>
            </p:custDataLst>
          </p:nvPr>
        </p:nvSpPr>
        <p:spPr>
          <a:xfrm>
            <a:off x="11696700" y="812878"/>
            <a:ext cx="495300" cy="1008140"/>
          </a:xfrm>
          <a:custGeom>
            <a:avLst/>
            <a:gdLst/>
            <a:ahLst/>
            <a:cxnLst/>
            <a:rect l="l" t="t" r="r" b="b"/>
            <a:pathLst>
              <a:path w="495300" h="1008140">
                <a:moveTo>
                  <a:pt x="495300" y="0"/>
                </a:moveTo>
                <a:lnTo>
                  <a:pt x="495300" y="1008140"/>
                </a:lnTo>
                <a:cubicBezTo>
                  <a:pt x="220948" y="1003417"/>
                  <a:pt x="0" y="779544"/>
                  <a:pt x="0" y="504076"/>
                </a:cubicBezTo>
                <a:cubicBezTo>
                  <a:pt x="0" y="228596"/>
                  <a:pt x="220948" y="4723"/>
                  <a:pt x="495300" y="0"/>
                </a:cubicBezTo>
              </a:path>
            </a:pathLst>
          </a:custGeom>
          <a:solidFill>
            <a:schemeClr val="accent3">
              <a:lumMod val="60000"/>
              <a:lumOff val="40000"/>
            </a:schemeClr>
          </a:solidFill>
        </p:spPr>
      </p:sp>
      <p:sp>
        <p:nvSpPr>
          <p:cNvPr id="16" name="Vector-2253&amp;1990"/>
          <p:cNvSpPr/>
          <p:nvPr userDrawn="1">
            <p:custDataLst>
              <p:tags r:id="rId9"/>
            </p:custDataLst>
          </p:nvPr>
        </p:nvSpPr>
        <p:spPr>
          <a:xfrm>
            <a:off x="5987405" y="0"/>
            <a:ext cx="20377" cy="533537"/>
          </a:xfrm>
          <a:custGeom>
            <a:avLst/>
            <a:gdLst/>
            <a:ahLst/>
            <a:cxnLst/>
            <a:rect l="l" t="t" r="r" b="b"/>
            <a:pathLst>
              <a:path w="20377" h="533537">
                <a:moveTo>
                  <a:pt x="20377" y="0"/>
                </a:moveTo>
                <a:cubicBezTo>
                  <a:pt x="20273" y="17566"/>
                  <a:pt x="20161" y="34836"/>
                  <a:pt x="20041" y="51788"/>
                </a:cubicBezTo>
                <a:cubicBezTo>
                  <a:pt x="19033" y="194848"/>
                  <a:pt x="17520" y="315283"/>
                  <a:pt x="16259" y="399953"/>
                </a:cubicBezTo>
                <a:cubicBezTo>
                  <a:pt x="15629" y="442289"/>
                  <a:pt x="15062" y="475684"/>
                  <a:pt x="14652" y="498495"/>
                </a:cubicBezTo>
                <a:cubicBezTo>
                  <a:pt x="14562" y="503498"/>
                  <a:pt x="14480" y="507990"/>
                  <a:pt x="14406" y="511957"/>
                </a:cubicBezTo>
                <a:cubicBezTo>
                  <a:pt x="14312" y="517037"/>
                  <a:pt x="14232" y="521254"/>
                  <a:pt x="14168" y="524572"/>
                </a:cubicBezTo>
                <a:lnTo>
                  <a:pt x="14036" y="531274"/>
                </a:lnTo>
                <a:lnTo>
                  <a:pt x="14002" y="532972"/>
                </a:lnTo>
                <a:lnTo>
                  <a:pt x="13993" y="533400"/>
                </a:lnTo>
                <a:lnTo>
                  <a:pt x="13991" y="533508"/>
                </a:lnTo>
                <a:lnTo>
                  <a:pt x="13990" y="533535"/>
                </a:lnTo>
                <a:cubicBezTo>
                  <a:pt x="13990" y="533541"/>
                  <a:pt x="13990" y="533545"/>
                  <a:pt x="6995" y="533400"/>
                </a:cubicBezTo>
                <a:cubicBezTo>
                  <a:pt x="-38187" y="533255"/>
                  <a:pt x="-38187" y="533253"/>
                  <a:pt x="57060" y="533246"/>
                </a:cubicBezTo>
                <a:lnTo>
                  <a:pt x="39328" y="533221"/>
                </a:lnTo>
                <a:lnTo>
                  <a:pt x="3" y="533114"/>
                </a:lnTo>
                <a:lnTo>
                  <a:pt x="11" y="532688"/>
                </a:lnTo>
                <a:lnTo>
                  <a:pt x="45" y="530993"/>
                </a:lnTo>
                <a:lnTo>
                  <a:pt x="177" y="524302"/>
                </a:lnTo>
                <a:cubicBezTo>
                  <a:pt x="291" y="518399"/>
                  <a:pt x="456" y="509645"/>
                  <a:pt x="661" y="498244"/>
                </a:cubicBezTo>
                <a:cubicBezTo>
                  <a:pt x="1070" y="475445"/>
                  <a:pt x="1637" y="442064"/>
                  <a:pt x="2268" y="399745"/>
                </a:cubicBezTo>
                <a:cubicBezTo>
                  <a:pt x="3528" y="315105"/>
                  <a:pt x="5040" y="194708"/>
                  <a:pt x="6048" y="51690"/>
                </a:cubicBezTo>
                <a:cubicBezTo>
                  <a:pt x="6167" y="34769"/>
                  <a:pt x="6279" y="17532"/>
                  <a:pt x="6383" y="0"/>
                </a:cubicBezTo>
                <a:lnTo>
                  <a:pt x="20377" y="0"/>
                </a:lnTo>
              </a:path>
            </a:pathLst>
          </a:custGeom>
          <a:solidFill>
            <a:schemeClr val="tx2">
              <a:lumMod val="50000"/>
            </a:schemeClr>
          </a:solidFill>
        </p:spPr>
      </p:sp>
      <p:sp>
        <p:nvSpPr>
          <p:cNvPr id="17" name="Vector_#color-2215&amp;2525"/>
          <p:cNvSpPr/>
          <p:nvPr userDrawn="1">
            <p:custDataLst>
              <p:tags r:id="rId10"/>
            </p:custDataLst>
          </p:nvPr>
        </p:nvSpPr>
        <p:spPr>
          <a:xfrm>
            <a:off x="5613400" y="1333500"/>
            <a:ext cx="736600" cy="736600"/>
          </a:xfrm>
          <a:custGeom>
            <a:avLst/>
            <a:gdLst/>
            <a:ahLst/>
            <a:cxnLst/>
            <a:rect l="l" t="t" r="r" b="b"/>
            <a:pathLst>
              <a:path w="736600" h="736600">
                <a:moveTo>
                  <a:pt x="372387" y="0"/>
                </a:moveTo>
                <a:cubicBezTo>
                  <a:pt x="578053" y="0"/>
                  <a:pt x="736600" y="166721"/>
                  <a:pt x="736600" y="372387"/>
                </a:cubicBezTo>
                <a:cubicBezTo>
                  <a:pt x="736600" y="578053"/>
                  <a:pt x="578053" y="736600"/>
                  <a:pt x="372387" y="736600"/>
                </a:cubicBezTo>
                <a:cubicBezTo>
                  <a:pt x="166721" y="736600"/>
                  <a:pt x="0" y="578053"/>
                  <a:pt x="0" y="372387"/>
                </a:cubicBezTo>
                <a:cubicBezTo>
                  <a:pt x="0" y="166721"/>
                  <a:pt x="166721" y="0"/>
                  <a:pt x="372387" y="0"/>
                </a:cubicBezTo>
              </a:path>
            </a:pathLst>
          </a:custGeom>
          <a:solidFill>
            <a:schemeClr val="tx2">
              <a:alpha val="80000"/>
            </a:schemeClr>
          </a:solidFill>
        </p:spPr>
      </p:sp>
      <p:sp>
        <p:nvSpPr>
          <p:cNvPr id="18" name="Vector_#color-2215&amp;2526"/>
          <p:cNvSpPr/>
          <p:nvPr userDrawn="1">
            <p:custDataLst>
              <p:tags r:id="rId11"/>
            </p:custDataLst>
          </p:nvPr>
        </p:nvSpPr>
        <p:spPr>
          <a:xfrm>
            <a:off x="5016500" y="482600"/>
            <a:ext cx="1930400" cy="1308100"/>
          </a:xfrm>
          <a:custGeom>
            <a:avLst/>
            <a:gdLst/>
            <a:ahLst/>
            <a:cxnLst/>
            <a:rect l="l" t="t" r="r" b="b"/>
            <a:pathLst>
              <a:path w="1930400" h="1308100">
                <a:moveTo>
                  <a:pt x="969258" y="0"/>
                </a:moveTo>
                <a:cubicBezTo>
                  <a:pt x="1504569" y="0"/>
                  <a:pt x="1930400" y="436902"/>
                  <a:pt x="1930400" y="975855"/>
                </a:cubicBezTo>
                <a:cubicBezTo>
                  <a:pt x="1930400" y="1093112"/>
                  <a:pt x="1912366" y="1308100"/>
                  <a:pt x="1912366" y="1308100"/>
                </a:cubicBezTo>
                <a:lnTo>
                  <a:pt x="27049" y="1308100"/>
                </a:lnTo>
                <a:cubicBezTo>
                  <a:pt x="27049" y="1308100"/>
                  <a:pt x="0" y="1099712"/>
                  <a:pt x="0" y="975855"/>
                </a:cubicBezTo>
                <a:cubicBezTo>
                  <a:pt x="0" y="436902"/>
                  <a:pt x="433948" y="0"/>
                  <a:pt x="969258" y="0"/>
                </a:cubicBezTo>
              </a:path>
            </a:pathLst>
          </a:custGeom>
          <a:solidFill>
            <a:schemeClr val="accent4"/>
          </a:solidFill>
        </p:spPr>
      </p:sp>
      <p:sp>
        <p:nvSpPr>
          <p:cNvPr id="19" name="Vector-2215&amp;2527"/>
          <p:cNvSpPr/>
          <p:nvPr userDrawn="1">
            <p:custDataLst>
              <p:tags r:id="rId12"/>
            </p:custDataLst>
          </p:nvPr>
        </p:nvSpPr>
        <p:spPr>
          <a:xfrm>
            <a:off x="5715000" y="660400"/>
            <a:ext cx="1231900" cy="1130300"/>
          </a:xfrm>
          <a:custGeom>
            <a:avLst/>
            <a:gdLst/>
            <a:ahLst/>
            <a:cxnLst/>
            <a:rect l="l" t="t" r="r" b="b"/>
            <a:pathLst>
              <a:path w="1231900" h="1130300">
                <a:moveTo>
                  <a:pt x="831150" y="0"/>
                </a:moveTo>
                <a:cubicBezTo>
                  <a:pt x="831150" y="0"/>
                  <a:pt x="890158" y="42223"/>
                  <a:pt x="913178" y="62851"/>
                </a:cubicBezTo>
                <a:cubicBezTo>
                  <a:pt x="1109698" y="246113"/>
                  <a:pt x="1231900" y="505017"/>
                  <a:pt x="1231900" y="797592"/>
                </a:cubicBezTo>
                <a:cubicBezTo>
                  <a:pt x="1231900" y="915333"/>
                  <a:pt x="1213030" y="1130300"/>
                  <a:pt x="1213030" y="1130300"/>
                </a:cubicBezTo>
                <a:lnTo>
                  <a:pt x="0" y="1130300"/>
                </a:lnTo>
                <a:cubicBezTo>
                  <a:pt x="0" y="1130300"/>
                  <a:pt x="387838" y="1096127"/>
                  <a:pt x="701760" y="683650"/>
                </a:cubicBezTo>
                <a:cubicBezTo>
                  <a:pt x="973642" y="345745"/>
                  <a:pt x="831150" y="0"/>
                  <a:pt x="831150" y="0"/>
                </a:cubicBezTo>
              </a:path>
            </a:pathLst>
          </a:custGeom>
          <a:solidFill>
            <a:schemeClr val="tx1">
              <a:alpha val="5000"/>
            </a:schemeClr>
          </a:solidFill>
        </p:spPr>
      </p:sp>
      <p:sp>
        <p:nvSpPr>
          <p:cNvPr id="2" name="标题 1"/>
          <p:cNvSpPr>
            <a:spLocks noGrp="1"/>
          </p:cNvSpPr>
          <p:nvPr>
            <p:ph type="title"/>
            <p:custDataLst>
              <p:tags r:id="rId13"/>
            </p:custDataLst>
          </p:nvPr>
        </p:nvSpPr>
        <p:spPr>
          <a:xfrm>
            <a:off x="6268614" y="2193523"/>
            <a:ext cx="4313989" cy="2470568"/>
          </a:xfrm>
        </p:spPr>
        <p:txBody>
          <a:bodyPr wrap="square" anchor="ctr">
            <a:normAutofit/>
          </a:bodyPr>
          <a:lstStyle>
            <a:lvl1pPr algn="l">
              <a:defRPr sz="5000" b="0">
                <a:latin typeface="+mj-ea"/>
                <a:ea typeface="+mj-ea"/>
              </a:defRPr>
            </a:lvl1pPr>
          </a:lstStyle>
          <a:p>
            <a:r>
              <a:rPr lang="zh-CN" altLang="en-US" dirty="0"/>
              <a:t>单击此处编辑母版标题样式</a:t>
            </a:r>
            <a:endParaRPr lang="zh-CN" altLang="en-US" dirty="0"/>
          </a:p>
        </p:txBody>
      </p:sp>
      <p:sp>
        <p:nvSpPr>
          <p:cNvPr id="8" name="节编号 3"/>
          <p:cNvSpPr>
            <a:spLocks noGrp="1"/>
          </p:cNvSpPr>
          <p:nvPr>
            <p:ph type="body" sz="quarter" idx="13" hasCustomPrompt="1"/>
            <p:custDataLst>
              <p:tags r:id="rId14"/>
            </p:custDataLst>
          </p:nvPr>
        </p:nvSpPr>
        <p:spPr>
          <a:xfrm>
            <a:off x="3581400" y="2816807"/>
            <a:ext cx="2416193" cy="1224000"/>
          </a:xfrm>
        </p:spPr>
        <p:txBody>
          <a:bodyPr wrap="square" anchor="ctr">
            <a:normAutofit/>
          </a:bodyPr>
          <a:lstStyle>
            <a:lvl1pPr marL="0" indent="0" algn="r">
              <a:buNone/>
              <a:defRPr sz="5000" b="1">
                <a:latin typeface="+mj-ea"/>
                <a:ea typeface="+mj-ea"/>
              </a:defRPr>
            </a:lvl1pPr>
          </a:lstStyle>
          <a:p>
            <a:pPr lvl="0"/>
            <a:r>
              <a:rPr lang="zh-CN" altLang="en-US" dirty="0"/>
              <a:t>节编号</a:t>
            </a:r>
            <a:endParaRPr lang="zh-CN" altLang="en-US" dirty="0"/>
          </a:p>
        </p:txBody>
      </p:sp>
      <p:sp>
        <p:nvSpPr>
          <p:cNvPr id="4" name="日期占位符 4"/>
          <p:cNvSpPr>
            <a:spLocks noGrp="1"/>
          </p:cNvSpPr>
          <p:nvPr>
            <p:ph type="dt" sz="half" idx="10"/>
            <p:custDataLst>
              <p:tags r:id="rId15"/>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5"/>
          <p:cNvSpPr>
            <a:spLocks noGrp="1"/>
          </p:cNvSpPr>
          <p:nvPr>
            <p:ph type="ftr" sz="quarter" idx="11"/>
            <p:custDataLst>
              <p:tags r:id="rId16"/>
            </p:custDataLst>
          </p:nvPr>
        </p:nvSpPr>
        <p:spPr/>
        <p:txBody>
          <a:bodyPr/>
          <a:lstStyle/>
          <a:p>
            <a:endParaRPr lang="zh-CN" altLang="en-US"/>
          </a:p>
        </p:txBody>
      </p:sp>
      <p:sp>
        <p:nvSpPr>
          <p:cNvPr id="6" name="灯片编号占位符 6"/>
          <p:cNvSpPr>
            <a:spLocks noGrp="1"/>
          </p:cNvSpPr>
          <p:nvPr>
            <p:ph type="sldNum" sz="quarter" idx="12"/>
            <p:custDataLst>
              <p:tags r:id="rId17"/>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wrap="square" lIns="0" tIns="0" rIns="0" bIns="0" rtlCol="0" anchor="ctr">
            <a:normAutofit/>
          </a:bodyPr>
          <a:lstStyle>
            <a:lvl1pPr>
              <a:defRPr lang="zh-CN" altLang="en-US" dirty="0"/>
            </a:lvl1pPr>
          </a:lstStyle>
          <a:p>
            <a:pPr lvl="0"/>
            <a:r>
              <a:rPr lang="zh-CN" altLang="en-US" dirty="0"/>
              <a:t>单击此处编辑母版标题样式</a:t>
            </a:r>
            <a:endParaRPr lang="zh-CN" altLang="en-US" dirty="0"/>
          </a:p>
        </p:txBody>
      </p:sp>
      <p:sp>
        <p:nvSpPr>
          <p:cNvPr id="3" name="内容占位符 2"/>
          <p:cNvSpPr>
            <a:spLocks noGrp="1"/>
          </p:cNvSpPr>
          <p:nvPr>
            <p:ph sz="half" idx="1"/>
            <p:custDataLst>
              <p:tags r:id="rId3"/>
            </p:custDataLst>
          </p:nvPr>
        </p:nvSpPr>
        <p:spPr>
          <a:xfrm>
            <a:off x="695960" y="1301750"/>
            <a:ext cx="5323840" cy="487585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内容占位符 3"/>
          <p:cNvSpPr>
            <a:spLocks noGrp="1"/>
          </p:cNvSpPr>
          <p:nvPr>
            <p:ph sz="half" idx="2"/>
            <p:custDataLst>
              <p:tags r:id="rId4"/>
            </p:custDataLst>
          </p:nvPr>
        </p:nvSpPr>
        <p:spPr>
          <a:xfrm>
            <a:off x="6172200" y="1301750"/>
            <a:ext cx="5323840" cy="487585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日期占位符 4"/>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839788" y="360000"/>
            <a:ext cx="10515600" cy="864000"/>
          </a:xfrm>
        </p:spPr>
        <p:txBody>
          <a:bodyPr vert="horz" wrap="square" lIns="0" tIns="0" rIns="0" bIns="0" rtlCol="0" anchor="ctr">
            <a:normAutofit/>
          </a:bodyPr>
          <a:lstStyle>
            <a:lvl1pPr>
              <a:defRPr lang="zh-CN" altLang="en-US" dirty="0"/>
            </a:lvl1pPr>
          </a:lstStyle>
          <a:p>
            <a:pPr lvl="0"/>
            <a:r>
              <a:rPr lang="zh-CN" altLang="en-US" dirty="0"/>
              <a:t>单击此处编辑母版标题样式</a:t>
            </a:r>
            <a:endParaRPr lang="zh-CN" altLang="en-US" dirty="0"/>
          </a:p>
        </p:txBody>
      </p:sp>
      <p:sp>
        <p:nvSpPr>
          <p:cNvPr id="3" name="文本占位符 2"/>
          <p:cNvSpPr>
            <a:spLocks noGrp="1"/>
          </p:cNvSpPr>
          <p:nvPr>
            <p:ph type="body" idx="1"/>
            <p:custDataLst>
              <p:tags r:id="rId3"/>
            </p:custDataLst>
          </p:nvPr>
        </p:nvSpPr>
        <p:spPr>
          <a:xfrm>
            <a:off x="695960" y="1301750"/>
            <a:ext cx="5323840" cy="411303"/>
          </a:xfrm>
        </p:spPr>
        <p:txBody>
          <a:bodyPr wrap="square"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custDataLst>
              <p:tags r:id="rId4"/>
            </p:custDataLst>
          </p:nvPr>
        </p:nvSpPr>
        <p:spPr>
          <a:xfrm>
            <a:off x="695960" y="1875099"/>
            <a:ext cx="5323840" cy="4300276"/>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文本占位符 4"/>
          <p:cNvSpPr>
            <a:spLocks noGrp="1"/>
          </p:cNvSpPr>
          <p:nvPr>
            <p:ph type="body" sz="quarter" idx="3"/>
            <p:custDataLst>
              <p:tags r:id="rId5"/>
            </p:custDataLst>
          </p:nvPr>
        </p:nvSpPr>
        <p:spPr>
          <a:xfrm>
            <a:off x="6172200" y="1301750"/>
            <a:ext cx="5323840" cy="411303"/>
          </a:xfrm>
        </p:spPr>
        <p:txBody>
          <a:bodyPr wrap="square"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custDataLst>
              <p:tags r:id="rId6"/>
            </p:custDataLst>
          </p:nvPr>
        </p:nvSpPr>
        <p:spPr>
          <a:xfrm>
            <a:off x="6172200" y="1875099"/>
            <a:ext cx="5323840" cy="4300276"/>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7" name="日期占位符 6"/>
          <p:cNvSpPr>
            <a:spLocks noGrp="1"/>
          </p:cNvSpPr>
          <p:nvPr>
            <p:ph type="dt" sz="half" idx="10"/>
            <p:custDataLst>
              <p:tags r:id="rId7"/>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dirty="0"/>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仅内容">
    <p:spTree>
      <p:nvGrpSpPr>
        <p:cNvPr id="1" name=""/>
        <p:cNvGrpSpPr/>
        <p:nvPr/>
      </p:nvGrpSpPr>
      <p:grpSpPr>
        <a:xfrm>
          <a:off x="0" y="0"/>
          <a:ext cx="0" cy="0"/>
          <a:chOff x="0" y="0"/>
          <a:chExt cx="0" cy="0"/>
        </a:xfrm>
      </p:grpSpPr>
      <p:sp>
        <p:nvSpPr>
          <p:cNvPr id="3" name="内容占位符 1"/>
          <p:cNvSpPr>
            <a:spLocks noGrp="1"/>
          </p:cNvSpPr>
          <p:nvPr>
            <p:ph idx="1"/>
            <p:custDataLst>
              <p:tags r:id="rId2"/>
            </p:custDataLst>
          </p:nvPr>
        </p:nvSpPr>
        <p:spPr>
          <a:xfrm>
            <a:off x="695960" y="360045"/>
            <a:ext cx="10801985" cy="581787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3"/>
          <p:cNvSpPr>
            <a:spLocks noGrp="1"/>
          </p:cNvSpPr>
          <p:nvPr>
            <p:ph type="ftr" sz="quarter" idx="11"/>
            <p:custDataLst>
              <p:tags r:id="rId4"/>
            </p:custDataLst>
          </p:nvPr>
        </p:nvSpPr>
        <p:spPr/>
        <p:txBody>
          <a:bodyPr/>
          <a:lstStyle/>
          <a:p>
            <a:endParaRPr lang="zh-CN" altLang="en-US"/>
          </a:p>
        </p:txBody>
      </p:sp>
      <p:sp>
        <p:nvSpPr>
          <p:cNvPr id="6"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标题和副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839788" y="360000"/>
            <a:ext cx="10515600" cy="864000"/>
          </a:xfrm>
        </p:spPr>
        <p:txBody>
          <a:bodyPr wrap="square">
            <a:normAutofit/>
          </a:bodyPr>
          <a:lstStyle>
            <a:lvl1pPr>
              <a:defRPr>
                <a:latin typeface="+mj-ea"/>
                <a:ea typeface="+mj-ea"/>
              </a:defRPr>
            </a:lvl1pPr>
          </a:lstStyle>
          <a:p>
            <a:r>
              <a:rPr lang="zh-CN" altLang="en-US" dirty="0"/>
              <a:t>单击此处编辑母版标题样式</a:t>
            </a:r>
            <a:endParaRPr lang="zh-CN" altLang="en-US" dirty="0"/>
          </a:p>
        </p:txBody>
      </p:sp>
      <p:sp>
        <p:nvSpPr>
          <p:cNvPr id="3" name="文本占位符 2"/>
          <p:cNvSpPr>
            <a:spLocks noGrp="1"/>
          </p:cNvSpPr>
          <p:nvPr>
            <p:ph type="body" idx="1" hasCustomPrompt="1"/>
            <p:custDataLst>
              <p:tags r:id="rId3"/>
            </p:custDataLst>
          </p:nvPr>
        </p:nvSpPr>
        <p:spPr>
          <a:xfrm>
            <a:off x="695960" y="1301750"/>
            <a:ext cx="10799088" cy="405553"/>
          </a:xfrm>
        </p:spPr>
        <p:txBody>
          <a:bodyPr wrap="square" anchor="t">
            <a:normAutofit/>
          </a:bodyPr>
          <a:lstStyle>
            <a:lvl1pPr marL="0" indent="0">
              <a:buNone/>
              <a:defRPr sz="2800" b="0">
                <a:latin typeface="+mj-ea"/>
                <a:ea typeface="+mj-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zh-CN" altLang="en-US" dirty="0"/>
              <a:t>单击此处编辑副标题</a:t>
            </a:r>
            <a:endParaRPr lang="zh-CN" altLang="en-US" dirty="0"/>
          </a:p>
        </p:txBody>
      </p:sp>
      <p:sp>
        <p:nvSpPr>
          <p:cNvPr id="7" name="日期占位符 3"/>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5"/>
            </p:custDataLst>
          </p:nvPr>
        </p:nvSpPr>
        <p:spPr/>
        <p:txBody>
          <a:bodyPr/>
          <a:lstStyle/>
          <a:p>
            <a:endParaRPr lang="zh-CN" altLang="en-US"/>
          </a:p>
        </p:txBody>
      </p:sp>
      <p:sp>
        <p:nvSpPr>
          <p:cNvPr id="9" name="灯片编号占位符 5"/>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sp>
        <p:nvSpPr>
          <p:cNvPr id="7" name="Vector_#color-2253&amp;1959"/>
          <p:cNvSpPr/>
          <p:nvPr userDrawn="1">
            <p:custDataLst>
              <p:tags r:id="rId2"/>
            </p:custDataLst>
          </p:nvPr>
        </p:nvSpPr>
        <p:spPr>
          <a:xfrm>
            <a:off x="0" y="1903704"/>
            <a:ext cx="5207000" cy="4953000"/>
          </a:xfrm>
          <a:custGeom>
            <a:avLst/>
            <a:gdLst/>
            <a:ahLst/>
            <a:cxnLst/>
            <a:rect l="l" t="t" r="r" b="b"/>
            <a:pathLst>
              <a:path w="5207000" h="4953000">
                <a:moveTo>
                  <a:pt x="0" y="4953000"/>
                </a:moveTo>
                <a:cubicBezTo>
                  <a:pt x="0" y="4953000"/>
                  <a:pt x="3759200" y="4952949"/>
                  <a:pt x="4850600" y="4952949"/>
                </a:cubicBezTo>
                <a:cubicBezTo>
                  <a:pt x="5078730" y="4493870"/>
                  <a:pt x="5207000" y="3976421"/>
                  <a:pt x="5207000" y="3429000"/>
                </a:cubicBezTo>
                <a:cubicBezTo>
                  <a:pt x="5207000" y="1535214"/>
                  <a:pt x="3671786" y="0"/>
                  <a:pt x="1778000" y="0"/>
                </a:cubicBezTo>
                <a:cubicBezTo>
                  <a:pt x="1127140" y="0"/>
                  <a:pt x="518387" y="180395"/>
                  <a:pt x="0" y="495300"/>
                </a:cubicBezTo>
                <a:cubicBezTo>
                  <a:pt x="0" y="2972410"/>
                  <a:pt x="0" y="4953000"/>
                  <a:pt x="0" y="4953000"/>
                </a:cubicBezTo>
              </a:path>
            </a:pathLst>
          </a:custGeom>
          <a:solidFill>
            <a:schemeClr val="tx2">
              <a:alpha val="60000"/>
            </a:schemeClr>
          </a:solidFill>
        </p:spPr>
      </p:sp>
      <p:sp>
        <p:nvSpPr>
          <p:cNvPr id="8" name="Subtract_#color-2253&amp;1958"/>
          <p:cNvSpPr/>
          <p:nvPr userDrawn="1">
            <p:custDataLst>
              <p:tags r:id="rId3"/>
            </p:custDataLst>
          </p:nvPr>
        </p:nvSpPr>
        <p:spPr>
          <a:xfrm>
            <a:off x="4800600" y="5207000"/>
            <a:ext cx="1006548" cy="812031"/>
          </a:xfrm>
          <a:custGeom>
            <a:avLst/>
            <a:gdLst/>
            <a:ahLst/>
            <a:cxnLst/>
            <a:rect l="l" t="t" r="r" b="b"/>
            <a:pathLst>
              <a:path w="1006548" h="812031">
                <a:moveTo>
                  <a:pt x="704" y="26273"/>
                </a:moveTo>
                <a:lnTo>
                  <a:pt x="199682" y="796308"/>
                </a:lnTo>
                <a:cubicBezTo>
                  <a:pt x="202579" y="807517"/>
                  <a:pt x="214013" y="814255"/>
                  <a:pt x="225222" y="811359"/>
                </a:cubicBezTo>
                <a:lnTo>
                  <a:pt x="990822" y="613527"/>
                </a:lnTo>
                <a:cubicBezTo>
                  <a:pt x="1008877" y="608862"/>
                  <a:pt x="1012311" y="584716"/>
                  <a:pt x="996273" y="575202"/>
                </a:cubicBezTo>
                <a:lnTo>
                  <a:pt x="31695" y="3000"/>
                </a:lnTo>
                <a:cubicBezTo>
                  <a:pt x="15608" y="-6543"/>
                  <a:pt x="-3975" y="8163"/>
                  <a:pt x="704" y="26273"/>
                </a:cubicBezTo>
                <a:moveTo>
                  <a:pt x="245212" y="320582"/>
                </a:moveTo>
                <a:lnTo>
                  <a:pt x="321202" y="614660"/>
                </a:lnTo>
                <a:lnTo>
                  <a:pt x="615278" y="538669"/>
                </a:lnTo>
                <a:lnTo>
                  <a:pt x="245212" y="320582"/>
                </a:lnTo>
              </a:path>
            </a:pathLst>
          </a:custGeom>
          <a:solidFill>
            <a:schemeClr val="accent2"/>
          </a:solidFill>
        </p:spPr>
      </p:sp>
      <p:sp>
        <p:nvSpPr>
          <p:cNvPr id="9" name="Vector 15-2253&amp;1957"/>
          <p:cNvSpPr/>
          <p:nvPr userDrawn="1">
            <p:custDataLst>
              <p:tags r:id="rId4"/>
            </p:custDataLst>
          </p:nvPr>
        </p:nvSpPr>
        <p:spPr>
          <a:xfrm>
            <a:off x="4895627" y="5598418"/>
            <a:ext cx="829469" cy="420651"/>
          </a:xfrm>
          <a:custGeom>
            <a:avLst/>
            <a:gdLst/>
            <a:ahLst/>
            <a:cxnLst/>
            <a:rect l="l" t="t" r="r" b="b"/>
            <a:pathLst>
              <a:path w="829469" h="420651">
                <a:moveTo>
                  <a:pt x="102817" y="401545"/>
                </a:moveTo>
                <a:lnTo>
                  <a:pt x="0" y="0"/>
                </a:lnTo>
                <a:lnTo>
                  <a:pt x="181769" y="51991"/>
                </a:lnTo>
                <a:lnTo>
                  <a:pt x="226219" y="223441"/>
                </a:lnTo>
                <a:lnTo>
                  <a:pt x="515156" y="148386"/>
                </a:lnTo>
                <a:lnTo>
                  <a:pt x="829469" y="238919"/>
                </a:lnTo>
                <a:lnTo>
                  <a:pt x="133815" y="419826"/>
                </a:lnTo>
                <a:cubicBezTo>
                  <a:pt x="120203" y="423367"/>
                  <a:pt x="106305" y="415171"/>
                  <a:pt x="102817" y="401545"/>
                </a:cubicBezTo>
              </a:path>
            </a:pathLst>
          </a:custGeom>
          <a:solidFill>
            <a:schemeClr val="tx1">
              <a:alpha val="10000"/>
            </a:schemeClr>
          </a:solidFill>
        </p:spPr>
      </p:sp>
      <p:sp>
        <p:nvSpPr>
          <p:cNvPr id="11" name="mainCircle_#color-2253&amp;2004"/>
          <p:cNvSpPr/>
          <p:nvPr userDrawn="1">
            <p:custDataLst>
              <p:tags r:id="rId5"/>
            </p:custDataLst>
          </p:nvPr>
        </p:nvSpPr>
        <p:spPr>
          <a:xfrm>
            <a:off x="11658600" y="5118100"/>
            <a:ext cx="533400" cy="1397000"/>
          </a:xfrm>
          <a:custGeom>
            <a:avLst/>
            <a:gdLst/>
            <a:ahLst/>
            <a:cxnLst/>
            <a:rect l="l" t="t" r="r" b="b"/>
            <a:pathLst>
              <a:path w="533400" h="1397000">
                <a:moveTo>
                  <a:pt x="533400" y="1397000"/>
                </a:moveTo>
                <a:lnTo>
                  <a:pt x="533400" y="0"/>
                </a:lnTo>
                <a:cubicBezTo>
                  <a:pt x="226930" y="78501"/>
                  <a:pt x="0" y="361465"/>
                  <a:pt x="0" y="698508"/>
                </a:cubicBezTo>
                <a:cubicBezTo>
                  <a:pt x="0" y="1035538"/>
                  <a:pt x="226930" y="1318501"/>
                  <a:pt x="533400" y="1397000"/>
                </a:cubicBezTo>
              </a:path>
            </a:pathLst>
          </a:custGeom>
          <a:solidFill>
            <a:schemeClr val="accent3">
              <a:lumMod val="60000"/>
              <a:lumOff val="40000"/>
            </a:schemeClr>
          </a:solidFill>
        </p:spPr>
      </p:sp>
      <p:sp>
        <p:nvSpPr>
          <p:cNvPr id="12" name="Vector_#color-2253&amp;1961"/>
          <p:cNvSpPr/>
          <p:nvPr userDrawn="1">
            <p:custDataLst>
              <p:tags r:id="rId6"/>
            </p:custDataLst>
          </p:nvPr>
        </p:nvSpPr>
        <p:spPr>
          <a:xfrm>
            <a:off x="10703223" y="6607305"/>
            <a:ext cx="149648" cy="249402"/>
          </a:xfrm>
          <a:custGeom>
            <a:avLst/>
            <a:gdLst/>
            <a:ahLst/>
            <a:cxnLst/>
            <a:rect l="l" t="t" r="r" b="b"/>
            <a:pathLst>
              <a:path w="149648" h="249402">
                <a:moveTo>
                  <a:pt x="43455" y="135101"/>
                </a:moveTo>
                <a:cubicBezTo>
                  <a:pt x="81553" y="58902"/>
                  <a:pt x="149648" y="0"/>
                  <a:pt x="149648" y="0"/>
                </a:cubicBezTo>
                <a:cubicBezTo>
                  <a:pt x="149648" y="0"/>
                  <a:pt x="110822" y="52552"/>
                  <a:pt x="104472" y="135101"/>
                </a:cubicBezTo>
                <a:cubicBezTo>
                  <a:pt x="98122" y="217651"/>
                  <a:pt x="117172" y="249401"/>
                  <a:pt x="117172" y="249401"/>
                </a:cubicBezTo>
                <a:lnTo>
                  <a:pt x="0" y="249401"/>
                </a:lnTo>
                <a:cubicBezTo>
                  <a:pt x="0" y="249401"/>
                  <a:pt x="5358" y="211301"/>
                  <a:pt x="43455" y="135101"/>
                </a:cubicBezTo>
              </a:path>
            </a:pathLst>
          </a:custGeom>
          <a:solidFill>
            <a:schemeClr val="bg1">
              <a:alpha val="10200"/>
            </a:schemeClr>
          </a:solidFill>
        </p:spPr>
      </p:sp>
      <p:pic>
        <p:nvPicPr>
          <p:cNvPr id="13" name="图片 12" descr="C:/Users/kingsoft/AppData/Local/Temp/fig2wpp/girl 3-2215&amp;2545.png"/>
          <p:cNvPicPr>
            <a:picLocks noChangeAspect="1"/>
          </p:cNvPicPr>
          <p:nvPr userDrawn="1">
            <p:custDataLst>
              <p:tags r:id="rId7"/>
            </p:custDataLst>
          </p:nvPr>
        </p:nvPicPr>
        <p:blipFill>
          <a:blip r:embed="rId8" r:link="rId9"/>
          <a:stretch>
            <a:fillRect/>
          </a:stretch>
        </p:blipFill>
        <p:spPr>
          <a:xfrm>
            <a:off x="555625" y="725805"/>
            <a:ext cx="4041140" cy="6131560"/>
          </a:xfrm>
          <a:prstGeom prst="rect">
            <a:avLst/>
          </a:prstGeom>
        </p:spPr>
      </p:pic>
      <p:sp>
        <p:nvSpPr>
          <p:cNvPr id="15" name="Vector_#color-2253&amp;1954"/>
          <p:cNvSpPr/>
          <p:nvPr userDrawn="1">
            <p:custDataLst>
              <p:tags r:id="rId10"/>
            </p:custDataLst>
          </p:nvPr>
        </p:nvSpPr>
        <p:spPr>
          <a:xfrm>
            <a:off x="545802" y="2681480"/>
            <a:ext cx="3639592" cy="2978655"/>
          </a:xfrm>
          <a:custGeom>
            <a:avLst/>
            <a:gdLst/>
            <a:ahLst/>
            <a:cxnLst/>
            <a:rect l="l" t="t" r="r" b="b"/>
            <a:pathLst>
              <a:path w="3639592" h="2978655">
                <a:moveTo>
                  <a:pt x="1801292" y="244"/>
                </a:moveTo>
                <a:cubicBezTo>
                  <a:pt x="1801292" y="244"/>
                  <a:pt x="1891017" y="-15777"/>
                  <a:pt x="2189048" y="211632"/>
                </a:cubicBezTo>
                <a:cubicBezTo>
                  <a:pt x="2355787" y="330391"/>
                  <a:pt x="2447760" y="458221"/>
                  <a:pt x="2447760" y="458221"/>
                </a:cubicBezTo>
                <a:lnTo>
                  <a:pt x="2317941" y="1227225"/>
                </a:lnTo>
                <a:cubicBezTo>
                  <a:pt x="2317941" y="1227225"/>
                  <a:pt x="2105025" y="1347241"/>
                  <a:pt x="2084769" y="1395628"/>
                </a:cubicBezTo>
                <a:cubicBezTo>
                  <a:pt x="2052853" y="1444003"/>
                  <a:pt x="1997837" y="1610576"/>
                  <a:pt x="1929968" y="1642389"/>
                </a:cubicBezTo>
                <a:cubicBezTo>
                  <a:pt x="1847634" y="1693888"/>
                  <a:pt x="1644345" y="1803667"/>
                  <a:pt x="1644345" y="1803667"/>
                </a:cubicBezTo>
                <a:lnTo>
                  <a:pt x="1630502" y="1765071"/>
                </a:lnTo>
                <a:lnTo>
                  <a:pt x="1404709" y="1868424"/>
                </a:lnTo>
                <a:lnTo>
                  <a:pt x="1411834" y="1946148"/>
                </a:lnTo>
                <a:cubicBezTo>
                  <a:pt x="1411834" y="1946148"/>
                  <a:pt x="1434846" y="2075396"/>
                  <a:pt x="1482420" y="2160537"/>
                </a:cubicBezTo>
                <a:cubicBezTo>
                  <a:pt x="1507909" y="2218423"/>
                  <a:pt x="1621676" y="2348979"/>
                  <a:pt x="1673670" y="2349500"/>
                </a:cubicBezTo>
                <a:cubicBezTo>
                  <a:pt x="1725663" y="2350008"/>
                  <a:pt x="1830578" y="2290508"/>
                  <a:pt x="1839443" y="2284349"/>
                </a:cubicBezTo>
                <a:cubicBezTo>
                  <a:pt x="1848307" y="2278177"/>
                  <a:pt x="1848460" y="2255584"/>
                  <a:pt x="1841754" y="2237702"/>
                </a:cubicBezTo>
                <a:cubicBezTo>
                  <a:pt x="1832496" y="2213026"/>
                  <a:pt x="1808607" y="2193747"/>
                  <a:pt x="1808607" y="2193747"/>
                </a:cubicBezTo>
                <a:cubicBezTo>
                  <a:pt x="1808607" y="2193747"/>
                  <a:pt x="1890700" y="2144484"/>
                  <a:pt x="1993913" y="2081898"/>
                </a:cubicBezTo>
                <a:cubicBezTo>
                  <a:pt x="2080311" y="2029524"/>
                  <a:pt x="2187981" y="1959699"/>
                  <a:pt x="2292020" y="1879956"/>
                </a:cubicBezTo>
                <a:cubicBezTo>
                  <a:pt x="2346541" y="1838173"/>
                  <a:pt x="2398586" y="1798028"/>
                  <a:pt x="2446388" y="1760995"/>
                </a:cubicBezTo>
                <a:cubicBezTo>
                  <a:pt x="2605951" y="1637411"/>
                  <a:pt x="2718384" y="1560754"/>
                  <a:pt x="2718384" y="1560754"/>
                </a:cubicBezTo>
                <a:cubicBezTo>
                  <a:pt x="2718384" y="1560754"/>
                  <a:pt x="2843086" y="1601203"/>
                  <a:pt x="2966644" y="1631696"/>
                </a:cubicBezTo>
                <a:cubicBezTo>
                  <a:pt x="3092425" y="1662722"/>
                  <a:pt x="3224936" y="1685658"/>
                  <a:pt x="3224936" y="1685658"/>
                </a:cubicBezTo>
                <a:lnTo>
                  <a:pt x="3478594" y="1563840"/>
                </a:lnTo>
                <a:cubicBezTo>
                  <a:pt x="3478594" y="1563840"/>
                  <a:pt x="3621469" y="1615084"/>
                  <a:pt x="3639198" y="1985010"/>
                </a:cubicBezTo>
                <a:cubicBezTo>
                  <a:pt x="3649663" y="2491257"/>
                  <a:pt x="3445548" y="2471420"/>
                  <a:pt x="3445548" y="2471420"/>
                </a:cubicBezTo>
                <a:cubicBezTo>
                  <a:pt x="3445548" y="2471420"/>
                  <a:pt x="3267583" y="2513495"/>
                  <a:pt x="3075724" y="2406650"/>
                </a:cubicBezTo>
                <a:cubicBezTo>
                  <a:pt x="2916771" y="2334247"/>
                  <a:pt x="2713673" y="2167014"/>
                  <a:pt x="2713673" y="2167014"/>
                </a:cubicBezTo>
                <a:cubicBezTo>
                  <a:pt x="2713673" y="2167014"/>
                  <a:pt x="2693619" y="2624099"/>
                  <a:pt x="2700071" y="2716886"/>
                </a:cubicBezTo>
                <a:cubicBezTo>
                  <a:pt x="2694534" y="2761475"/>
                  <a:pt x="2265578" y="2942196"/>
                  <a:pt x="1773885" y="2970136"/>
                </a:cubicBezTo>
                <a:cubicBezTo>
                  <a:pt x="1288186" y="3008528"/>
                  <a:pt x="790056" y="2904719"/>
                  <a:pt x="790056" y="2904719"/>
                </a:cubicBezTo>
                <a:cubicBezTo>
                  <a:pt x="790056" y="2904719"/>
                  <a:pt x="537279" y="3054172"/>
                  <a:pt x="271911" y="2878811"/>
                </a:cubicBezTo>
                <a:cubicBezTo>
                  <a:pt x="36518" y="2723248"/>
                  <a:pt x="-2191" y="2048383"/>
                  <a:pt x="393" y="1687728"/>
                </a:cubicBezTo>
                <a:cubicBezTo>
                  <a:pt x="393" y="1460602"/>
                  <a:pt x="-18616" y="956113"/>
                  <a:pt x="207761" y="566591"/>
                </a:cubicBezTo>
                <a:cubicBezTo>
                  <a:pt x="481702" y="181431"/>
                  <a:pt x="894189" y="17206"/>
                  <a:pt x="894189" y="17206"/>
                </a:cubicBezTo>
                <a:cubicBezTo>
                  <a:pt x="894189" y="17206"/>
                  <a:pt x="960925" y="206074"/>
                  <a:pt x="1098506" y="445113"/>
                </a:cubicBezTo>
                <a:cubicBezTo>
                  <a:pt x="1225497" y="665747"/>
                  <a:pt x="1369124" y="883816"/>
                  <a:pt x="1369124" y="883816"/>
                </a:cubicBezTo>
                <a:cubicBezTo>
                  <a:pt x="1369124" y="883816"/>
                  <a:pt x="1369898" y="855288"/>
                  <a:pt x="1428496" y="707255"/>
                </a:cubicBezTo>
                <a:cubicBezTo>
                  <a:pt x="1482649" y="566443"/>
                  <a:pt x="1558798" y="384975"/>
                  <a:pt x="1558798" y="384975"/>
                </a:cubicBezTo>
                <a:lnTo>
                  <a:pt x="1580388" y="381121"/>
                </a:lnTo>
                <a:lnTo>
                  <a:pt x="1909597" y="799005"/>
                </a:lnTo>
                <a:cubicBezTo>
                  <a:pt x="1909597" y="799005"/>
                  <a:pt x="1863814" y="485055"/>
                  <a:pt x="1846034" y="295213"/>
                </a:cubicBezTo>
                <a:cubicBezTo>
                  <a:pt x="1815173" y="75032"/>
                  <a:pt x="1801292" y="244"/>
                  <a:pt x="1801292" y="244"/>
                </a:cubicBezTo>
              </a:path>
            </a:pathLst>
          </a:custGeom>
          <a:solidFill>
            <a:schemeClr val="accent1"/>
          </a:solidFill>
        </p:spPr>
      </p:sp>
      <p:pic>
        <p:nvPicPr>
          <p:cNvPr id="16" name="图片 15" descr="C:/Users/kingsoft/AppData/Local/Temp/fig2wpp/阴影_#color-2253&amp;1955.png"/>
          <p:cNvPicPr>
            <a:picLocks noChangeAspect="1"/>
          </p:cNvPicPr>
          <p:nvPr userDrawn="1">
            <p:custDataLst>
              <p:tags r:id="rId11"/>
            </p:custDataLst>
          </p:nvPr>
        </p:nvPicPr>
        <p:blipFill>
          <a:blip r:embed="rId12" r:link="rId9"/>
          <a:stretch>
            <a:fillRect/>
          </a:stretch>
        </p:blipFill>
        <p:spPr>
          <a:xfrm>
            <a:off x="817245" y="2701290"/>
            <a:ext cx="2870200" cy="2922905"/>
          </a:xfrm>
          <a:prstGeom prst="rect">
            <a:avLst/>
          </a:prstGeom>
        </p:spPr>
      </p:pic>
      <p:pic>
        <p:nvPicPr>
          <p:cNvPr id="17" name="图片 16" descr="C:/Users/kingsoft/AppData/Local/Temp/fig2wpp/Union_#color-2253&amp;1956.png"/>
          <p:cNvPicPr>
            <a:picLocks noChangeAspect="1"/>
          </p:cNvPicPr>
          <p:nvPr userDrawn="1">
            <p:custDataLst>
              <p:tags r:id="rId13"/>
            </p:custDataLst>
          </p:nvPr>
        </p:nvPicPr>
        <p:blipFill>
          <a:blip r:embed="rId14" r:link="rId9"/>
          <a:stretch>
            <a:fillRect/>
          </a:stretch>
        </p:blipFill>
        <p:spPr>
          <a:xfrm>
            <a:off x="568325" y="2681605"/>
            <a:ext cx="2419350" cy="2095500"/>
          </a:xfrm>
          <a:prstGeom prst="rect">
            <a:avLst/>
          </a:prstGeom>
        </p:spPr>
      </p:pic>
      <p:sp>
        <p:nvSpPr>
          <p:cNvPr id="19" name="subCircle_#color-2253&amp;2007"/>
          <p:cNvSpPr/>
          <p:nvPr userDrawn="1">
            <p:custDataLst>
              <p:tags r:id="rId15"/>
            </p:custDataLst>
          </p:nvPr>
        </p:nvSpPr>
        <p:spPr>
          <a:xfrm>
            <a:off x="3810000" y="0"/>
            <a:ext cx="762000" cy="444500"/>
          </a:xfrm>
          <a:custGeom>
            <a:avLst/>
            <a:gdLst/>
            <a:ahLst/>
            <a:cxnLst/>
            <a:rect l="l" t="t" r="r" b="b"/>
            <a:pathLst>
              <a:path w="762000" h="444500">
                <a:moveTo>
                  <a:pt x="756213" y="0"/>
                </a:moveTo>
                <a:cubicBezTo>
                  <a:pt x="760021" y="22454"/>
                  <a:pt x="762000" y="45582"/>
                  <a:pt x="762000" y="69205"/>
                </a:cubicBezTo>
                <a:cubicBezTo>
                  <a:pt x="762000" y="282781"/>
                  <a:pt x="600281" y="444500"/>
                  <a:pt x="386705" y="444500"/>
                </a:cubicBezTo>
                <a:cubicBezTo>
                  <a:pt x="173130" y="444500"/>
                  <a:pt x="0" y="282781"/>
                  <a:pt x="0" y="69205"/>
                </a:cubicBezTo>
                <a:cubicBezTo>
                  <a:pt x="0" y="45582"/>
                  <a:pt x="2118" y="22454"/>
                  <a:pt x="6175" y="0"/>
                </a:cubicBezTo>
                <a:lnTo>
                  <a:pt x="756213" y="0"/>
                </a:lnTo>
              </a:path>
            </a:pathLst>
          </a:custGeom>
          <a:solidFill>
            <a:schemeClr val="accent3">
              <a:lumMod val="60000"/>
              <a:lumOff val="40000"/>
            </a:schemeClr>
          </a:solidFill>
        </p:spPr>
      </p:sp>
      <p:sp>
        <p:nvSpPr>
          <p:cNvPr id="21" name="Vector-2253&amp;2010"/>
          <p:cNvSpPr/>
          <p:nvPr userDrawn="1">
            <p:custDataLst>
              <p:tags r:id="rId16"/>
            </p:custDataLst>
          </p:nvPr>
        </p:nvSpPr>
        <p:spPr>
          <a:xfrm>
            <a:off x="4025900" y="0"/>
            <a:ext cx="546100" cy="444500"/>
          </a:xfrm>
          <a:custGeom>
            <a:avLst/>
            <a:gdLst/>
            <a:ahLst/>
            <a:cxnLst/>
            <a:rect l="l" t="t" r="r" b="b"/>
            <a:pathLst>
              <a:path w="546100" h="444500">
                <a:moveTo>
                  <a:pt x="534316" y="0"/>
                </a:moveTo>
                <a:cubicBezTo>
                  <a:pt x="541599" y="24277"/>
                  <a:pt x="546100" y="48005"/>
                  <a:pt x="546100" y="69575"/>
                </a:cubicBezTo>
                <a:cubicBezTo>
                  <a:pt x="546100" y="282941"/>
                  <a:pt x="376340" y="444500"/>
                  <a:pt x="166924" y="444500"/>
                </a:cubicBezTo>
                <a:cubicBezTo>
                  <a:pt x="107027" y="444500"/>
                  <a:pt x="0" y="416545"/>
                  <a:pt x="0" y="416545"/>
                </a:cubicBezTo>
                <a:cubicBezTo>
                  <a:pt x="0" y="416545"/>
                  <a:pt x="242585" y="443828"/>
                  <a:pt x="360863" y="265904"/>
                </a:cubicBezTo>
                <a:cubicBezTo>
                  <a:pt x="431189" y="175346"/>
                  <a:pt x="455475" y="80973"/>
                  <a:pt x="459153" y="0"/>
                </a:cubicBezTo>
                <a:lnTo>
                  <a:pt x="534316" y="0"/>
                </a:lnTo>
              </a:path>
            </a:pathLst>
          </a:custGeom>
          <a:solidFill>
            <a:schemeClr val="tx1">
              <a:alpha val="10000"/>
            </a:schemeClr>
          </a:solidFill>
        </p:spPr>
      </p:sp>
      <p:sp>
        <p:nvSpPr>
          <p:cNvPr id="2" name="标题 1"/>
          <p:cNvSpPr>
            <a:spLocks noGrp="1"/>
          </p:cNvSpPr>
          <p:nvPr>
            <p:ph type="ctrTitle"/>
            <p:custDataLst>
              <p:tags r:id="rId17"/>
            </p:custDataLst>
          </p:nvPr>
        </p:nvSpPr>
        <p:spPr>
          <a:xfrm>
            <a:off x="5216822" y="342900"/>
            <a:ext cx="6136377" cy="3113100"/>
          </a:xfrm>
        </p:spPr>
        <p:txBody>
          <a:bodyPr wrap="square" anchor="b">
            <a:normAutofit/>
          </a:bodyPr>
          <a:lstStyle>
            <a:lvl1pPr algn="r">
              <a:lnSpc>
                <a:spcPct val="100000"/>
              </a:lnSpc>
              <a:defRPr sz="7000">
                <a:latin typeface="+mj-ea"/>
                <a:ea typeface="+mj-ea"/>
              </a:defRPr>
            </a:lvl1pPr>
          </a:lstStyle>
          <a:p>
            <a:r>
              <a:rPr lang="zh-CN" altLang="en-US" dirty="0"/>
              <a:t>单击此处编辑母版标题样式</a:t>
            </a:r>
            <a:endParaRPr lang="zh-CN" altLang="en-US" dirty="0"/>
          </a:p>
        </p:txBody>
      </p:sp>
      <p:sp>
        <p:nvSpPr>
          <p:cNvPr id="4" name="日期占位符 3"/>
          <p:cNvSpPr>
            <a:spLocks noGrp="1"/>
          </p:cNvSpPr>
          <p:nvPr>
            <p:ph type="dt" sz="half" idx="10"/>
            <p:custDataLst>
              <p:tags r:id="rId18"/>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19"/>
            </p:custDataLst>
          </p:nvPr>
        </p:nvSpPr>
        <p:spPr/>
        <p:txBody>
          <a:bodyPr/>
          <a:lstStyle/>
          <a:p>
            <a:endParaRPr lang="zh-CN" altLang="en-US"/>
          </a:p>
        </p:txBody>
      </p:sp>
      <p:sp>
        <p:nvSpPr>
          <p:cNvPr id="6" name="灯片编号占位符 5"/>
          <p:cNvSpPr>
            <a:spLocks noGrp="1"/>
          </p:cNvSpPr>
          <p:nvPr>
            <p:ph type="sldNum" sz="quarter" idx="12"/>
            <p:custDataLst>
              <p:tags r:id="rId20"/>
            </p:custDataLst>
          </p:nvPr>
        </p:nvSpPr>
        <p:spPr>
          <a:xfrm>
            <a:off x="8610600" y="6356350"/>
            <a:ext cx="2743200" cy="365125"/>
          </a:xfrm>
        </p:spPr>
        <p:txBody>
          <a:bodyPr wrap="square">
            <a:normAutofit/>
          </a:bodyPr>
          <a:lstStyle/>
          <a:p>
            <a:fld id="{BE5F26B5-172A-4DC2-B0B7-181CFC56B87C}" type="slidenum">
              <a:rPr lang="zh-CN" altLang="en-US" smtClean="0"/>
            </a:fld>
            <a:endParaRPr lang="zh-CN" altLang="en-US"/>
          </a:p>
        </p:txBody>
      </p:sp>
      <p:sp>
        <p:nvSpPr>
          <p:cNvPr id="24" name="署名占位符 10"/>
          <p:cNvSpPr>
            <a:spLocks noGrp="1"/>
          </p:cNvSpPr>
          <p:nvPr>
            <p:ph type="body" sz="quarter" idx="17" hasCustomPrompt="1"/>
            <p:custDataLst>
              <p:tags r:id="rId21"/>
            </p:custDataLst>
          </p:nvPr>
        </p:nvSpPr>
        <p:spPr>
          <a:xfrm>
            <a:off x="5216822" y="4117600"/>
            <a:ext cx="6136377" cy="1181600"/>
          </a:xfrm>
        </p:spPr>
        <p:txBody>
          <a:bodyPr wrap="square" anchor="t">
            <a:normAutofit/>
          </a:bodyPr>
          <a:lstStyle>
            <a:lvl1pPr marL="0" indent="0" algn="r">
              <a:lnSpc>
                <a:spcPct val="100000"/>
              </a:lnSpc>
              <a:buNone/>
              <a:defRPr sz="2200"/>
            </a:lvl1pPr>
          </a:lstStyle>
          <a:p>
            <a:pPr lvl="0"/>
            <a:r>
              <a:rPr lang="zh-CN" altLang="en-US" dirty="0"/>
              <a:t>署名</a:t>
            </a:r>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95960" y="360000"/>
            <a:ext cx="10800000" cy="720000"/>
          </a:xfrm>
        </p:spPr>
        <p:txBody>
          <a:bodyPr wrap="square">
            <a:normAutofit/>
          </a:body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a:xfrm>
            <a:off x="695960" y="6356350"/>
            <a:ext cx="2743200" cy="365125"/>
          </a:xfrm>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custDataLst>
              <p:tags r:id="rId5"/>
            </p:custDataLst>
          </p:nvPr>
        </p:nvSpPr>
        <p:spPr>
          <a:xfrm>
            <a:off x="8753983" y="6356350"/>
            <a:ext cx="2743200" cy="365125"/>
          </a:xfrm>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95960" y="360000"/>
            <a:ext cx="10800000" cy="720000"/>
          </a:xfrm>
        </p:spPr>
        <p:txBody>
          <a:bodyPr wrap="square">
            <a:normAutofit/>
          </a:body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a:xfrm>
            <a:off x="695960" y="6356350"/>
            <a:ext cx="2743200" cy="365125"/>
          </a:xfrm>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custDataLst>
              <p:tags r:id="rId5"/>
            </p:custDataLst>
          </p:nvPr>
        </p:nvSpPr>
        <p:spPr>
          <a:xfrm>
            <a:off x="8753983" y="6356350"/>
            <a:ext cx="2743200" cy="365125"/>
          </a:xfrm>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slideLayout" Target="../slideLayouts/slideLayout21.xml"/><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0" Type="http://schemas.openxmlformats.org/officeDocument/2006/relationships/theme" Target="../theme/theme3.xml"/><Relationship Id="rId2" Type="http://schemas.openxmlformats.org/officeDocument/2006/relationships/slideLayout" Target="../slideLayouts/slideLayout15.xml"/><Relationship Id="rId19" Type="http://schemas.openxmlformats.org/officeDocument/2006/relationships/tags" Target="../tags/tag114.xml"/><Relationship Id="rId18" Type="http://schemas.openxmlformats.org/officeDocument/2006/relationships/tags" Target="../tags/tag113.xml"/><Relationship Id="rId17" Type="http://schemas.openxmlformats.org/officeDocument/2006/relationships/tags" Target="../tags/tag112.xml"/><Relationship Id="rId16" Type="http://schemas.openxmlformats.org/officeDocument/2006/relationships/tags" Target="../tags/tag111.xml"/><Relationship Id="rId15" Type="http://schemas.openxmlformats.org/officeDocument/2006/relationships/tags" Target="../tags/tag110.xml"/><Relationship Id="rId14" Type="http://schemas.openxmlformats.org/officeDocument/2006/relationships/tags" Target="../tags/tag109.xml"/><Relationship Id="rId13" Type="http://schemas.openxmlformats.org/officeDocument/2006/relationships/tags" Target="../tags/tag108.xml"/><Relationship Id="rId12" Type="http://schemas.openxmlformats.org/officeDocument/2006/relationships/tags" Target="../tags/tag107.xml"/><Relationship Id="rId11" Type="http://schemas.openxmlformats.org/officeDocument/2006/relationships/slideLayout" Target="../slideLayouts/slideLayout24.xml"/><Relationship Id="rId10" Type="http://schemas.openxmlformats.org/officeDocument/2006/relationships/slideLayout" Target="../slideLayouts/slideLayout23.xml"/><Relationship Id="rId1" Type="http://schemas.openxmlformats.org/officeDocument/2006/relationships/slideLayout" Target="../slideLayouts/slideLayout14.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26.xml"/><Relationship Id="rId1" Type="http://schemas.openxmlformats.org/officeDocument/2006/relationships/slideLayout" Target="../slideLayouts/slideLayout25.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28.xml"/><Relationship Id="rId1"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 id="2147483662"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10" name="circle_#color-2253&amp;1995"/>
          <p:cNvSpPr/>
          <p:nvPr userDrawn="1">
            <p:custDataLst>
              <p:tags r:id="rId12"/>
            </p:custDataLst>
          </p:nvPr>
        </p:nvSpPr>
        <p:spPr>
          <a:xfrm>
            <a:off x="0" y="0"/>
            <a:ext cx="1351998" cy="723846"/>
          </a:xfrm>
          <a:custGeom>
            <a:avLst/>
            <a:gdLst/>
            <a:ahLst/>
            <a:cxnLst/>
            <a:rect l="l" t="t" r="r" b="b"/>
            <a:pathLst>
              <a:path w="1351998" h="723846">
                <a:moveTo>
                  <a:pt x="1352004" y="0"/>
                </a:moveTo>
                <a:lnTo>
                  <a:pt x="0" y="0"/>
                </a:lnTo>
                <a:lnTo>
                  <a:pt x="0" y="665932"/>
                </a:lnTo>
                <a:cubicBezTo>
                  <a:pt x="112118" y="703563"/>
                  <a:pt x="232852" y="723845"/>
                  <a:pt x="358658" y="723845"/>
                </a:cubicBezTo>
                <a:cubicBezTo>
                  <a:pt x="839042" y="723845"/>
                  <a:pt x="1224599" y="428121"/>
                  <a:pt x="1352004" y="0"/>
                </a:cubicBezTo>
              </a:path>
            </a:pathLst>
          </a:custGeom>
          <a:solidFill>
            <a:schemeClr val="tx2">
              <a:alpha val="20000"/>
            </a:schemeClr>
          </a:solidFill>
        </p:spPr>
      </p:sp>
      <p:sp>
        <p:nvSpPr>
          <p:cNvPr id="11" name="Ellipse 19_#color-2253&amp;1998"/>
          <p:cNvSpPr/>
          <p:nvPr userDrawn="1">
            <p:custDataLst>
              <p:tags r:id="rId13"/>
            </p:custDataLst>
          </p:nvPr>
        </p:nvSpPr>
        <p:spPr>
          <a:xfrm>
            <a:off x="9658747" y="5321300"/>
            <a:ext cx="2533255" cy="1536700"/>
          </a:xfrm>
          <a:custGeom>
            <a:avLst/>
            <a:gdLst/>
            <a:ahLst/>
            <a:cxnLst/>
            <a:rect l="l" t="t" r="r" b="b"/>
            <a:pathLst>
              <a:path w="2533255" h="1536700">
                <a:moveTo>
                  <a:pt x="2533256" y="11605"/>
                </a:moveTo>
                <a:lnTo>
                  <a:pt x="2533256" y="1536700"/>
                </a:lnTo>
                <a:lnTo>
                  <a:pt x="0" y="1536700"/>
                </a:lnTo>
                <a:cubicBezTo>
                  <a:pt x="370125" y="635006"/>
                  <a:pt x="1256883" y="0"/>
                  <a:pt x="2291956" y="0"/>
                </a:cubicBezTo>
                <a:cubicBezTo>
                  <a:pt x="2373363" y="0"/>
                  <a:pt x="2453856" y="3928"/>
                  <a:pt x="2533256" y="11605"/>
                </a:cubicBezTo>
              </a:path>
            </a:pathLst>
          </a:custGeom>
          <a:solidFill>
            <a:schemeClr val="tx2">
              <a:alpha val="20000"/>
            </a:schemeClr>
          </a:solidFill>
        </p:spPr>
      </p:sp>
      <p:sp>
        <p:nvSpPr>
          <p:cNvPr id="2" name="标题占位符 1"/>
          <p:cNvSpPr>
            <a:spLocks noGrp="1"/>
          </p:cNvSpPr>
          <p:nvPr>
            <p:ph type="title"/>
            <p:custDataLst>
              <p:tags r:id="rId14"/>
            </p:custDataLst>
          </p:nvPr>
        </p:nvSpPr>
        <p:spPr>
          <a:xfrm>
            <a:off x="695960" y="360000"/>
            <a:ext cx="10800000" cy="720000"/>
          </a:xfrm>
          <a:prstGeom prst="rect">
            <a:avLst/>
          </a:prstGeom>
        </p:spPr>
        <p:txBody>
          <a:bodyPr vert="horz" wrap="square" lIns="0" tIns="0" rIns="0" bIns="0" rtlCol="0" anchor="b">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5"/>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2"/>
            <p:custDataLst>
              <p:tags r:id="rId16"/>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17"/>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fld>
            <a:endParaRPr lang="zh-CN" altLang="en-US"/>
          </a:p>
        </p:txBody>
      </p:sp>
      <p:sp>
        <p:nvSpPr>
          <p:cNvPr id="8" name="KSO_TEMPLATE" hidden="1"/>
          <p:cNvSpPr/>
          <p:nvPr userDrawn="1">
            <p:custDataLst>
              <p:tags r:id="rId19"/>
            </p:custDataLst>
          </p:nvPr>
        </p:nvSpPr>
        <p:spPr>
          <a:xfrm>
            <a:off x="0" y="0"/>
            <a:ext cx="0" cy="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p>
            <a:pPr algn="ctr" defTabSz="914400">
              <a:spcBef>
                <a:spcPct val="0"/>
              </a:spcBef>
              <a:spcAft>
                <a:spcPct val="0"/>
              </a:spcAft>
            </a:pPr>
            <a:endParaRPr lang="zh-CN" altLang="en-US" sz="1800" kern="1200">
              <a:sym typeface="+mn-ea"/>
            </a:endParaRPr>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xStyles>
    <p:titleStyle>
      <a:lvl1pPr algn="l" defTabSz="914400" rtl="0" eaLnBrk="1" latinLnBrk="0" hangingPunct="1">
        <a:lnSpc>
          <a:spcPct val="10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6" r:id="rId1"/>
    <p:sldLayoutId id="2147483677"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9" r:id="rId1"/>
    <p:sldLayoutId id="2147483680"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2.xml"/><Relationship Id="rId2" Type="http://schemas.openxmlformats.org/officeDocument/2006/relationships/image" Target="NULL" TargetMode="Externa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9" Type="http://schemas.openxmlformats.org/officeDocument/2006/relationships/tags" Target="../tags/tag123.xml"/><Relationship Id="rId8" Type="http://schemas.openxmlformats.org/officeDocument/2006/relationships/image" Target="../media/image12.svg"/><Relationship Id="rId7" Type="http://schemas.openxmlformats.org/officeDocument/2006/relationships/image" Target="../media/image11.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 Id="rId3" Type="http://schemas.openxmlformats.org/officeDocument/2006/relationships/image" Target="../media/image7.png"/><Relationship Id="rId2" Type="http://schemas.openxmlformats.org/officeDocument/2006/relationships/image" Target="../media/image6.svg"/><Relationship Id="rId12" Type="http://schemas.openxmlformats.org/officeDocument/2006/relationships/notesSlide" Target="../notesSlides/notesSlide4.xml"/><Relationship Id="rId11" Type="http://schemas.openxmlformats.org/officeDocument/2006/relationships/slideLayout" Target="../slideLayouts/slideLayout12.xml"/><Relationship Id="rId10" Type="http://schemas.openxmlformats.org/officeDocument/2006/relationships/image" Target="../media/image13.jpeg"/><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9" Type="http://schemas.openxmlformats.org/officeDocument/2006/relationships/image" Target="../media/image22.png"/><Relationship Id="rId8" Type="http://schemas.openxmlformats.org/officeDocument/2006/relationships/image" Target="../media/image21.svg"/><Relationship Id="rId7" Type="http://schemas.openxmlformats.org/officeDocument/2006/relationships/image" Target="../media/image20.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 Id="rId3" Type="http://schemas.openxmlformats.org/officeDocument/2006/relationships/image" Target="../media/image16.png"/><Relationship Id="rId2" Type="http://schemas.openxmlformats.org/officeDocument/2006/relationships/image" Target="../media/image15.svg"/><Relationship Id="rId14" Type="http://schemas.openxmlformats.org/officeDocument/2006/relationships/notesSlide" Target="../notesSlides/notesSlide5.xml"/><Relationship Id="rId13" Type="http://schemas.openxmlformats.org/officeDocument/2006/relationships/slideLayout" Target="../slideLayouts/slideLayout12.xml"/><Relationship Id="rId12" Type="http://schemas.openxmlformats.org/officeDocument/2006/relationships/image" Target="../media/image25.svg"/><Relationship Id="rId11" Type="http://schemas.openxmlformats.org/officeDocument/2006/relationships/image" Target="../media/image24.png"/><Relationship Id="rId10" Type="http://schemas.openxmlformats.org/officeDocument/2006/relationships/image" Target="../media/image23.svg"/><Relationship Id="rId1" Type="http://schemas.openxmlformats.org/officeDocument/2006/relationships/image" Target="../media/image14.png"/></Relationships>
</file>

<file path=ppt/slides/_rels/slide6.xml.rels><?xml version="1.0" encoding="UTF-8" standalone="yes"?>
<Relationships xmlns="http://schemas.openxmlformats.org/package/2006/relationships"><Relationship Id="rId9" Type="http://schemas.openxmlformats.org/officeDocument/2006/relationships/image" Target="../media/image34.png"/><Relationship Id="rId8" Type="http://schemas.openxmlformats.org/officeDocument/2006/relationships/image" Target="../media/image33.svg"/><Relationship Id="rId7" Type="http://schemas.openxmlformats.org/officeDocument/2006/relationships/image" Target="../media/image32.png"/><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29.svg"/><Relationship Id="rId3" Type="http://schemas.openxmlformats.org/officeDocument/2006/relationships/image" Target="../media/image28.png"/><Relationship Id="rId2" Type="http://schemas.openxmlformats.org/officeDocument/2006/relationships/image" Target="../media/image27.svg"/><Relationship Id="rId16" Type="http://schemas.openxmlformats.org/officeDocument/2006/relationships/notesSlide" Target="../notesSlides/notesSlide6.xml"/><Relationship Id="rId15" Type="http://schemas.openxmlformats.org/officeDocument/2006/relationships/slideLayout" Target="../slideLayouts/slideLayout12.xml"/><Relationship Id="rId14" Type="http://schemas.openxmlformats.org/officeDocument/2006/relationships/image" Target="../media/image39.svg"/><Relationship Id="rId13" Type="http://schemas.openxmlformats.org/officeDocument/2006/relationships/image" Target="../media/image38.png"/><Relationship Id="rId12" Type="http://schemas.openxmlformats.org/officeDocument/2006/relationships/image" Target="../media/image37.svg"/><Relationship Id="rId11" Type="http://schemas.openxmlformats.org/officeDocument/2006/relationships/image" Target="../media/image36.png"/><Relationship Id="rId10" Type="http://schemas.openxmlformats.org/officeDocument/2006/relationships/image" Target="../media/image35.svg"/><Relationship Id="rId1" Type="http://schemas.openxmlformats.org/officeDocument/2006/relationships/image" Target="../media/image26.png"/></Relationships>
</file>

<file path=ppt/slides/_rels/slide7.xml.rels><?xml version="1.0" encoding="UTF-8" standalone="yes"?>
<Relationships xmlns="http://schemas.openxmlformats.org/package/2006/relationships"><Relationship Id="rId9" Type="http://schemas.openxmlformats.org/officeDocument/2006/relationships/image" Target="../media/image42.png"/><Relationship Id="rId8" Type="http://schemas.openxmlformats.org/officeDocument/2006/relationships/tags" Target="../tags/tag129.xml"/><Relationship Id="rId7" Type="http://schemas.openxmlformats.org/officeDocument/2006/relationships/tags" Target="../tags/tag128.xml"/><Relationship Id="rId6" Type="http://schemas.openxmlformats.org/officeDocument/2006/relationships/tags" Target="../tags/tag127.xml"/><Relationship Id="rId5" Type="http://schemas.openxmlformats.org/officeDocument/2006/relationships/tags" Target="../tags/tag126.xml"/><Relationship Id="rId4" Type="http://schemas.openxmlformats.org/officeDocument/2006/relationships/tags" Target="../tags/tag125.xml"/><Relationship Id="rId3" Type="http://schemas.openxmlformats.org/officeDocument/2006/relationships/tags" Target="../tags/tag124.xml"/><Relationship Id="rId26" Type="http://schemas.openxmlformats.org/officeDocument/2006/relationships/notesSlide" Target="../notesSlides/notesSlide7.xml"/><Relationship Id="rId25" Type="http://schemas.openxmlformats.org/officeDocument/2006/relationships/slideLayout" Target="../slideLayouts/slideLayout20.xml"/><Relationship Id="rId24" Type="http://schemas.openxmlformats.org/officeDocument/2006/relationships/tags" Target="../tags/tag138.xml"/><Relationship Id="rId23" Type="http://schemas.openxmlformats.org/officeDocument/2006/relationships/image" Target="../media/image48.png"/><Relationship Id="rId22" Type="http://schemas.openxmlformats.org/officeDocument/2006/relationships/image" Target="../media/image47.png"/><Relationship Id="rId21" Type="http://schemas.openxmlformats.org/officeDocument/2006/relationships/image" Target="../media/image46.svg"/><Relationship Id="rId20" Type="http://schemas.openxmlformats.org/officeDocument/2006/relationships/image" Target="../media/image45.png"/><Relationship Id="rId2" Type="http://schemas.openxmlformats.org/officeDocument/2006/relationships/image" Target="../media/image41.svg"/><Relationship Id="rId19" Type="http://schemas.openxmlformats.org/officeDocument/2006/relationships/image" Target="../media/image44.png"/><Relationship Id="rId18" Type="http://schemas.openxmlformats.org/officeDocument/2006/relationships/tags" Target="../tags/tag137.xml"/><Relationship Id="rId17" Type="http://schemas.openxmlformats.org/officeDocument/2006/relationships/tags" Target="../tags/tag136.xml"/><Relationship Id="rId16" Type="http://schemas.openxmlformats.org/officeDocument/2006/relationships/tags" Target="../tags/tag135.xml"/><Relationship Id="rId15" Type="http://schemas.openxmlformats.org/officeDocument/2006/relationships/tags" Target="../tags/tag134.xml"/><Relationship Id="rId14" Type="http://schemas.openxmlformats.org/officeDocument/2006/relationships/tags" Target="../tags/tag133.xml"/><Relationship Id="rId13" Type="http://schemas.openxmlformats.org/officeDocument/2006/relationships/tags" Target="../tags/tag132.xml"/><Relationship Id="rId12" Type="http://schemas.openxmlformats.org/officeDocument/2006/relationships/tags" Target="../tags/tag131.xml"/><Relationship Id="rId11" Type="http://schemas.openxmlformats.org/officeDocument/2006/relationships/tags" Target="../tags/tag130.xml"/><Relationship Id="rId10" Type="http://schemas.openxmlformats.org/officeDocument/2006/relationships/image" Target="../media/image43.svg"/><Relationship Id="rId1" Type="http://schemas.openxmlformats.org/officeDocument/2006/relationships/image" Target="../media/image40.png"/></Relationships>
</file>

<file path=ppt/slides/_rels/slide8.xml.rels><?xml version="1.0" encoding="UTF-8" standalone="yes"?>
<Relationships xmlns="http://schemas.openxmlformats.org/package/2006/relationships"><Relationship Id="rId9" Type="http://schemas.openxmlformats.org/officeDocument/2006/relationships/tags" Target="../tags/tag147.xml"/><Relationship Id="rId8" Type="http://schemas.openxmlformats.org/officeDocument/2006/relationships/tags" Target="../tags/tag146.xml"/><Relationship Id="rId7" Type="http://schemas.openxmlformats.org/officeDocument/2006/relationships/tags" Target="../tags/tag145.xml"/><Relationship Id="rId6" Type="http://schemas.openxmlformats.org/officeDocument/2006/relationships/tags" Target="../tags/tag144.xml"/><Relationship Id="rId5" Type="http://schemas.openxmlformats.org/officeDocument/2006/relationships/tags" Target="../tags/tag143.xml"/><Relationship Id="rId4" Type="http://schemas.openxmlformats.org/officeDocument/2006/relationships/tags" Target="../tags/tag142.xml"/><Relationship Id="rId3" Type="http://schemas.openxmlformats.org/officeDocument/2006/relationships/tags" Target="../tags/tag141.xml"/><Relationship Id="rId26" Type="http://schemas.openxmlformats.org/officeDocument/2006/relationships/notesSlide" Target="../notesSlides/notesSlide8.xml"/><Relationship Id="rId25" Type="http://schemas.openxmlformats.org/officeDocument/2006/relationships/slideLayout" Target="../slideLayouts/slideLayout20.xml"/><Relationship Id="rId24" Type="http://schemas.openxmlformats.org/officeDocument/2006/relationships/tags" Target="../tags/tag153.xml"/><Relationship Id="rId23" Type="http://schemas.openxmlformats.org/officeDocument/2006/relationships/image" Target="../media/image57.png"/><Relationship Id="rId22" Type="http://schemas.openxmlformats.org/officeDocument/2006/relationships/image" Target="../media/image56.png"/><Relationship Id="rId21" Type="http://schemas.openxmlformats.org/officeDocument/2006/relationships/image" Target="../media/image55.png"/><Relationship Id="rId20" Type="http://schemas.openxmlformats.org/officeDocument/2006/relationships/image" Target="../media/image54.svg"/><Relationship Id="rId2" Type="http://schemas.openxmlformats.org/officeDocument/2006/relationships/tags" Target="../tags/tag140.xml"/><Relationship Id="rId19" Type="http://schemas.openxmlformats.org/officeDocument/2006/relationships/image" Target="../media/image53.png"/><Relationship Id="rId18" Type="http://schemas.openxmlformats.org/officeDocument/2006/relationships/image" Target="../media/image52.svg"/><Relationship Id="rId17" Type="http://schemas.openxmlformats.org/officeDocument/2006/relationships/image" Target="../media/image51.png"/><Relationship Id="rId16" Type="http://schemas.openxmlformats.org/officeDocument/2006/relationships/image" Target="../media/image50.svg"/><Relationship Id="rId15" Type="http://schemas.openxmlformats.org/officeDocument/2006/relationships/image" Target="../media/image49.png"/><Relationship Id="rId14" Type="http://schemas.openxmlformats.org/officeDocument/2006/relationships/tags" Target="../tags/tag152.xml"/><Relationship Id="rId13" Type="http://schemas.openxmlformats.org/officeDocument/2006/relationships/tags" Target="../tags/tag151.xml"/><Relationship Id="rId12" Type="http://schemas.openxmlformats.org/officeDocument/2006/relationships/tags" Target="../tags/tag150.xml"/><Relationship Id="rId11" Type="http://schemas.openxmlformats.org/officeDocument/2006/relationships/tags" Target="../tags/tag149.xml"/><Relationship Id="rId10" Type="http://schemas.openxmlformats.org/officeDocument/2006/relationships/tags" Target="../tags/tag148.xml"/><Relationship Id="rId1" Type="http://schemas.openxmlformats.org/officeDocument/2006/relationships/tags" Target="../tags/tag13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12.xml"/><Relationship Id="rId4" Type="http://schemas.openxmlformats.org/officeDocument/2006/relationships/image" Target="../media/image61.png"/><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image" Target="../media/image58.png"/></Relationships>
</file>

<file path=ppt/slides/_rels/slide11.xml.rels><?xml version="1.0" encoding="UTF-8" standalone="yes"?>
<Relationships xmlns="http://schemas.openxmlformats.org/package/2006/relationships"><Relationship Id="rId9" Type="http://schemas.openxmlformats.org/officeDocument/2006/relationships/tags" Target="../tags/tag159.xml"/><Relationship Id="rId8" Type="http://schemas.openxmlformats.org/officeDocument/2006/relationships/image" Target="../media/image64.png"/><Relationship Id="rId7" Type="http://schemas.openxmlformats.org/officeDocument/2006/relationships/tags" Target="../tags/tag158.xml"/><Relationship Id="rId6" Type="http://schemas.openxmlformats.org/officeDocument/2006/relationships/image" Target="../media/image63.png"/><Relationship Id="rId5" Type="http://schemas.openxmlformats.org/officeDocument/2006/relationships/tags" Target="../tags/tag157.xml"/><Relationship Id="rId4" Type="http://schemas.openxmlformats.org/officeDocument/2006/relationships/tags" Target="../tags/tag156.xml"/><Relationship Id="rId3" Type="http://schemas.openxmlformats.org/officeDocument/2006/relationships/image" Target="../media/image62.png"/><Relationship Id="rId2" Type="http://schemas.openxmlformats.org/officeDocument/2006/relationships/tags" Target="../tags/tag155.xml"/><Relationship Id="rId12" Type="http://schemas.openxmlformats.org/officeDocument/2006/relationships/notesSlide" Target="../notesSlides/notesSlide11.xml"/><Relationship Id="rId11" Type="http://schemas.openxmlformats.org/officeDocument/2006/relationships/slideLayout" Target="../slideLayouts/slideLayout12.xml"/><Relationship Id="rId10" Type="http://schemas.openxmlformats.org/officeDocument/2006/relationships/tags" Target="../tags/tag160.xml"/><Relationship Id="rId1" Type="http://schemas.openxmlformats.org/officeDocument/2006/relationships/tags" Target="../tags/tag154.xml"/></Relationships>
</file>

<file path=ppt/slides/_rels/slide12.xml.rels><?xml version="1.0" encoding="UTF-8" standalone="yes"?>
<Relationships xmlns="http://schemas.openxmlformats.org/package/2006/relationships"><Relationship Id="rId9" Type="http://schemas.openxmlformats.org/officeDocument/2006/relationships/image" Target="../media/image73.png"/><Relationship Id="rId8" Type="http://schemas.openxmlformats.org/officeDocument/2006/relationships/image" Target="../media/image72.svg"/><Relationship Id="rId7" Type="http://schemas.openxmlformats.org/officeDocument/2006/relationships/image" Target="../media/image71.png"/><Relationship Id="rId6" Type="http://schemas.openxmlformats.org/officeDocument/2006/relationships/image" Target="../media/image70.svg"/><Relationship Id="rId5" Type="http://schemas.openxmlformats.org/officeDocument/2006/relationships/image" Target="../media/image69.png"/><Relationship Id="rId4" Type="http://schemas.openxmlformats.org/officeDocument/2006/relationships/image" Target="../media/image68.svg"/><Relationship Id="rId3" Type="http://schemas.openxmlformats.org/officeDocument/2006/relationships/image" Target="../media/image67.png"/><Relationship Id="rId2" Type="http://schemas.openxmlformats.org/officeDocument/2006/relationships/image" Target="../media/image66.svg"/><Relationship Id="rId14" Type="http://schemas.openxmlformats.org/officeDocument/2006/relationships/notesSlide" Target="../notesSlides/notesSlide12.xml"/><Relationship Id="rId13" Type="http://schemas.openxmlformats.org/officeDocument/2006/relationships/slideLayout" Target="../slideLayouts/slideLayout12.xml"/><Relationship Id="rId12" Type="http://schemas.openxmlformats.org/officeDocument/2006/relationships/image" Target="../media/image31.svg"/><Relationship Id="rId11" Type="http://schemas.openxmlformats.org/officeDocument/2006/relationships/image" Target="../media/image30.png"/><Relationship Id="rId10" Type="http://schemas.openxmlformats.org/officeDocument/2006/relationships/image" Target="../media/image74.svg"/><Relationship Id="rId1" Type="http://schemas.openxmlformats.org/officeDocument/2006/relationships/image" Target="../media/image65.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7.xml"/></Relationships>
</file>

<file path=ppt/slides/_rels/slide14.xml.rels><?xml version="1.0" encoding="UTF-8" standalone="yes"?>
<Relationships xmlns="http://schemas.openxmlformats.org/package/2006/relationships"><Relationship Id="rId9" Type="http://schemas.openxmlformats.org/officeDocument/2006/relationships/tags" Target="../tags/tag167.xml"/><Relationship Id="rId8" Type="http://schemas.openxmlformats.org/officeDocument/2006/relationships/tags" Target="../tags/tag166.xml"/><Relationship Id="rId7" Type="http://schemas.openxmlformats.org/officeDocument/2006/relationships/tags" Target="../tags/tag165.xml"/><Relationship Id="rId6" Type="http://schemas.openxmlformats.org/officeDocument/2006/relationships/tags" Target="../tags/tag164.xml"/><Relationship Id="rId5" Type="http://schemas.openxmlformats.org/officeDocument/2006/relationships/tags" Target="../tags/tag163.xml"/><Relationship Id="rId4" Type="http://schemas.openxmlformats.org/officeDocument/2006/relationships/image" Target="../media/image76.svg"/><Relationship Id="rId3" Type="http://schemas.openxmlformats.org/officeDocument/2006/relationships/image" Target="../media/image75.png"/><Relationship Id="rId26" Type="http://schemas.openxmlformats.org/officeDocument/2006/relationships/notesSlide" Target="../notesSlides/notesSlide14.xml"/><Relationship Id="rId25" Type="http://schemas.openxmlformats.org/officeDocument/2006/relationships/slideLayout" Target="../slideLayouts/slideLayout12.xml"/><Relationship Id="rId24" Type="http://schemas.openxmlformats.org/officeDocument/2006/relationships/tags" Target="../tags/tag178.xml"/><Relationship Id="rId23" Type="http://schemas.openxmlformats.org/officeDocument/2006/relationships/tags" Target="../tags/tag177.xml"/><Relationship Id="rId22" Type="http://schemas.openxmlformats.org/officeDocument/2006/relationships/tags" Target="../tags/tag176.xml"/><Relationship Id="rId21" Type="http://schemas.openxmlformats.org/officeDocument/2006/relationships/tags" Target="../tags/tag175.xml"/><Relationship Id="rId20" Type="http://schemas.openxmlformats.org/officeDocument/2006/relationships/image" Target="../media/image27.svg"/><Relationship Id="rId2" Type="http://schemas.openxmlformats.org/officeDocument/2006/relationships/tags" Target="../tags/tag162.xml"/><Relationship Id="rId19" Type="http://schemas.openxmlformats.org/officeDocument/2006/relationships/image" Target="../media/image26.png"/><Relationship Id="rId18" Type="http://schemas.openxmlformats.org/officeDocument/2006/relationships/tags" Target="../tags/tag174.xml"/><Relationship Id="rId17" Type="http://schemas.openxmlformats.org/officeDocument/2006/relationships/tags" Target="../tags/tag173.xml"/><Relationship Id="rId16" Type="http://schemas.openxmlformats.org/officeDocument/2006/relationships/tags" Target="../tags/tag172.xml"/><Relationship Id="rId15" Type="http://schemas.openxmlformats.org/officeDocument/2006/relationships/tags" Target="../tags/tag171.xml"/><Relationship Id="rId14" Type="http://schemas.openxmlformats.org/officeDocument/2006/relationships/tags" Target="../tags/tag170.xml"/><Relationship Id="rId13" Type="http://schemas.openxmlformats.org/officeDocument/2006/relationships/tags" Target="../tags/tag169.xml"/><Relationship Id="rId12" Type="http://schemas.openxmlformats.org/officeDocument/2006/relationships/image" Target="../media/image78.svg"/><Relationship Id="rId11" Type="http://schemas.openxmlformats.org/officeDocument/2006/relationships/image" Target="../media/image77.png"/><Relationship Id="rId10" Type="http://schemas.openxmlformats.org/officeDocument/2006/relationships/tags" Target="../tags/tag168.xml"/><Relationship Id="rId1" Type="http://schemas.openxmlformats.org/officeDocument/2006/relationships/tags" Target="../tags/tag161.xml"/></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12.xml"/><Relationship Id="rId4" Type="http://schemas.openxmlformats.org/officeDocument/2006/relationships/image" Target="../media/image82.svg"/><Relationship Id="rId3" Type="http://schemas.openxmlformats.org/officeDocument/2006/relationships/image" Target="../media/image81.png"/><Relationship Id="rId2" Type="http://schemas.openxmlformats.org/officeDocument/2006/relationships/image" Target="../media/image80.svg"/><Relationship Id="rId1" Type="http://schemas.openxmlformats.org/officeDocument/2006/relationships/image" Target="../media/image79.png"/></Relationships>
</file>

<file path=ppt/slides/_rels/slide16.xml.rels><?xml version="1.0" encoding="UTF-8" standalone="yes"?>
<Relationships xmlns="http://schemas.openxmlformats.org/package/2006/relationships"><Relationship Id="rId8" Type="http://schemas.openxmlformats.org/officeDocument/2006/relationships/notesSlide" Target="../notesSlides/notesSlide16.xml"/><Relationship Id="rId7" Type="http://schemas.openxmlformats.org/officeDocument/2006/relationships/slideLayout" Target="../slideLayouts/slideLayout12.xml"/><Relationship Id="rId6" Type="http://schemas.openxmlformats.org/officeDocument/2006/relationships/image" Target="../media/image88.svg"/><Relationship Id="rId5" Type="http://schemas.openxmlformats.org/officeDocument/2006/relationships/image" Target="../media/image87.png"/><Relationship Id="rId4" Type="http://schemas.openxmlformats.org/officeDocument/2006/relationships/image" Target="../media/image86.svg"/><Relationship Id="rId3" Type="http://schemas.openxmlformats.org/officeDocument/2006/relationships/image" Target="../media/image85.png"/><Relationship Id="rId2" Type="http://schemas.openxmlformats.org/officeDocument/2006/relationships/image" Target="../media/image84.svg"/><Relationship Id="rId1" Type="http://schemas.openxmlformats.org/officeDocument/2006/relationships/image" Target="../media/image83.png"/></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12.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NULL" TargetMode="Externa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EF5EB">
            <a:alpha val="100000"/>
          </a:srgbClr>
        </a:solidFill>
        <a:effectLst/>
      </p:bgPr>
    </p:bg>
    <p:spTree>
      <p:nvGrpSpPr>
        <p:cNvPr id="1" name=""/>
        <p:cNvGrpSpPr/>
        <p:nvPr/>
      </p:nvGrpSpPr>
      <p:grpSpPr>
        <a:xfrm>
          <a:off x="0" y="0"/>
          <a:ext cx="0" cy="0"/>
          <a:chOff x="0" y="0"/>
          <a:chExt cx="0" cy="0"/>
        </a:xfrm>
      </p:grpSpPr>
      <p:sp>
        <p:nvSpPr>
          <p:cNvPr id="2" name="Freeform 2"/>
          <p:cNvSpPr/>
          <p:nvPr/>
        </p:nvSpPr>
        <p:spPr>
          <a:xfrm>
            <a:off x="6985000" y="1905000"/>
            <a:ext cx="5207000" cy="4953000"/>
          </a:xfrm>
          <a:custGeom>
            <a:avLst/>
            <a:gdLst/>
            <a:ahLst/>
            <a:cxnLst/>
            <a:rect l="l" t="t" r="r" b="b"/>
            <a:pathLst>
              <a:path w="5207000" h="4953000">
                <a:moveTo>
                  <a:pt x="5207000" y="4953000"/>
                </a:moveTo>
                <a:cubicBezTo>
                  <a:pt x="5207000" y="4953000"/>
                  <a:pt x="1447800" y="4952949"/>
                  <a:pt x="356405" y="4952949"/>
                </a:cubicBezTo>
                <a:cubicBezTo>
                  <a:pt x="128275" y="4493870"/>
                  <a:pt x="0" y="3976421"/>
                  <a:pt x="0" y="3429000"/>
                </a:cubicBezTo>
                <a:cubicBezTo>
                  <a:pt x="0" y="1535214"/>
                  <a:pt x="1535214" y="0"/>
                  <a:pt x="3429000" y="0"/>
                </a:cubicBezTo>
                <a:cubicBezTo>
                  <a:pt x="4079862" y="0"/>
                  <a:pt x="4688611" y="180395"/>
                  <a:pt x="5207000" y="495300"/>
                </a:cubicBezTo>
                <a:cubicBezTo>
                  <a:pt x="5207000" y="2972410"/>
                  <a:pt x="5207000" y="4953000"/>
                  <a:pt x="5207000" y="4953000"/>
                </a:cubicBezTo>
              </a:path>
            </a:pathLst>
          </a:custGeom>
          <a:solidFill>
            <a:srgbClr val="F29D38">
              <a:alpha val="50000"/>
            </a:srgbClr>
          </a:solidFill>
          <a:ln w="25400" cap="flat" cmpd="sng">
            <a:noFill/>
            <a:prstDash val="solid"/>
            <a:round/>
          </a:ln>
        </p:spPr>
        <p:txBody>
          <a:bodyPr vert="horz" wrap="square" lIns="63500" tIns="63500" rIns="63500" bIns="63500" rtlCol="0" anchor="ctr"/>
          <a:lstStyle/>
          <a:p>
            <a:pPr algn="ctr">
              <a:defRPr/>
            </a:pPr>
          </a:p>
        </p:txBody>
      </p:sp>
      <p:sp>
        <p:nvSpPr>
          <p:cNvPr id="3" name="Freeform 3"/>
          <p:cNvSpPr/>
          <p:nvPr/>
        </p:nvSpPr>
        <p:spPr>
          <a:xfrm>
            <a:off x="6667500" y="0"/>
            <a:ext cx="77514" cy="642104"/>
          </a:xfrm>
          <a:custGeom>
            <a:avLst/>
            <a:gdLst/>
            <a:ahLst/>
            <a:cxnLst/>
            <a:rect l="l" t="t" r="r" b="b"/>
            <a:pathLst>
              <a:path w="77514" h="642104">
                <a:moveTo>
                  <a:pt x="15999" y="0"/>
                </a:moveTo>
                <a:cubicBezTo>
                  <a:pt x="16032" y="97005"/>
                  <a:pt x="15900" y="188537"/>
                  <a:pt x="15690" y="270452"/>
                </a:cubicBezTo>
                <a:cubicBezTo>
                  <a:pt x="15408" y="380818"/>
                  <a:pt x="14983" y="473730"/>
                  <a:pt x="14629" y="539050"/>
                </a:cubicBezTo>
                <a:cubicBezTo>
                  <a:pt x="14453" y="571711"/>
                  <a:pt x="14294" y="597473"/>
                  <a:pt x="14180" y="615071"/>
                </a:cubicBezTo>
                <a:cubicBezTo>
                  <a:pt x="14122" y="623870"/>
                  <a:pt x="14075" y="630629"/>
                  <a:pt x="14042" y="635187"/>
                </a:cubicBezTo>
                <a:lnTo>
                  <a:pt x="14006" y="640354"/>
                </a:lnTo>
                <a:lnTo>
                  <a:pt x="13995" y="641664"/>
                </a:lnTo>
                <a:lnTo>
                  <a:pt x="13994" y="641994"/>
                </a:lnTo>
                <a:lnTo>
                  <a:pt x="13993" y="642076"/>
                </a:lnTo>
                <a:lnTo>
                  <a:pt x="13993" y="642098"/>
                </a:lnTo>
                <a:cubicBezTo>
                  <a:pt x="13993" y="642102"/>
                  <a:pt x="13993" y="642104"/>
                  <a:pt x="6996" y="642052"/>
                </a:cubicBezTo>
                <a:cubicBezTo>
                  <a:pt x="0" y="642000"/>
                  <a:pt x="0" y="641998"/>
                  <a:pt x="0" y="641993"/>
                </a:cubicBezTo>
                <a:lnTo>
                  <a:pt x="0" y="641972"/>
                </a:lnTo>
                <a:lnTo>
                  <a:pt x="77514" y="641890"/>
                </a:lnTo>
                <a:lnTo>
                  <a:pt x="3" y="641561"/>
                </a:lnTo>
                <a:lnTo>
                  <a:pt x="11" y="640253"/>
                </a:lnTo>
                <a:lnTo>
                  <a:pt x="50" y="635088"/>
                </a:lnTo>
                <a:lnTo>
                  <a:pt x="105" y="626835"/>
                </a:lnTo>
                <a:lnTo>
                  <a:pt x="185" y="614980"/>
                </a:lnTo>
                <a:cubicBezTo>
                  <a:pt x="301" y="597386"/>
                  <a:pt x="460" y="571630"/>
                  <a:pt x="636" y="538975"/>
                </a:cubicBezTo>
                <a:cubicBezTo>
                  <a:pt x="991" y="473666"/>
                  <a:pt x="1415" y="380768"/>
                  <a:pt x="1698" y="270416"/>
                </a:cubicBezTo>
                <a:cubicBezTo>
                  <a:pt x="1908" y="188510"/>
                  <a:pt x="2040" y="96990"/>
                  <a:pt x="2007" y="0"/>
                </a:cubicBezTo>
                <a:lnTo>
                  <a:pt x="15999" y="0"/>
                </a:lnTo>
              </a:path>
            </a:pathLst>
          </a:custGeom>
          <a:solidFill>
            <a:srgbClr val="8C5009">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a:off x="6388100" y="1270000"/>
            <a:ext cx="567437" cy="567437"/>
          </a:xfrm>
          <a:custGeom>
            <a:avLst/>
            <a:gdLst/>
            <a:ahLst/>
            <a:cxnLst/>
            <a:rect l="l" t="t" r="r" b="b"/>
            <a:pathLst>
              <a:path w="567437" h="567437">
                <a:moveTo>
                  <a:pt x="286868" y="0"/>
                </a:moveTo>
                <a:cubicBezTo>
                  <a:pt x="445301" y="0"/>
                  <a:pt x="567437" y="128433"/>
                  <a:pt x="567437" y="286868"/>
                </a:cubicBezTo>
                <a:cubicBezTo>
                  <a:pt x="567437" y="445301"/>
                  <a:pt x="445301" y="567437"/>
                  <a:pt x="286868" y="567437"/>
                </a:cubicBezTo>
                <a:cubicBezTo>
                  <a:pt x="128433" y="567437"/>
                  <a:pt x="0" y="445301"/>
                  <a:pt x="0" y="286868"/>
                </a:cubicBezTo>
                <a:cubicBezTo>
                  <a:pt x="0" y="128433"/>
                  <a:pt x="128433" y="0"/>
                  <a:pt x="286868" y="0"/>
                </a:cubicBezTo>
              </a:path>
            </a:pathLst>
          </a:custGeom>
          <a:solidFill>
            <a:srgbClr val="F29D38">
              <a:alpha val="80000"/>
            </a:srgbClr>
          </a:soli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5918200" y="609600"/>
            <a:ext cx="1498003" cy="1008233"/>
          </a:xfrm>
          <a:custGeom>
            <a:avLst/>
            <a:gdLst/>
            <a:ahLst/>
            <a:cxnLst/>
            <a:rect l="l" t="t" r="r" b="b"/>
            <a:pathLst>
              <a:path w="1498003" h="1008233">
                <a:moveTo>
                  <a:pt x="752151" y="0"/>
                </a:moveTo>
                <a:cubicBezTo>
                  <a:pt x="1167557" y="0"/>
                  <a:pt x="1498003" y="336747"/>
                  <a:pt x="1498003" y="752151"/>
                </a:cubicBezTo>
                <a:cubicBezTo>
                  <a:pt x="1498003" y="842529"/>
                  <a:pt x="1484008" y="1008233"/>
                  <a:pt x="1484008" y="1008233"/>
                </a:cubicBezTo>
                <a:lnTo>
                  <a:pt x="20991" y="1008233"/>
                </a:lnTo>
                <a:cubicBezTo>
                  <a:pt x="20991" y="1008233"/>
                  <a:pt x="0" y="847616"/>
                  <a:pt x="0" y="752151"/>
                </a:cubicBezTo>
                <a:cubicBezTo>
                  <a:pt x="0" y="336747"/>
                  <a:pt x="336747" y="0"/>
                  <a:pt x="752151" y="0"/>
                </a:cubicBezTo>
              </a:path>
            </a:pathLst>
          </a:custGeom>
          <a:solidFill>
            <a:srgbClr val="F8C774">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Freeform 6"/>
          <p:cNvSpPr/>
          <p:nvPr/>
        </p:nvSpPr>
        <p:spPr>
          <a:xfrm>
            <a:off x="6451600" y="749300"/>
            <a:ext cx="959255" cy="867598"/>
          </a:xfrm>
          <a:custGeom>
            <a:avLst/>
            <a:gdLst/>
            <a:ahLst/>
            <a:cxnLst/>
            <a:rect l="l" t="t" r="r" b="b"/>
            <a:pathLst>
              <a:path w="959255" h="867598">
                <a:moveTo>
                  <a:pt x="647200" y="0"/>
                </a:moveTo>
                <a:cubicBezTo>
                  <a:pt x="647200" y="0"/>
                  <a:pt x="693148" y="32409"/>
                  <a:pt x="711073" y="48243"/>
                </a:cubicBezTo>
                <a:cubicBezTo>
                  <a:pt x="864100" y="188912"/>
                  <a:pt x="959255" y="387642"/>
                  <a:pt x="959255" y="612217"/>
                </a:cubicBezTo>
                <a:cubicBezTo>
                  <a:pt x="959255" y="702594"/>
                  <a:pt x="944562" y="867598"/>
                  <a:pt x="944562" y="867598"/>
                </a:cubicBezTo>
                <a:lnTo>
                  <a:pt x="0" y="867598"/>
                </a:lnTo>
                <a:cubicBezTo>
                  <a:pt x="0" y="867598"/>
                  <a:pt x="302001" y="841367"/>
                  <a:pt x="546447" y="524758"/>
                </a:cubicBezTo>
                <a:cubicBezTo>
                  <a:pt x="758154" y="265388"/>
                  <a:pt x="647200" y="0"/>
                  <a:pt x="647200" y="0"/>
                </a:cubicBezTo>
              </a:path>
            </a:pathLst>
          </a:custGeom>
          <a:solidFill>
            <a:srgbClr val="F2F2F2">
              <a:alpha val="21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rot="-2700000">
            <a:off x="5981700" y="4927600"/>
            <a:ext cx="1117600" cy="1295400"/>
          </a:xfrm>
          <a:prstGeom prst="roundRect">
            <a:avLst>
              <a:gd name="adj" fmla="val 0"/>
            </a:avLst>
          </a:prstGeom>
          <a:solidFill>
            <a:srgbClr val="91C8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rot="-2700000">
            <a:off x="6108700" y="5245100"/>
            <a:ext cx="228600" cy="1295400"/>
          </a:xfrm>
          <a:prstGeom prst="roundRect">
            <a:avLst>
              <a:gd name="adj" fmla="val 0"/>
            </a:avLst>
          </a:prstGeom>
          <a:solidFill>
            <a:srgbClr val="285460">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rot="-2700000">
            <a:off x="6159500" y="5168900"/>
            <a:ext cx="558800" cy="304800"/>
          </a:xfrm>
          <a:prstGeom prst="roundRect">
            <a:avLst>
              <a:gd name="adj" fmla="val 12500"/>
            </a:avLst>
          </a:prstGeom>
          <a:solidFill>
            <a:srgbClr val="FFFFFF">
              <a:alpha val="8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11081337" y="1644457"/>
            <a:ext cx="1016286" cy="820798"/>
          </a:xfrm>
          <a:custGeom>
            <a:avLst/>
            <a:gdLst/>
            <a:ahLst/>
            <a:cxnLst/>
            <a:rect l="l" t="t" r="r" b="b"/>
            <a:pathLst>
              <a:path w="1016286" h="820798">
                <a:moveTo>
                  <a:pt x="1011607" y="32815"/>
                </a:moveTo>
                <a:lnTo>
                  <a:pt x="812628" y="802851"/>
                </a:lnTo>
                <a:cubicBezTo>
                  <a:pt x="809733" y="814060"/>
                  <a:pt x="798298" y="820798"/>
                  <a:pt x="787089" y="817902"/>
                </a:cubicBezTo>
                <a:lnTo>
                  <a:pt x="21488" y="620070"/>
                </a:lnTo>
                <a:cubicBezTo>
                  <a:pt x="3435" y="615405"/>
                  <a:pt x="0" y="591259"/>
                  <a:pt x="16037" y="581745"/>
                </a:cubicBezTo>
                <a:lnTo>
                  <a:pt x="980616" y="9543"/>
                </a:lnTo>
                <a:cubicBezTo>
                  <a:pt x="996703" y="0"/>
                  <a:pt x="1016285" y="14707"/>
                  <a:pt x="1011607" y="32815"/>
                </a:cubicBezTo>
                <a:moveTo>
                  <a:pt x="767099" y="327125"/>
                </a:moveTo>
                <a:lnTo>
                  <a:pt x="691110" y="621203"/>
                </a:lnTo>
                <a:lnTo>
                  <a:pt x="397032" y="545212"/>
                </a:lnTo>
                <a:lnTo>
                  <a:pt x="767099" y="327125"/>
                </a:lnTo>
              </a:path>
            </a:pathLst>
          </a:custGeom>
          <a:solidFill>
            <a:srgbClr val="F05F42">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11176000" y="2044700"/>
            <a:ext cx="829469" cy="423367"/>
          </a:xfrm>
          <a:custGeom>
            <a:avLst/>
            <a:gdLst/>
            <a:ahLst/>
            <a:cxnLst/>
            <a:rect l="l" t="t" r="r" b="b"/>
            <a:pathLst>
              <a:path w="829469" h="423367">
                <a:moveTo>
                  <a:pt x="726652" y="401545"/>
                </a:moveTo>
                <a:lnTo>
                  <a:pt x="829469" y="0"/>
                </a:lnTo>
                <a:lnTo>
                  <a:pt x="647700" y="51991"/>
                </a:lnTo>
                <a:lnTo>
                  <a:pt x="603250" y="223441"/>
                </a:lnTo>
                <a:lnTo>
                  <a:pt x="314312" y="148386"/>
                </a:lnTo>
                <a:lnTo>
                  <a:pt x="0" y="238919"/>
                </a:lnTo>
                <a:lnTo>
                  <a:pt x="695654" y="419826"/>
                </a:lnTo>
                <a:cubicBezTo>
                  <a:pt x="709266" y="423367"/>
                  <a:pt x="723163" y="415171"/>
                  <a:pt x="726652" y="401545"/>
                </a:cubicBezTo>
              </a:path>
            </a:pathLst>
          </a:custGeom>
          <a:solidFill>
            <a:srgbClr val="000000">
              <a:alpha val="1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508000" y="6477000"/>
            <a:ext cx="977994" cy="381000"/>
          </a:xfrm>
          <a:custGeom>
            <a:avLst/>
            <a:gdLst/>
            <a:ahLst/>
            <a:cxnLst/>
            <a:rect l="l" t="t" r="r" b="b"/>
            <a:pathLst>
              <a:path w="977994" h="381000">
                <a:moveTo>
                  <a:pt x="489002" y="0"/>
                </a:moveTo>
                <a:cubicBezTo>
                  <a:pt x="724946" y="0"/>
                  <a:pt x="923039" y="162093"/>
                  <a:pt x="977994" y="381000"/>
                </a:cubicBezTo>
                <a:lnTo>
                  <a:pt x="0" y="381000"/>
                </a:lnTo>
                <a:cubicBezTo>
                  <a:pt x="54955" y="162093"/>
                  <a:pt x="253050" y="0"/>
                  <a:pt x="489002" y="0"/>
                </a:cubicBezTo>
              </a:path>
            </a:pathLst>
          </a:custGeom>
          <a:solidFill>
            <a:srgbClr val="91C8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Freeform 13"/>
          <p:cNvSpPr/>
          <p:nvPr/>
        </p:nvSpPr>
        <p:spPr>
          <a:xfrm>
            <a:off x="1333500" y="6604000"/>
            <a:ext cx="149648" cy="249401"/>
          </a:xfrm>
          <a:custGeom>
            <a:avLst/>
            <a:gdLst/>
            <a:ahLst/>
            <a:cxnLst/>
            <a:rect l="l" t="t" r="r" b="b"/>
            <a:pathLst>
              <a:path w="149648" h="249401">
                <a:moveTo>
                  <a:pt x="32476" y="249401"/>
                </a:moveTo>
                <a:lnTo>
                  <a:pt x="149648" y="249401"/>
                </a:lnTo>
                <a:cubicBezTo>
                  <a:pt x="149648" y="249401"/>
                  <a:pt x="144290" y="211301"/>
                  <a:pt x="106192" y="135101"/>
                </a:cubicBezTo>
                <a:cubicBezTo>
                  <a:pt x="68095" y="58903"/>
                  <a:pt x="0" y="0"/>
                  <a:pt x="0" y="0"/>
                </a:cubicBezTo>
                <a:cubicBezTo>
                  <a:pt x="0" y="0"/>
                  <a:pt x="38826" y="52553"/>
                  <a:pt x="45176" y="135101"/>
                </a:cubicBezTo>
                <a:cubicBezTo>
                  <a:pt x="51526" y="217651"/>
                  <a:pt x="32476" y="249401"/>
                  <a:pt x="32476" y="249401"/>
                </a:cubicBezTo>
              </a:path>
            </a:pathLst>
          </a:custGeom>
          <a:solidFill>
            <a:srgbClr val="000000">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1" r:link="rId2"/>
          <a:srcRect l="156" r="156"/>
          <a:stretch>
            <a:fillRect/>
          </a:stretch>
        </p:blipFill>
        <p:spPr>
          <a:xfrm>
            <a:off x="7594600" y="723900"/>
            <a:ext cx="4038600" cy="6134100"/>
          </a:xfrm>
          <a:prstGeom prst="rect">
            <a:avLst/>
          </a:prstGeom>
          <a:noFill/>
          <a:ln w="25400" cap="flat" cmpd="sng">
            <a:noFill/>
            <a:prstDash val="solid"/>
            <a:round/>
          </a:ln>
        </p:spPr>
      </p:pic>
      <p:sp>
        <p:nvSpPr>
          <p:cNvPr id="15" name="Freeform 15"/>
          <p:cNvSpPr/>
          <p:nvPr/>
        </p:nvSpPr>
        <p:spPr>
          <a:xfrm>
            <a:off x="7990929" y="2663923"/>
            <a:ext cx="3668281" cy="3069949"/>
          </a:xfrm>
          <a:custGeom>
            <a:avLst/>
            <a:gdLst/>
            <a:ahLst/>
            <a:cxnLst/>
            <a:rect l="l" t="t" r="r" b="b"/>
            <a:pathLst>
              <a:path w="3668281" h="3069949">
                <a:moveTo>
                  <a:pt x="1848371" y="16021"/>
                </a:moveTo>
                <a:cubicBezTo>
                  <a:pt x="1848371" y="16021"/>
                  <a:pt x="1758645" y="0"/>
                  <a:pt x="1460614" y="227409"/>
                </a:cubicBezTo>
                <a:cubicBezTo>
                  <a:pt x="1293876" y="346167"/>
                  <a:pt x="1201900" y="473998"/>
                  <a:pt x="1201900" y="473998"/>
                </a:cubicBezTo>
                <a:lnTo>
                  <a:pt x="1331735" y="1243002"/>
                </a:lnTo>
                <a:cubicBezTo>
                  <a:pt x="1331735" y="1243002"/>
                  <a:pt x="1544637" y="1363018"/>
                  <a:pt x="1564894" y="1411405"/>
                </a:cubicBezTo>
                <a:cubicBezTo>
                  <a:pt x="1596809" y="1459780"/>
                  <a:pt x="1651825" y="1626353"/>
                  <a:pt x="1719694" y="1658166"/>
                </a:cubicBezTo>
                <a:cubicBezTo>
                  <a:pt x="1802028" y="1709665"/>
                  <a:pt x="2005317" y="1819444"/>
                  <a:pt x="2005317" y="1819444"/>
                </a:cubicBezTo>
                <a:lnTo>
                  <a:pt x="2019160" y="1780848"/>
                </a:lnTo>
                <a:lnTo>
                  <a:pt x="2244953" y="1884201"/>
                </a:lnTo>
                <a:lnTo>
                  <a:pt x="2237829" y="1961925"/>
                </a:lnTo>
                <a:cubicBezTo>
                  <a:pt x="2237829" y="1961925"/>
                  <a:pt x="2214816" y="2091173"/>
                  <a:pt x="2167242" y="2176314"/>
                </a:cubicBezTo>
                <a:cubicBezTo>
                  <a:pt x="2141753" y="2234200"/>
                  <a:pt x="2027987" y="2364756"/>
                  <a:pt x="1975993" y="2365277"/>
                </a:cubicBezTo>
                <a:cubicBezTo>
                  <a:pt x="1923999" y="2365785"/>
                  <a:pt x="1819084" y="2306285"/>
                  <a:pt x="1810220" y="2300126"/>
                </a:cubicBezTo>
                <a:cubicBezTo>
                  <a:pt x="1801355" y="2293954"/>
                  <a:pt x="1801203" y="2271361"/>
                  <a:pt x="1807908" y="2253479"/>
                </a:cubicBezTo>
                <a:cubicBezTo>
                  <a:pt x="1817167" y="2228803"/>
                  <a:pt x="1841068" y="2209524"/>
                  <a:pt x="1841068" y="2209524"/>
                </a:cubicBezTo>
                <a:cubicBezTo>
                  <a:pt x="1841068" y="2209524"/>
                  <a:pt x="1758963" y="2160261"/>
                  <a:pt x="1655750" y="2097675"/>
                </a:cubicBezTo>
                <a:cubicBezTo>
                  <a:pt x="1569352" y="2045301"/>
                  <a:pt x="1461681" y="1975476"/>
                  <a:pt x="1357643" y="1895733"/>
                </a:cubicBezTo>
                <a:cubicBezTo>
                  <a:pt x="1303121" y="1853950"/>
                  <a:pt x="1251082" y="1813805"/>
                  <a:pt x="1203269" y="1776772"/>
                </a:cubicBezTo>
                <a:cubicBezTo>
                  <a:pt x="1043715" y="1653188"/>
                  <a:pt x="931277" y="1576531"/>
                  <a:pt x="931277" y="1576531"/>
                </a:cubicBezTo>
                <a:cubicBezTo>
                  <a:pt x="931277" y="1576531"/>
                  <a:pt x="806578" y="1616980"/>
                  <a:pt x="683014" y="1647473"/>
                </a:cubicBezTo>
                <a:cubicBezTo>
                  <a:pt x="557240" y="1678499"/>
                  <a:pt x="424727" y="1701435"/>
                  <a:pt x="424727" y="1701435"/>
                </a:cubicBezTo>
                <a:lnTo>
                  <a:pt x="171066" y="1579617"/>
                </a:lnTo>
                <a:cubicBezTo>
                  <a:pt x="171066" y="1579617"/>
                  <a:pt x="28193" y="1630861"/>
                  <a:pt x="10460" y="2000787"/>
                </a:cubicBezTo>
                <a:cubicBezTo>
                  <a:pt x="0" y="2507034"/>
                  <a:pt x="204117" y="2487197"/>
                  <a:pt x="204117" y="2487197"/>
                </a:cubicBezTo>
                <a:cubicBezTo>
                  <a:pt x="204117" y="2487197"/>
                  <a:pt x="382079" y="2529272"/>
                  <a:pt x="573942" y="2422427"/>
                </a:cubicBezTo>
                <a:cubicBezTo>
                  <a:pt x="732889" y="2350024"/>
                  <a:pt x="935995" y="2182791"/>
                  <a:pt x="935995" y="2182791"/>
                </a:cubicBezTo>
                <a:cubicBezTo>
                  <a:pt x="935995" y="2182791"/>
                  <a:pt x="956047" y="2639876"/>
                  <a:pt x="949597" y="2732663"/>
                </a:cubicBezTo>
                <a:cubicBezTo>
                  <a:pt x="955128" y="2777252"/>
                  <a:pt x="1384084" y="2957973"/>
                  <a:pt x="1875777" y="2985913"/>
                </a:cubicBezTo>
                <a:cubicBezTo>
                  <a:pt x="2361476" y="3024305"/>
                  <a:pt x="2859608" y="2920496"/>
                  <a:pt x="2859608" y="2920496"/>
                </a:cubicBezTo>
                <a:cubicBezTo>
                  <a:pt x="2859608" y="2920496"/>
                  <a:pt x="3112389" y="3069949"/>
                  <a:pt x="3377755" y="2894588"/>
                </a:cubicBezTo>
                <a:cubicBezTo>
                  <a:pt x="3613150" y="2739025"/>
                  <a:pt x="3651859" y="2064160"/>
                  <a:pt x="3649269" y="1703505"/>
                </a:cubicBezTo>
                <a:cubicBezTo>
                  <a:pt x="3649269" y="1476379"/>
                  <a:pt x="3668281" y="971890"/>
                  <a:pt x="3441903" y="582368"/>
                </a:cubicBezTo>
                <a:cubicBezTo>
                  <a:pt x="3167964" y="197208"/>
                  <a:pt x="2755468" y="32983"/>
                  <a:pt x="2755468" y="32983"/>
                </a:cubicBezTo>
                <a:cubicBezTo>
                  <a:pt x="2755468" y="32983"/>
                  <a:pt x="2688742" y="221851"/>
                  <a:pt x="2551163" y="460890"/>
                </a:cubicBezTo>
                <a:cubicBezTo>
                  <a:pt x="2424163" y="681524"/>
                  <a:pt x="2280539" y="899593"/>
                  <a:pt x="2280539" y="899593"/>
                </a:cubicBezTo>
                <a:cubicBezTo>
                  <a:pt x="2280539" y="899593"/>
                  <a:pt x="2279764" y="871065"/>
                  <a:pt x="2221166" y="723032"/>
                </a:cubicBezTo>
                <a:cubicBezTo>
                  <a:pt x="2167014" y="582220"/>
                  <a:pt x="2090864" y="400752"/>
                  <a:pt x="2090864" y="400752"/>
                </a:cubicBezTo>
                <a:lnTo>
                  <a:pt x="2069274" y="396898"/>
                </a:lnTo>
                <a:lnTo>
                  <a:pt x="1740065" y="814782"/>
                </a:lnTo>
                <a:cubicBezTo>
                  <a:pt x="1740065" y="814782"/>
                  <a:pt x="1785849" y="500832"/>
                  <a:pt x="1803629" y="310990"/>
                </a:cubicBezTo>
                <a:cubicBezTo>
                  <a:pt x="1834489" y="90809"/>
                  <a:pt x="1848371" y="16021"/>
                  <a:pt x="1848371" y="16021"/>
                </a:cubicBezTo>
              </a:path>
            </a:pathLst>
          </a:custGeom>
          <a:solidFill>
            <a:srgbClr val="57A4B9">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a:off x="8509000" y="2705100"/>
            <a:ext cx="2870746" cy="2923286"/>
          </a:xfrm>
          <a:custGeom>
            <a:avLst/>
            <a:gdLst/>
            <a:ahLst/>
            <a:cxnLst/>
            <a:rect l="l" t="t" r="r" b="b"/>
            <a:pathLst>
              <a:path w="2870746" h="2923286">
                <a:moveTo>
                  <a:pt x="2320874" y="48235"/>
                </a:moveTo>
                <a:cubicBezTo>
                  <a:pt x="2330145" y="65373"/>
                  <a:pt x="1805927" y="813410"/>
                  <a:pt x="1805927" y="813410"/>
                </a:cubicBezTo>
                <a:cubicBezTo>
                  <a:pt x="1805927" y="813410"/>
                  <a:pt x="1984032" y="548184"/>
                  <a:pt x="2100669" y="320261"/>
                </a:cubicBezTo>
                <a:cubicBezTo>
                  <a:pt x="2196351" y="153302"/>
                  <a:pt x="2246948" y="0"/>
                  <a:pt x="2246948" y="0"/>
                </a:cubicBezTo>
                <a:cubicBezTo>
                  <a:pt x="2246948" y="0"/>
                  <a:pt x="2273973" y="4735"/>
                  <a:pt x="2293976" y="19275"/>
                </a:cubicBezTo>
                <a:cubicBezTo>
                  <a:pt x="2308822" y="30072"/>
                  <a:pt x="2323262" y="42756"/>
                  <a:pt x="2320874" y="48235"/>
                </a:cubicBezTo>
                <a:moveTo>
                  <a:pt x="1232296" y="835770"/>
                </a:moveTo>
                <a:lnTo>
                  <a:pt x="1232296" y="778717"/>
                </a:lnTo>
                <a:lnTo>
                  <a:pt x="1555966" y="372077"/>
                </a:lnTo>
                <a:lnTo>
                  <a:pt x="1571536" y="372077"/>
                </a:lnTo>
                <a:cubicBezTo>
                  <a:pt x="1571536" y="372077"/>
                  <a:pt x="1489418" y="518446"/>
                  <a:pt x="1394689" y="636977"/>
                </a:cubicBezTo>
                <a:cubicBezTo>
                  <a:pt x="1314590" y="751547"/>
                  <a:pt x="1232296" y="835770"/>
                  <a:pt x="1232296" y="835770"/>
                </a:cubicBezTo>
                <a:moveTo>
                  <a:pt x="2353259" y="1945945"/>
                </a:moveTo>
                <a:lnTo>
                  <a:pt x="2314397" y="973770"/>
                </a:lnTo>
                <a:cubicBezTo>
                  <a:pt x="2314397" y="973770"/>
                  <a:pt x="2323160" y="1590370"/>
                  <a:pt x="2223072" y="1725079"/>
                </a:cubicBezTo>
                <a:cubicBezTo>
                  <a:pt x="2156778" y="1814322"/>
                  <a:pt x="2115122" y="1831886"/>
                  <a:pt x="2061146" y="1828711"/>
                </a:cubicBezTo>
                <a:cubicBezTo>
                  <a:pt x="2022030" y="1826400"/>
                  <a:pt x="1718526" y="1732204"/>
                  <a:pt x="1718526" y="1732204"/>
                </a:cubicBezTo>
                <a:lnTo>
                  <a:pt x="1699095" y="1828711"/>
                </a:lnTo>
                <a:cubicBezTo>
                  <a:pt x="1699095" y="1828711"/>
                  <a:pt x="1839862" y="1868640"/>
                  <a:pt x="2016506" y="1910842"/>
                </a:cubicBezTo>
                <a:cubicBezTo>
                  <a:pt x="2044128" y="1917433"/>
                  <a:pt x="2071954" y="1924329"/>
                  <a:pt x="2100186" y="1931327"/>
                </a:cubicBezTo>
                <a:cubicBezTo>
                  <a:pt x="2174202" y="1949679"/>
                  <a:pt x="2250973" y="1968703"/>
                  <a:pt x="2333828" y="1984794"/>
                </a:cubicBezTo>
                <a:cubicBezTo>
                  <a:pt x="2633269" y="2059153"/>
                  <a:pt x="2870746" y="2230920"/>
                  <a:pt x="2870746" y="2230920"/>
                </a:cubicBezTo>
                <a:cubicBezTo>
                  <a:pt x="2805697" y="2149246"/>
                  <a:pt x="2353259" y="1945945"/>
                  <a:pt x="2353259" y="1945945"/>
                </a:cubicBezTo>
                <a:moveTo>
                  <a:pt x="2080590" y="2923286"/>
                </a:moveTo>
                <a:lnTo>
                  <a:pt x="1304773" y="2265985"/>
                </a:lnTo>
                <a:cubicBezTo>
                  <a:pt x="1304773" y="2265985"/>
                  <a:pt x="1431519" y="2336254"/>
                  <a:pt x="1468996" y="2329586"/>
                </a:cubicBezTo>
                <a:cubicBezTo>
                  <a:pt x="1506487" y="2322932"/>
                  <a:pt x="1525283" y="2301837"/>
                  <a:pt x="1525283" y="2301837"/>
                </a:cubicBezTo>
                <a:cubicBezTo>
                  <a:pt x="1525283" y="2301837"/>
                  <a:pt x="1528597" y="2371052"/>
                  <a:pt x="1543012" y="2379878"/>
                </a:cubicBezTo>
                <a:cubicBezTo>
                  <a:pt x="1557426" y="2400376"/>
                  <a:pt x="1758569" y="2531986"/>
                  <a:pt x="1967268" y="2657767"/>
                </a:cubicBezTo>
                <a:cubicBezTo>
                  <a:pt x="2167801" y="2778608"/>
                  <a:pt x="2346782" y="2884424"/>
                  <a:pt x="2346782" y="2884424"/>
                </a:cubicBezTo>
                <a:cubicBezTo>
                  <a:pt x="2346782" y="2884424"/>
                  <a:pt x="2285441" y="2902534"/>
                  <a:pt x="2223084" y="2910332"/>
                </a:cubicBezTo>
                <a:cubicBezTo>
                  <a:pt x="2156066" y="2918714"/>
                  <a:pt x="2080590" y="2923286"/>
                  <a:pt x="2080590" y="2923286"/>
                </a:cubicBezTo>
                <a:moveTo>
                  <a:pt x="261248" y="1608506"/>
                </a:moveTo>
                <a:cubicBezTo>
                  <a:pt x="261248" y="1608506"/>
                  <a:pt x="162325" y="2244928"/>
                  <a:pt x="0" y="2417775"/>
                </a:cubicBezTo>
                <a:cubicBezTo>
                  <a:pt x="0" y="2417775"/>
                  <a:pt x="130750" y="2365566"/>
                  <a:pt x="270002" y="2265578"/>
                </a:cubicBezTo>
                <a:cubicBezTo>
                  <a:pt x="409254" y="2165591"/>
                  <a:pt x="428278" y="2146567"/>
                  <a:pt x="428278" y="2146567"/>
                </a:cubicBezTo>
                <a:cubicBezTo>
                  <a:pt x="428278" y="2146567"/>
                  <a:pt x="399877" y="1995056"/>
                  <a:pt x="390784" y="1848142"/>
                </a:cubicBezTo>
                <a:cubicBezTo>
                  <a:pt x="393400" y="1703629"/>
                  <a:pt x="410214" y="1563167"/>
                  <a:pt x="410214" y="1563167"/>
                </a:cubicBezTo>
                <a:lnTo>
                  <a:pt x="261248" y="1608506"/>
                </a:lnTo>
                <a:moveTo>
                  <a:pt x="1765821" y="873548"/>
                </a:moveTo>
                <a:lnTo>
                  <a:pt x="1596974" y="394754"/>
                </a:lnTo>
                <a:cubicBezTo>
                  <a:pt x="1596974" y="394754"/>
                  <a:pt x="1649387" y="522147"/>
                  <a:pt x="1694891" y="639163"/>
                </a:cubicBezTo>
                <a:cubicBezTo>
                  <a:pt x="1740052" y="755311"/>
                  <a:pt x="1775079" y="860442"/>
                  <a:pt x="1775079" y="860442"/>
                </a:cubicBezTo>
                <a:lnTo>
                  <a:pt x="1765821" y="873548"/>
                </a:lnTo>
              </a:path>
            </a:pathLst>
          </a:custGeom>
          <a:solidFill>
            <a:srgbClr val="000000">
              <a:alpha val="20000"/>
            </a:srgbClr>
          </a:soli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a:off x="9207500" y="2679700"/>
            <a:ext cx="2482634" cy="2095525"/>
          </a:xfrm>
          <a:custGeom>
            <a:avLst/>
            <a:gdLst/>
            <a:ahLst/>
            <a:cxnLst/>
            <a:rect l="l" t="t" r="r" b="b"/>
            <a:pathLst>
              <a:path w="2482634" h="2095525">
                <a:moveTo>
                  <a:pt x="305126" y="224340"/>
                </a:moveTo>
                <a:cubicBezTo>
                  <a:pt x="459010" y="115161"/>
                  <a:pt x="616661" y="17083"/>
                  <a:pt x="616661" y="17083"/>
                </a:cubicBezTo>
                <a:lnTo>
                  <a:pt x="622972" y="0"/>
                </a:lnTo>
                <a:cubicBezTo>
                  <a:pt x="622972" y="0"/>
                  <a:pt x="480977" y="46987"/>
                  <a:pt x="262913" y="203545"/>
                </a:cubicBezTo>
                <a:cubicBezTo>
                  <a:pt x="102631" y="318619"/>
                  <a:pt x="0" y="450267"/>
                  <a:pt x="0" y="450267"/>
                </a:cubicBezTo>
                <a:lnTo>
                  <a:pt x="7195" y="482765"/>
                </a:lnTo>
                <a:cubicBezTo>
                  <a:pt x="7195" y="482765"/>
                  <a:pt x="151361" y="345088"/>
                  <a:pt x="305126" y="224340"/>
                </a:cubicBezTo>
                <a:moveTo>
                  <a:pt x="1846605" y="203647"/>
                </a:moveTo>
                <a:lnTo>
                  <a:pt x="1794789" y="242508"/>
                </a:lnTo>
                <a:cubicBezTo>
                  <a:pt x="1794789" y="242508"/>
                  <a:pt x="2104555" y="510686"/>
                  <a:pt x="2184044" y="657023"/>
                </a:cubicBezTo>
                <a:cubicBezTo>
                  <a:pt x="2401468" y="1019951"/>
                  <a:pt x="2403615" y="2095525"/>
                  <a:pt x="2403615" y="2095525"/>
                </a:cubicBezTo>
                <a:cubicBezTo>
                  <a:pt x="2403615" y="2095525"/>
                  <a:pt x="2482634" y="1235499"/>
                  <a:pt x="2287676" y="709486"/>
                </a:cubicBezTo>
                <a:cubicBezTo>
                  <a:pt x="2175218" y="389984"/>
                  <a:pt x="1846605" y="203647"/>
                  <a:pt x="1846605" y="203647"/>
                </a:cubicBezTo>
                <a:moveTo>
                  <a:pt x="1089453" y="1227628"/>
                </a:moveTo>
                <a:lnTo>
                  <a:pt x="1549311" y="1253534"/>
                </a:lnTo>
                <a:lnTo>
                  <a:pt x="1536357" y="1318298"/>
                </a:lnTo>
                <a:lnTo>
                  <a:pt x="1082976" y="1292390"/>
                </a:lnTo>
                <a:lnTo>
                  <a:pt x="1024037" y="1699781"/>
                </a:lnTo>
                <a:lnTo>
                  <a:pt x="1082328" y="1227628"/>
                </a:lnTo>
                <a:lnTo>
                  <a:pt x="1089453" y="1227628"/>
                </a:lnTo>
              </a:path>
            </a:pathLst>
          </a:custGeom>
          <a:solidFill>
            <a:srgbClr val="000000">
              <a:alpha val="15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0" y="6096000"/>
            <a:ext cx="12192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FFFF">
                    <a:alpha val="60000"/>
                  </a:srgbClr>
                </a:solidFill>
                <a:latin typeface="Arial" panose="020B0604020202020204"/>
                <a:ea typeface="Arial" panose="020B0604020202020204"/>
                <a:cs typeface="Arial" panose="020B0604020202020204"/>
                <a:sym typeface="Arial" panose="020B0604020202020204"/>
              </a:rPr>
              <a:t>2026 · Product Launch</a:t>
            </a:r>
            <a:endParaRPr lang="en-US" sz="1100"/>
          </a:p>
        </p:txBody>
      </p:sp>
      <p:sp>
        <p:nvSpPr>
          <p:cNvPr id="19" name="AutoShape 19"/>
          <p:cNvSpPr/>
          <p:nvPr/>
        </p:nvSpPr>
        <p:spPr>
          <a:xfrm>
            <a:off x="787400" y="762000"/>
            <a:ext cx="6057900" cy="2032000"/>
          </a:xfrm>
          <a:prstGeom prst="rect">
            <a:avLst/>
          </a:prstGeom>
          <a:noFill/>
          <a:ln w="12700" cap="flat" cmpd="sng">
            <a:noFill/>
            <a:prstDash val="solid"/>
            <a:round/>
          </a:ln>
        </p:spPr>
        <p:txBody>
          <a:bodyPr vert="horz" wrap="square" lIns="0" tIns="0" rIns="0" bIns="0" rtlCol="0" anchor="b" anchorCtr="0"/>
          <a:lstStyle/>
          <a:p>
            <a:pPr indent="0" algn="l">
              <a:lnSpc>
                <a:spcPct val="92000"/>
              </a:lnSpc>
              <a:defRPr/>
            </a:pPr>
            <a:r>
              <a:rPr lang="en-US" sz="70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Simple Note</a:t>
            </a:r>
            <a:endParaRPr lang="en-US" sz="1100"/>
          </a:p>
          <a:p>
            <a:pPr indent="0" algn="l">
              <a:lnSpc>
                <a:spcPct val="92000"/>
              </a:lnSpc>
            </a:pPr>
            <a:r>
              <a:rPr lang="en-US" sz="3200" b="1"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简易笔记</a:t>
            </a:r>
            <a:endParaRPr lang="en-US" sz="3200" b="1"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 name="AutoShape 20"/>
          <p:cNvSpPr/>
          <p:nvPr/>
        </p:nvSpPr>
        <p:spPr>
          <a:xfrm>
            <a:off x="381000" y="3048000"/>
            <a:ext cx="11430000" cy="762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00000"/>
              </a:lnSpc>
              <a:defRPr/>
            </a:pPr>
            <a:endParaRPr lang="en-US" sz="16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1" name="AutoShape 21"/>
          <p:cNvSpPr/>
          <p:nvPr/>
        </p:nvSpPr>
        <p:spPr>
          <a:xfrm>
            <a:off x="787400" y="3933190"/>
            <a:ext cx="5080000" cy="224028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2000" b="1" i="0" u="none" strike="noStrike">
                <a:solidFill>
                  <a:srgbClr val="000000"/>
                </a:solidFill>
                <a:latin typeface="Arial" panose="020B0604020202020204"/>
                <a:ea typeface="Arial" panose="020B0604020202020204"/>
                <a:cs typeface="Arial" panose="020B0604020202020204"/>
                <a:sym typeface="Arial" panose="020B0604020202020204"/>
              </a:rPr>
              <a:t>Team Members / 团队成员</a:t>
            </a:r>
            <a:endParaRPr lang="en-US" sz="2000"/>
          </a:p>
          <a:p>
            <a:pPr indent="0" algn="l">
              <a:lnSpc>
                <a:spcPct val="108000"/>
              </a:lnSpc>
            </a:pPr>
            <a:r>
              <a:rPr lang="en-US" sz="2000" b="0" i="0" u="none" strike="noStrike">
                <a:solidFill>
                  <a:srgbClr val="3C3C3C"/>
                </a:solidFill>
                <a:latin typeface="Arial" panose="020B0604020202020204"/>
                <a:ea typeface="Arial" panose="020B0604020202020204"/>
                <a:cs typeface="Arial" panose="020B0604020202020204"/>
                <a:sym typeface="Arial" panose="020B0604020202020204"/>
              </a:rPr>
              <a:t>• Jack (Team Leader) / </a:t>
            </a:r>
            <a:r>
              <a:rPr lang="zh-CN" altLang="en-US" sz="2000" b="0" i="0" u="none" strike="noStrike">
                <a:solidFill>
                  <a:srgbClr val="3C3C3C"/>
                </a:solidFill>
                <a:latin typeface="Arial" panose="020B0604020202020204"/>
                <a:ea typeface="宋体" panose="02010600030101010101" pitchFamily="2" charset="-122"/>
                <a:cs typeface="Arial" panose="020B0604020202020204"/>
                <a:sym typeface="Arial" panose="020B0604020202020204"/>
              </a:rPr>
              <a:t>吴仁杰</a:t>
            </a:r>
            <a:r>
              <a:rPr lang="en-US" sz="2000" b="0" i="0" u="none" strike="noStrike">
                <a:solidFill>
                  <a:srgbClr val="3C3C3C"/>
                </a:solidFill>
                <a:latin typeface="Arial" panose="020B0604020202020204"/>
                <a:ea typeface="Arial" panose="020B0604020202020204"/>
                <a:cs typeface="Arial" panose="020B0604020202020204"/>
                <a:sym typeface="Arial" panose="020B0604020202020204"/>
              </a:rPr>
              <a:t>（项目负责人）</a:t>
            </a:r>
            <a:endParaRPr lang="en-US" sz="2000" b="0" i="0" u="none" strike="noStrike">
              <a:solidFill>
                <a:srgbClr val="3C3C3C"/>
              </a:solidFill>
              <a:latin typeface="Arial" panose="020B0604020202020204"/>
              <a:ea typeface="Arial" panose="020B0604020202020204"/>
              <a:cs typeface="Arial" panose="020B0604020202020204"/>
              <a:sym typeface="Arial" panose="020B0604020202020204"/>
            </a:endParaRPr>
          </a:p>
          <a:p>
            <a:pPr indent="0" algn="l">
              <a:lnSpc>
                <a:spcPct val="108000"/>
              </a:lnSpc>
            </a:pPr>
            <a:r>
              <a:rPr lang="en-US" sz="2000" b="0" i="0" u="none" strike="noStrike">
                <a:solidFill>
                  <a:srgbClr val="3C3C3C"/>
                </a:solidFill>
                <a:latin typeface="Arial" panose="020B0604020202020204"/>
                <a:ea typeface="Arial" panose="020B0604020202020204"/>
                <a:cs typeface="Arial" panose="020B0604020202020204"/>
                <a:sym typeface="Arial" panose="020B0604020202020204"/>
              </a:rPr>
              <a:t>• Bottle / </a:t>
            </a:r>
            <a:r>
              <a:rPr lang="zh-CN" altLang="en-US" sz="2000" b="0" i="0" u="none" strike="noStrike">
                <a:solidFill>
                  <a:srgbClr val="3C3C3C"/>
                </a:solidFill>
                <a:latin typeface="Arial" panose="020B0604020202020204"/>
                <a:ea typeface="宋体" panose="02010600030101010101" pitchFamily="2" charset="-122"/>
                <a:cs typeface="Arial" panose="020B0604020202020204"/>
                <a:sym typeface="Arial" panose="020B0604020202020204"/>
              </a:rPr>
              <a:t>郑朴</a:t>
            </a:r>
            <a:endParaRPr lang="en-US" sz="2000" b="0" i="0" u="none" strike="noStrike">
              <a:solidFill>
                <a:srgbClr val="3C3C3C"/>
              </a:solidFill>
              <a:latin typeface="Arial" panose="020B0604020202020204"/>
              <a:ea typeface="Arial" panose="020B0604020202020204"/>
              <a:cs typeface="Arial" panose="020B0604020202020204"/>
              <a:sym typeface="Arial" panose="020B0604020202020204"/>
            </a:endParaRPr>
          </a:p>
          <a:p>
            <a:pPr indent="0" algn="l">
              <a:lnSpc>
                <a:spcPct val="108000"/>
              </a:lnSpc>
            </a:pPr>
            <a:r>
              <a:rPr lang="en-US" sz="2000" b="0" i="0" u="none" strike="noStrike">
                <a:solidFill>
                  <a:srgbClr val="3C3C3C"/>
                </a:solidFill>
                <a:latin typeface="Arial" panose="020B0604020202020204"/>
                <a:ea typeface="Arial" panose="020B0604020202020204"/>
                <a:cs typeface="Arial" panose="020B0604020202020204"/>
                <a:sym typeface="Arial" panose="020B0604020202020204"/>
              </a:rPr>
              <a:t>• Quality / </a:t>
            </a:r>
            <a:r>
              <a:rPr lang="zh-CN" altLang="en-US" sz="2000" b="0" i="0" u="none" strike="noStrike">
                <a:solidFill>
                  <a:srgbClr val="3C3C3C"/>
                </a:solidFill>
                <a:latin typeface="Arial" panose="020B0604020202020204"/>
                <a:ea typeface="宋体" panose="02010600030101010101" pitchFamily="2" charset="-122"/>
                <a:cs typeface="Arial" panose="020B0604020202020204"/>
                <a:sym typeface="Arial" panose="020B0604020202020204"/>
              </a:rPr>
              <a:t>胡子风</a:t>
            </a:r>
            <a:endParaRPr lang="en-US" sz="2000" b="0" i="0" u="none" strike="noStrike">
              <a:solidFill>
                <a:srgbClr val="3C3C3C"/>
              </a:solidFill>
              <a:latin typeface="Arial" panose="020B0604020202020204"/>
              <a:ea typeface="Arial" panose="020B0604020202020204"/>
              <a:cs typeface="Arial" panose="020B0604020202020204"/>
              <a:sym typeface="Arial" panose="020B0604020202020204"/>
            </a:endParaRPr>
          </a:p>
          <a:p>
            <a:pPr indent="0" algn="l">
              <a:lnSpc>
                <a:spcPct val="108000"/>
              </a:lnSpc>
            </a:pPr>
            <a:r>
              <a:rPr lang="en-US" sz="2000" b="0" i="0" u="none" strike="noStrike">
                <a:solidFill>
                  <a:srgbClr val="3C3C3C"/>
                </a:solidFill>
                <a:latin typeface="Arial" panose="020B0604020202020204"/>
                <a:ea typeface="Arial" panose="020B0604020202020204"/>
                <a:cs typeface="Arial" panose="020B0604020202020204"/>
                <a:sym typeface="Arial" panose="020B0604020202020204"/>
              </a:rPr>
              <a:t>• Zhouzhou / </a:t>
            </a:r>
            <a:r>
              <a:rPr lang="zh-CN" altLang="en-US" sz="2000" b="0" i="0" u="none" strike="noStrike">
                <a:solidFill>
                  <a:srgbClr val="3C3C3C"/>
                </a:solidFill>
                <a:latin typeface="Arial" panose="020B0604020202020204"/>
                <a:ea typeface="宋体" panose="02010600030101010101" pitchFamily="2" charset="-122"/>
                <a:cs typeface="Arial" panose="020B0604020202020204"/>
                <a:sym typeface="Arial" panose="020B0604020202020204"/>
              </a:rPr>
              <a:t>黄煜乾</a:t>
            </a:r>
            <a:endParaRPr lang="zh-CN" altLang="en-US" sz="2000" b="0" i="0" u="none" strike="noStrike">
              <a:solidFill>
                <a:srgbClr val="3C3C3C"/>
              </a:solidFill>
              <a:latin typeface="Arial" panose="020B0604020202020204"/>
              <a:ea typeface="宋体" panose="02010600030101010101" pitchFamily="2" charset="-122"/>
              <a:cs typeface="Arial" panose="020B0604020202020204"/>
              <a:sym typeface="Arial"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EF5EB">
            <a:alpha val="100000"/>
          </a:srgbClr>
        </a:solidFill>
        <a:effectLst/>
      </p:bgPr>
    </p:bg>
    <p:spTree>
      <p:nvGrpSpPr>
        <p:cNvPr id="1" name=""/>
        <p:cNvGrpSpPr/>
        <p:nvPr/>
      </p:nvGrpSpPr>
      <p:grpSpPr>
        <a:xfrm>
          <a:off x="0" y="0"/>
          <a:ext cx="0" cy="0"/>
          <a:chOff x="0" y="0"/>
          <a:chExt cx="0" cy="0"/>
        </a:xfrm>
      </p:grpSpPr>
      <p:sp>
        <p:nvSpPr>
          <p:cNvPr id="2" name="Freeform 2"/>
          <p:cNvSpPr/>
          <p:nvPr/>
        </p:nvSpPr>
        <p:spPr>
          <a:xfrm>
            <a:off x="0" y="0"/>
            <a:ext cx="1371600" cy="1534274"/>
          </a:xfrm>
          <a:custGeom>
            <a:avLst/>
            <a:gdLst/>
            <a:ahLst/>
            <a:cxnLst/>
            <a:rect l="l" t="t" r="r" b="b"/>
            <a:pathLst>
              <a:path w="1371600" h="1534274">
                <a:moveTo>
                  <a:pt x="1371600" y="0"/>
                </a:moveTo>
                <a:cubicBezTo>
                  <a:pt x="1351077" y="785457"/>
                  <a:pt x="761525" y="1429233"/>
                  <a:pt x="0" y="1534274"/>
                </a:cubicBezTo>
                <a:lnTo>
                  <a:pt x="0" y="0"/>
                </a:lnTo>
                <a:lnTo>
                  <a:pt x="1371600" y="0"/>
                </a:lnTo>
              </a:path>
            </a:pathLst>
          </a:custGeom>
          <a:solidFill>
            <a:srgbClr val="F29D38">
              <a:alpha val="20000"/>
            </a:srgbClr>
          </a:solidFill>
          <a:ln w="25400" cap="flat" cmpd="sng">
            <a:noFill/>
            <a:prstDash val="solid"/>
            <a:round/>
          </a:ln>
        </p:spPr>
        <p:txBody>
          <a:bodyPr vert="horz" wrap="square" lIns="63500" tIns="63500" rIns="63500" bIns="63500" rtlCol="0" anchor="ctr"/>
          <a:lstStyle/>
          <a:p>
            <a:pPr algn="ctr">
              <a:defRPr/>
            </a:pPr>
          </a:p>
        </p:txBody>
      </p:sp>
      <p:sp>
        <p:nvSpPr>
          <p:cNvPr id="3" name="Freeform 3"/>
          <p:cNvSpPr/>
          <p:nvPr/>
        </p:nvSpPr>
        <p:spPr>
          <a:xfrm>
            <a:off x="9194800" y="4953000"/>
            <a:ext cx="2991434" cy="1905000"/>
          </a:xfrm>
          <a:custGeom>
            <a:avLst/>
            <a:gdLst/>
            <a:ahLst/>
            <a:cxnLst/>
            <a:rect l="l" t="t" r="r" b="b"/>
            <a:pathLst>
              <a:path w="2991434" h="1905000">
                <a:moveTo>
                  <a:pt x="2991434" y="158283"/>
                </a:moveTo>
                <a:lnTo>
                  <a:pt x="2991434" y="1905000"/>
                </a:lnTo>
                <a:lnTo>
                  <a:pt x="0" y="1905000"/>
                </a:lnTo>
                <a:cubicBezTo>
                  <a:pt x="140019" y="830097"/>
                  <a:pt x="1059212" y="0"/>
                  <a:pt x="2172284" y="0"/>
                </a:cubicBezTo>
                <a:cubicBezTo>
                  <a:pt x="2461895" y="0"/>
                  <a:pt x="2738387" y="56198"/>
                  <a:pt x="2991434" y="158283"/>
                </a:cubicBezTo>
              </a:path>
            </a:pathLst>
          </a:custGeom>
          <a:solidFill>
            <a:srgbClr val="F29D38">
              <a:alpha val="20000"/>
            </a:srgbClr>
          </a:soli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a:off x="10562745" y="4719909"/>
            <a:ext cx="800101" cy="1115567"/>
          </a:xfrm>
          <a:custGeom>
            <a:avLst/>
            <a:gdLst/>
            <a:ahLst/>
            <a:cxnLst/>
            <a:rect l="l" t="t" r="r" b="b"/>
            <a:pathLst>
              <a:path w="800101" h="1115567">
                <a:moveTo>
                  <a:pt x="635508" y="1115567"/>
                </a:moveTo>
                <a:lnTo>
                  <a:pt x="685800" y="1115567"/>
                </a:lnTo>
                <a:cubicBezTo>
                  <a:pt x="800101" y="722376"/>
                  <a:pt x="448056" y="0"/>
                  <a:pt x="224028" y="73151"/>
                </a:cubicBezTo>
                <a:cubicBezTo>
                  <a:pt x="0" y="146302"/>
                  <a:pt x="237743" y="658367"/>
                  <a:pt x="329184" y="790955"/>
                </a:cubicBezTo>
                <a:cubicBezTo>
                  <a:pt x="420625" y="923543"/>
                  <a:pt x="635508" y="1115567"/>
                  <a:pt x="635508" y="1115567"/>
                </a:cubicBezTo>
              </a:path>
            </a:pathLst>
          </a:custGeom>
          <a:solidFill>
            <a:srgbClr val="57A4B9">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10922000" y="4826000"/>
            <a:ext cx="310896" cy="1010412"/>
          </a:xfrm>
          <a:custGeom>
            <a:avLst/>
            <a:gdLst/>
            <a:ahLst/>
            <a:cxnLst/>
            <a:rect l="l" t="t" r="r" b="b"/>
            <a:pathLst>
              <a:path w="310896" h="1010412">
                <a:moveTo>
                  <a:pt x="292608" y="891540"/>
                </a:moveTo>
                <a:lnTo>
                  <a:pt x="310896" y="1010412"/>
                </a:lnTo>
                <a:cubicBezTo>
                  <a:pt x="310896" y="1010412"/>
                  <a:pt x="262890" y="914400"/>
                  <a:pt x="132588" y="566928"/>
                </a:cubicBezTo>
                <a:cubicBezTo>
                  <a:pt x="2286" y="219456"/>
                  <a:pt x="0" y="0"/>
                  <a:pt x="0" y="0"/>
                </a:cubicBezTo>
                <a:cubicBezTo>
                  <a:pt x="0" y="0"/>
                  <a:pt x="36576" y="24969"/>
                  <a:pt x="82296" y="77724"/>
                </a:cubicBezTo>
                <a:cubicBezTo>
                  <a:pt x="128016" y="130477"/>
                  <a:pt x="141732" y="224028"/>
                  <a:pt x="141732" y="224028"/>
                </a:cubicBezTo>
                <a:lnTo>
                  <a:pt x="292608" y="891540"/>
                </a:lnTo>
              </a:path>
            </a:pathLst>
          </a:custGeom>
          <a:solidFill>
            <a:srgbClr val="000000">
              <a:alpha val="10000"/>
            </a:srgbClr>
          </a:solidFill>
          <a:ln w="25400" cap="flat" cmpd="sng">
            <a:noFill/>
            <a:prstDash val="solid"/>
            <a:round/>
          </a:ln>
        </p:spPr>
        <p:txBody>
          <a:bodyPr vert="horz" wrap="square" lIns="63500" tIns="63500" rIns="63500" bIns="63500" rtlCol="0" anchor="ctr"/>
          <a:lstStyle/>
          <a:p>
            <a:pPr algn="ctr">
              <a:defRPr/>
            </a:pPr>
          </a:p>
        </p:txBody>
      </p:sp>
      <p:sp>
        <p:nvSpPr>
          <p:cNvPr id="6" name="Freeform 6"/>
          <p:cNvSpPr/>
          <p:nvPr/>
        </p:nvSpPr>
        <p:spPr>
          <a:xfrm>
            <a:off x="10739264" y="4808121"/>
            <a:ext cx="476385" cy="1006979"/>
          </a:xfrm>
          <a:custGeom>
            <a:avLst/>
            <a:gdLst/>
            <a:ahLst/>
            <a:cxnLst/>
            <a:rect l="l" t="t" r="r" b="b"/>
            <a:pathLst>
              <a:path w="476385" h="1006979">
                <a:moveTo>
                  <a:pt x="59482" y="3505"/>
                </a:moveTo>
                <a:cubicBezTo>
                  <a:pt x="58558" y="1156"/>
                  <a:pt x="55904" y="0"/>
                  <a:pt x="53554" y="925"/>
                </a:cubicBezTo>
                <a:cubicBezTo>
                  <a:pt x="51205" y="1849"/>
                  <a:pt x="50049" y="4503"/>
                  <a:pt x="50974" y="6853"/>
                </a:cubicBezTo>
                <a:lnTo>
                  <a:pt x="59482" y="3505"/>
                </a:lnTo>
                <a:moveTo>
                  <a:pt x="468269" y="1005315"/>
                </a:moveTo>
                <a:cubicBezTo>
                  <a:pt x="470170" y="1006979"/>
                  <a:pt x="473058" y="1006786"/>
                  <a:pt x="474720" y="1004886"/>
                </a:cubicBezTo>
                <a:cubicBezTo>
                  <a:pt x="476384" y="1002985"/>
                  <a:pt x="476191" y="1000097"/>
                  <a:pt x="474291" y="998435"/>
                </a:cubicBezTo>
                <a:lnTo>
                  <a:pt x="468269" y="1005315"/>
                </a:lnTo>
                <a:moveTo>
                  <a:pt x="5718" y="366434"/>
                </a:moveTo>
                <a:cubicBezTo>
                  <a:pt x="3230" y="366003"/>
                  <a:pt x="864" y="367669"/>
                  <a:pt x="431" y="370157"/>
                </a:cubicBezTo>
                <a:cubicBezTo>
                  <a:pt x="0" y="372645"/>
                  <a:pt x="1666" y="375012"/>
                  <a:pt x="4154" y="375444"/>
                </a:cubicBezTo>
                <a:lnTo>
                  <a:pt x="5718" y="366434"/>
                </a:lnTo>
                <a:moveTo>
                  <a:pt x="306392" y="180534"/>
                </a:moveTo>
                <a:cubicBezTo>
                  <a:pt x="307286" y="178173"/>
                  <a:pt x="306097" y="175534"/>
                  <a:pt x="303735" y="174639"/>
                </a:cubicBezTo>
                <a:cubicBezTo>
                  <a:pt x="301374" y="173745"/>
                  <a:pt x="298735" y="174934"/>
                  <a:pt x="297840" y="177296"/>
                </a:cubicBezTo>
                <a:lnTo>
                  <a:pt x="306392" y="180534"/>
                </a:lnTo>
                <a:moveTo>
                  <a:pt x="332769" y="754783"/>
                </a:moveTo>
                <a:cubicBezTo>
                  <a:pt x="335180" y="755529"/>
                  <a:pt x="337741" y="754179"/>
                  <a:pt x="338488" y="751766"/>
                </a:cubicBezTo>
                <a:cubicBezTo>
                  <a:pt x="339234" y="749355"/>
                  <a:pt x="337884" y="746794"/>
                  <a:pt x="335471" y="746047"/>
                </a:cubicBezTo>
                <a:lnTo>
                  <a:pt x="332769" y="754783"/>
                </a:lnTo>
                <a:moveTo>
                  <a:pt x="143447" y="686611"/>
                </a:moveTo>
                <a:cubicBezTo>
                  <a:pt x="141036" y="685865"/>
                  <a:pt x="138475" y="687215"/>
                  <a:pt x="137728" y="689628"/>
                </a:cubicBezTo>
                <a:cubicBezTo>
                  <a:pt x="136982" y="692039"/>
                  <a:pt x="138332" y="694600"/>
                  <a:pt x="140745" y="695347"/>
                </a:cubicBezTo>
                <a:lnTo>
                  <a:pt x="143447" y="686611"/>
                </a:lnTo>
                <a:moveTo>
                  <a:pt x="50974" y="6853"/>
                </a:moveTo>
                <a:cubicBezTo>
                  <a:pt x="93792" y="115706"/>
                  <a:pt x="151942" y="262134"/>
                  <a:pt x="211274" y="409226"/>
                </a:cubicBezTo>
                <a:lnTo>
                  <a:pt x="219754" y="405804"/>
                </a:lnTo>
                <a:cubicBezTo>
                  <a:pt x="160434" y="258741"/>
                  <a:pt x="102293" y="112337"/>
                  <a:pt x="59482" y="3505"/>
                </a:cubicBezTo>
                <a:lnTo>
                  <a:pt x="50974" y="6853"/>
                </a:lnTo>
                <a:moveTo>
                  <a:pt x="211274" y="409226"/>
                </a:moveTo>
                <a:cubicBezTo>
                  <a:pt x="269251" y="552958"/>
                  <a:pt x="328366" y="697346"/>
                  <a:pt x="375412" y="807927"/>
                </a:cubicBezTo>
                <a:cubicBezTo>
                  <a:pt x="398932" y="863211"/>
                  <a:pt x="419451" y="910083"/>
                  <a:pt x="435310" y="944211"/>
                </a:cubicBezTo>
                <a:cubicBezTo>
                  <a:pt x="443236" y="961267"/>
                  <a:pt x="450021" y="975191"/>
                  <a:pt x="455451" y="985408"/>
                </a:cubicBezTo>
                <a:cubicBezTo>
                  <a:pt x="458163" y="990514"/>
                  <a:pt x="460566" y="994748"/>
                  <a:pt x="462626" y="998009"/>
                </a:cubicBezTo>
                <a:cubicBezTo>
                  <a:pt x="464602" y="1001136"/>
                  <a:pt x="466510" y="1003776"/>
                  <a:pt x="468269" y="1005315"/>
                </a:cubicBezTo>
                <a:lnTo>
                  <a:pt x="474291" y="998435"/>
                </a:lnTo>
                <a:cubicBezTo>
                  <a:pt x="473631" y="997857"/>
                  <a:pt x="472329" y="996246"/>
                  <a:pt x="470357" y="993125"/>
                </a:cubicBezTo>
                <a:cubicBezTo>
                  <a:pt x="468469" y="990136"/>
                  <a:pt x="466186" y="986124"/>
                  <a:pt x="463525" y="981118"/>
                </a:cubicBezTo>
                <a:cubicBezTo>
                  <a:pt x="458209" y="971112"/>
                  <a:pt x="451502" y="957358"/>
                  <a:pt x="443602" y="940356"/>
                </a:cubicBezTo>
                <a:cubicBezTo>
                  <a:pt x="427807" y="906367"/>
                  <a:pt x="407334" y="859603"/>
                  <a:pt x="383825" y="804347"/>
                </a:cubicBezTo>
                <a:cubicBezTo>
                  <a:pt x="336814" y="693845"/>
                  <a:pt x="277724" y="549520"/>
                  <a:pt x="219754" y="405804"/>
                </a:cubicBezTo>
                <a:lnTo>
                  <a:pt x="211274" y="409226"/>
                </a:lnTo>
                <a:moveTo>
                  <a:pt x="4154" y="375444"/>
                </a:moveTo>
                <a:lnTo>
                  <a:pt x="214731" y="412020"/>
                </a:lnTo>
                <a:lnTo>
                  <a:pt x="216296" y="403010"/>
                </a:lnTo>
                <a:lnTo>
                  <a:pt x="5718" y="366434"/>
                </a:lnTo>
                <a:lnTo>
                  <a:pt x="4154" y="375444"/>
                </a:lnTo>
                <a:moveTo>
                  <a:pt x="297840" y="177296"/>
                </a:moveTo>
                <a:lnTo>
                  <a:pt x="211239" y="405896"/>
                </a:lnTo>
                <a:lnTo>
                  <a:pt x="219790" y="409134"/>
                </a:lnTo>
                <a:lnTo>
                  <a:pt x="306392" y="180534"/>
                </a:lnTo>
                <a:lnTo>
                  <a:pt x="297840" y="177296"/>
                </a:lnTo>
                <a:moveTo>
                  <a:pt x="335471" y="746047"/>
                </a:moveTo>
                <a:lnTo>
                  <a:pt x="143447" y="686611"/>
                </a:lnTo>
                <a:lnTo>
                  <a:pt x="140745" y="695347"/>
                </a:lnTo>
                <a:lnTo>
                  <a:pt x="332769" y="754783"/>
                </a:lnTo>
                <a:lnTo>
                  <a:pt x="335471" y="746047"/>
                </a:lnTo>
              </a:path>
            </a:pathLst>
          </a:cu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11005779" y="4135672"/>
            <a:ext cx="555890" cy="1696218"/>
          </a:xfrm>
          <a:custGeom>
            <a:avLst/>
            <a:gdLst/>
            <a:ahLst/>
            <a:cxnLst/>
            <a:rect l="l" t="t" r="r" b="b"/>
            <a:pathLst>
              <a:path w="555890" h="1696218">
                <a:moveTo>
                  <a:pt x="221961" y="4572"/>
                </a:moveTo>
                <a:cubicBezTo>
                  <a:pt x="363692" y="0"/>
                  <a:pt x="372837" y="342902"/>
                  <a:pt x="372837" y="356618"/>
                </a:cubicBezTo>
                <a:cubicBezTo>
                  <a:pt x="372837" y="367591"/>
                  <a:pt x="473421" y="246890"/>
                  <a:pt x="473421" y="246890"/>
                </a:cubicBezTo>
                <a:cubicBezTo>
                  <a:pt x="473421" y="246890"/>
                  <a:pt x="516189" y="341591"/>
                  <a:pt x="538159" y="507158"/>
                </a:cubicBezTo>
                <a:cubicBezTo>
                  <a:pt x="518724" y="537958"/>
                  <a:pt x="470177" y="614251"/>
                  <a:pt x="441417" y="653796"/>
                </a:cubicBezTo>
                <a:cubicBezTo>
                  <a:pt x="404841" y="704088"/>
                  <a:pt x="322545" y="804672"/>
                  <a:pt x="322545" y="804672"/>
                </a:cubicBezTo>
                <a:cubicBezTo>
                  <a:pt x="322545" y="804672"/>
                  <a:pt x="393411" y="736092"/>
                  <a:pt x="473421" y="640080"/>
                </a:cubicBezTo>
                <a:cubicBezTo>
                  <a:pt x="509241" y="597096"/>
                  <a:pt x="530401" y="566940"/>
                  <a:pt x="542845" y="546743"/>
                </a:cubicBezTo>
                <a:cubicBezTo>
                  <a:pt x="554847" y="661894"/>
                  <a:pt x="555891" y="806471"/>
                  <a:pt x="528285" y="973838"/>
                </a:cubicBezTo>
                <a:cubicBezTo>
                  <a:pt x="455133" y="1417327"/>
                  <a:pt x="308829" y="1696219"/>
                  <a:pt x="308829" y="1696219"/>
                </a:cubicBezTo>
                <a:lnTo>
                  <a:pt x="221961" y="1696219"/>
                </a:lnTo>
                <a:cubicBezTo>
                  <a:pt x="221961" y="1696219"/>
                  <a:pt x="80229" y="1261874"/>
                  <a:pt x="20792" y="809246"/>
                </a:cubicBezTo>
                <a:cubicBezTo>
                  <a:pt x="0" y="650906"/>
                  <a:pt x="1028" y="505435"/>
                  <a:pt x="17223" y="383010"/>
                </a:cubicBezTo>
                <a:cubicBezTo>
                  <a:pt x="154468" y="533181"/>
                  <a:pt x="203673" y="557784"/>
                  <a:pt x="203673" y="557784"/>
                </a:cubicBezTo>
                <a:cubicBezTo>
                  <a:pt x="203673" y="557784"/>
                  <a:pt x="48225" y="338328"/>
                  <a:pt x="43653" y="310896"/>
                </a:cubicBezTo>
                <a:cubicBezTo>
                  <a:pt x="41100" y="295575"/>
                  <a:pt x="42825" y="265993"/>
                  <a:pt x="44845" y="242859"/>
                </a:cubicBezTo>
                <a:cubicBezTo>
                  <a:pt x="84751" y="96489"/>
                  <a:pt x="150446" y="6880"/>
                  <a:pt x="221961" y="4572"/>
                </a:cubicBezTo>
              </a:path>
            </a:pathLst>
          </a:custGeom>
          <a:solidFill>
            <a:srgbClr val="57A4B9">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11069270" y="4173525"/>
            <a:ext cx="394360" cy="1646149"/>
          </a:xfrm>
          <a:custGeom>
            <a:avLst/>
            <a:gdLst/>
            <a:ahLst/>
            <a:cxnLst/>
            <a:rect l="l" t="t" r="r" b="b"/>
            <a:pathLst>
              <a:path w="394360" h="1646149">
                <a:moveTo>
                  <a:pt x="146844" y="4375"/>
                </a:moveTo>
                <a:cubicBezTo>
                  <a:pt x="146623" y="1860"/>
                  <a:pt x="144406" y="0"/>
                  <a:pt x="141890" y="221"/>
                </a:cubicBezTo>
                <a:cubicBezTo>
                  <a:pt x="139374" y="440"/>
                  <a:pt x="137515" y="2660"/>
                  <a:pt x="137736" y="5175"/>
                </a:cubicBezTo>
                <a:lnTo>
                  <a:pt x="146844" y="4375"/>
                </a:lnTo>
                <a:moveTo>
                  <a:pt x="169722" y="1641500"/>
                </a:moveTo>
                <a:cubicBezTo>
                  <a:pt x="169694" y="1644027"/>
                  <a:pt x="171718" y="1646098"/>
                  <a:pt x="174243" y="1646123"/>
                </a:cubicBezTo>
                <a:cubicBezTo>
                  <a:pt x="176768" y="1646148"/>
                  <a:pt x="178838" y="1644129"/>
                  <a:pt x="178866" y="1641602"/>
                </a:cubicBezTo>
                <a:lnTo>
                  <a:pt x="169722" y="1641500"/>
                </a:lnTo>
                <a:moveTo>
                  <a:pt x="183438" y="823163"/>
                </a:moveTo>
                <a:lnTo>
                  <a:pt x="188013" y="823214"/>
                </a:lnTo>
                <a:lnTo>
                  <a:pt x="188009" y="823054"/>
                </a:lnTo>
                <a:lnTo>
                  <a:pt x="183438" y="823163"/>
                </a:lnTo>
                <a:moveTo>
                  <a:pt x="8057" y="623054"/>
                </a:moveTo>
                <a:cubicBezTo>
                  <a:pt x="6117" y="621439"/>
                  <a:pt x="3234" y="621700"/>
                  <a:pt x="1618" y="623640"/>
                </a:cubicBezTo>
                <a:cubicBezTo>
                  <a:pt x="0" y="625580"/>
                  <a:pt x="263" y="628463"/>
                  <a:pt x="2203" y="630080"/>
                </a:cubicBezTo>
                <a:lnTo>
                  <a:pt x="8057" y="623054"/>
                </a:lnTo>
                <a:moveTo>
                  <a:pt x="139363" y="744380"/>
                </a:moveTo>
                <a:cubicBezTo>
                  <a:pt x="141303" y="745995"/>
                  <a:pt x="144186" y="745734"/>
                  <a:pt x="145803" y="743794"/>
                </a:cubicBezTo>
                <a:cubicBezTo>
                  <a:pt x="147418" y="741854"/>
                  <a:pt x="147157" y="738971"/>
                  <a:pt x="145217" y="737354"/>
                </a:cubicBezTo>
                <a:lnTo>
                  <a:pt x="139363" y="744380"/>
                </a:lnTo>
                <a:moveTo>
                  <a:pt x="58715" y="975440"/>
                </a:moveTo>
                <a:cubicBezTo>
                  <a:pt x="56964" y="973621"/>
                  <a:pt x="54069" y="973567"/>
                  <a:pt x="52251" y="975318"/>
                </a:cubicBezTo>
                <a:cubicBezTo>
                  <a:pt x="50432" y="977069"/>
                  <a:pt x="50378" y="979964"/>
                  <a:pt x="52129" y="981782"/>
                </a:cubicBezTo>
                <a:lnTo>
                  <a:pt x="58715" y="975440"/>
                </a:lnTo>
                <a:moveTo>
                  <a:pt x="171001" y="1105226"/>
                </a:moveTo>
                <a:cubicBezTo>
                  <a:pt x="172752" y="1107045"/>
                  <a:pt x="175647" y="1107099"/>
                  <a:pt x="177465" y="1105348"/>
                </a:cubicBezTo>
                <a:cubicBezTo>
                  <a:pt x="179284" y="1103597"/>
                  <a:pt x="179338" y="1100702"/>
                  <a:pt x="177587" y="1098884"/>
                </a:cubicBezTo>
                <a:lnTo>
                  <a:pt x="171001" y="1105226"/>
                </a:lnTo>
                <a:moveTo>
                  <a:pt x="213138" y="983805"/>
                </a:moveTo>
                <a:cubicBezTo>
                  <a:pt x="210958" y="985078"/>
                  <a:pt x="210221" y="987878"/>
                  <a:pt x="211492" y="990059"/>
                </a:cubicBezTo>
                <a:cubicBezTo>
                  <a:pt x="212765" y="992239"/>
                  <a:pt x="215565" y="992976"/>
                  <a:pt x="217746" y="991705"/>
                </a:cubicBezTo>
                <a:lnTo>
                  <a:pt x="213138" y="983805"/>
                </a:lnTo>
                <a:moveTo>
                  <a:pt x="392875" y="834996"/>
                </a:moveTo>
                <a:cubicBezTo>
                  <a:pt x="394361" y="832955"/>
                  <a:pt x="393909" y="830095"/>
                  <a:pt x="391867" y="828610"/>
                </a:cubicBezTo>
                <a:cubicBezTo>
                  <a:pt x="389824" y="827124"/>
                  <a:pt x="386966" y="827576"/>
                  <a:pt x="385481" y="829618"/>
                </a:cubicBezTo>
                <a:lnTo>
                  <a:pt x="392875" y="834996"/>
                </a:lnTo>
                <a:moveTo>
                  <a:pt x="142290" y="4775"/>
                </a:moveTo>
                <a:cubicBezTo>
                  <a:pt x="137736" y="5175"/>
                  <a:pt x="137736" y="5176"/>
                  <a:pt x="137736" y="5179"/>
                </a:cubicBezTo>
                <a:cubicBezTo>
                  <a:pt x="137736" y="5181"/>
                  <a:pt x="137736" y="5185"/>
                  <a:pt x="137737" y="5190"/>
                </a:cubicBezTo>
                <a:cubicBezTo>
                  <a:pt x="137738" y="5200"/>
                  <a:pt x="137740" y="5214"/>
                  <a:pt x="137741" y="5235"/>
                </a:cubicBezTo>
                <a:cubicBezTo>
                  <a:pt x="137745" y="5275"/>
                  <a:pt x="137750" y="5338"/>
                  <a:pt x="137757" y="5419"/>
                </a:cubicBezTo>
                <a:cubicBezTo>
                  <a:pt x="137771" y="5581"/>
                  <a:pt x="137793" y="5827"/>
                  <a:pt x="137821" y="6154"/>
                </a:cubicBezTo>
                <a:cubicBezTo>
                  <a:pt x="137877" y="6806"/>
                  <a:pt x="137961" y="7784"/>
                  <a:pt x="138071" y="9079"/>
                </a:cubicBezTo>
                <a:cubicBezTo>
                  <a:pt x="138291" y="11670"/>
                  <a:pt x="138616" y="15534"/>
                  <a:pt x="139032" y="20625"/>
                </a:cubicBezTo>
                <a:cubicBezTo>
                  <a:pt x="139867" y="30802"/>
                  <a:pt x="141072" y="45885"/>
                  <a:pt x="142553" y="65484"/>
                </a:cubicBezTo>
                <a:cubicBezTo>
                  <a:pt x="145516" y="104685"/>
                  <a:pt x="149586" y="161955"/>
                  <a:pt x="154015" y="234226"/>
                </a:cubicBezTo>
                <a:cubicBezTo>
                  <a:pt x="162870" y="378770"/>
                  <a:pt x="173154" y="583310"/>
                  <a:pt x="178867" y="823272"/>
                </a:cubicBezTo>
                <a:lnTo>
                  <a:pt x="188009" y="823054"/>
                </a:lnTo>
                <a:cubicBezTo>
                  <a:pt x="182292" y="582956"/>
                  <a:pt x="172002" y="378302"/>
                  <a:pt x="163141" y="233667"/>
                </a:cubicBezTo>
                <a:cubicBezTo>
                  <a:pt x="158711" y="161348"/>
                  <a:pt x="154637" y="104034"/>
                  <a:pt x="151671" y="64795"/>
                </a:cubicBezTo>
                <a:cubicBezTo>
                  <a:pt x="150188" y="45175"/>
                  <a:pt x="148982" y="30075"/>
                  <a:pt x="148146" y="19877"/>
                </a:cubicBezTo>
                <a:cubicBezTo>
                  <a:pt x="147728" y="14778"/>
                  <a:pt x="147403" y="10904"/>
                  <a:pt x="147182" y="8306"/>
                </a:cubicBezTo>
                <a:cubicBezTo>
                  <a:pt x="147072" y="7005"/>
                  <a:pt x="146988" y="6023"/>
                  <a:pt x="146931" y="5367"/>
                </a:cubicBezTo>
                <a:cubicBezTo>
                  <a:pt x="146903" y="5038"/>
                  <a:pt x="146881" y="4792"/>
                  <a:pt x="146866" y="4625"/>
                </a:cubicBezTo>
                <a:cubicBezTo>
                  <a:pt x="146859" y="4543"/>
                  <a:pt x="146853" y="4480"/>
                  <a:pt x="146851" y="4438"/>
                </a:cubicBezTo>
                <a:cubicBezTo>
                  <a:pt x="146848" y="4418"/>
                  <a:pt x="146847" y="4402"/>
                  <a:pt x="146845" y="4391"/>
                </a:cubicBezTo>
                <a:cubicBezTo>
                  <a:pt x="146845" y="4386"/>
                  <a:pt x="146845" y="4383"/>
                  <a:pt x="146844" y="4379"/>
                </a:cubicBezTo>
                <a:cubicBezTo>
                  <a:pt x="146844" y="4376"/>
                  <a:pt x="146844" y="4375"/>
                  <a:pt x="142290" y="4775"/>
                </a:cubicBezTo>
                <a:moveTo>
                  <a:pt x="178866" y="823112"/>
                </a:moveTo>
                <a:lnTo>
                  <a:pt x="169722" y="1641500"/>
                </a:lnTo>
                <a:lnTo>
                  <a:pt x="178866" y="1641602"/>
                </a:lnTo>
                <a:lnTo>
                  <a:pt x="188010" y="823214"/>
                </a:lnTo>
                <a:lnTo>
                  <a:pt x="178866" y="823112"/>
                </a:lnTo>
                <a:moveTo>
                  <a:pt x="2203" y="630080"/>
                </a:moveTo>
                <a:lnTo>
                  <a:pt x="139363" y="744380"/>
                </a:lnTo>
                <a:lnTo>
                  <a:pt x="145217" y="737354"/>
                </a:lnTo>
                <a:lnTo>
                  <a:pt x="8057" y="623054"/>
                </a:lnTo>
                <a:lnTo>
                  <a:pt x="2203" y="630080"/>
                </a:lnTo>
                <a:moveTo>
                  <a:pt x="52129" y="981782"/>
                </a:moveTo>
                <a:lnTo>
                  <a:pt x="171001" y="1105226"/>
                </a:lnTo>
                <a:lnTo>
                  <a:pt x="177587" y="1098884"/>
                </a:lnTo>
                <a:lnTo>
                  <a:pt x="58715" y="975440"/>
                </a:lnTo>
                <a:lnTo>
                  <a:pt x="52129" y="981782"/>
                </a:lnTo>
                <a:moveTo>
                  <a:pt x="215442" y="987755"/>
                </a:moveTo>
                <a:cubicBezTo>
                  <a:pt x="217746" y="991705"/>
                  <a:pt x="217746" y="991703"/>
                  <a:pt x="217747" y="991703"/>
                </a:cubicBezTo>
                <a:cubicBezTo>
                  <a:pt x="217747" y="991703"/>
                  <a:pt x="217748" y="991702"/>
                  <a:pt x="217750" y="991702"/>
                </a:cubicBezTo>
                <a:cubicBezTo>
                  <a:pt x="217752" y="991701"/>
                  <a:pt x="217755" y="991700"/>
                  <a:pt x="217758" y="991697"/>
                </a:cubicBezTo>
                <a:cubicBezTo>
                  <a:pt x="217766" y="991692"/>
                  <a:pt x="217776" y="991686"/>
                  <a:pt x="217792" y="991678"/>
                </a:cubicBezTo>
                <a:cubicBezTo>
                  <a:pt x="217819" y="991662"/>
                  <a:pt x="217861" y="991637"/>
                  <a:pt x="217915" y="991606"/>
                </a:cubicBezTo>
                <a:cubicBezTo>
                  <a:pt x="218024" y="991541"/>
                  <a:pt x="218184" y="991447"/>
                  <a:pt x="218393" y="991322"/>
                </a:cubicBezTo>
                <a:cubicBezTo>
                  <a:pt x="218813" y="991075"/>
                  <a:pt x="219431" y="990709"/>
                  <a:pt x="220229" y="990230"/>
                </a:cubicBezTo>
                <a:cubicBezTo>
                  <a:pt x="221825" y="989275"/>
                  <a:pt x="224147" y="987871"/>
                  <a:pt x="227059" y="986074"/>
                </a:cubicBezTo>
                <a:cubicBezTo>
                  <a:pt x="232882" y="982479"/>
                  <a:pt x="241072" y="977307"/>
                  <a:pt x="250554" y="970985"/>
                </a:cubicBezTo>
                <a:cubicBezTo>
                  <a:pt x="269492" y="958360"/>
                  <a:pt x="293692" y="941081"/>
                  <a:pt x="314492" y="922593"/>
                </a:cubicBezTo>
                <a:lnTo>
                  <a:pt x="308416" y="915757"/>
                </a:lnTo>
                <a:cubicBezTo>
                  <a:pt x="288068" y="933845"/>
                  <a:pt x="264262" y="950856"/>
                  <a:pt x="245481" y="963377"/>
                </a:cubicBezTo>
                <a:cubicBezTo>
                  <a:pt x="236104" y="969628"/>
                  <a:pt x="228006" y="974744"/>
                  <a:pt x="222256" y="978292"/>
                </a:cubicBezTo>
                <a:cubicBezTo>
                  <a:pt x="219382" y="980066"/>
                  <a:pt x="217096" y="981449"/>
                  <a:pt x="215531" y="982385"/>
                </a:cubicBezTo>
                <a:cubicBezTo>
                  <a:pt x="214749" y="982854"/>
                  <a:pt x="214147" y="983211"/>
                  <a:pt x="213743" y="983451"/>
                </a:cubicBezTo>
                <a:cubicBezTo>
                  <a:pt x="213541" y="983569"/>
                  <a:pt x="213387" y="983659"/>
                  <a:pt x="213287" y="983719"/>
                </a:cubicBezTo>
                <a:cubicBezTo>
                  <a:pt x="213236" y="983749"/>
                  <a:pt x="213198" y="983771"/>
                  <a:pt x="213173" y="983785"/>
                </a:cubicBezTo>
                <a:cubicBezTo>
                  <a:pt x="213161" y="983793"/>
                  <a:pt x="213151" y="983798"/>
                  <a:pt x="213146" y="983801"/>
                </a:cubicBezTo>
                <a:cubicBezTo>
                  <a:pt x="213143" y="983803"/>
                  <a:pt x="213141" y="983804"/>
                  <a:pt x="213139" y="983805"/>
                </a:cubicBezTo>
                <a:cubicBezTo>
                  <a:pt x="213139" y="983805"/>
                  <a:pt x="213138" y="983805"/>
                  <a:pt x="213138" y="983805"/>
                </a:cubicBezTo>
                <a:cubicBezTo>
                  <a:pt x="213138" y="983807"/>
                  <a:pt x="213138" y="983805"/>
                  <a:pt x="215442" y="987755"/>
                </a:cubicBezTo>
                <a:moveTo>
                  <a:pt x="314492" y="922593"/>
                </a:moveTo>
                <a:cubicBezTo>
                  <a:pt x="335307" y="904089"/>
                  <a:pt x="354903" y="882179"/>
                  <a:pt x="369259" y="864952"/>
                </a:cubicBezTo>
                <a:cubicBezTo>
                  <a:pt x="376446" y="856327"/>
                  <a:pt x="382342" y="848851"/>
                  <a:pt x="386442" y="843526"/>
                </a:cubicBezTo>
                <a:cubicBezTo>
                  <a:pt x="388493" y="840864"/>
                  <a:pt x="390096" y="838738"/>
                  <a:pt x="391188" y="837275"/>
                </a:cubicBezTo>
                <a:cubicBezTo>
                  <a:pt x="391736" y="836544"/>
                  <a:pt x="392155" y="835977"/>
                  <a:pt x="392438" y="835592"/>
                </a:cubicBezTo>
                <a:cubicBezTo>
                  <a:pt x="392580" y="835399"/>
                  <a:pt x="392688" y="835252"/>
                  <a:pt x="392761" y="835153"/>
                </a:cubicBezTo>
                <a:cubicBezTo>
                  <a:pt x="392798" y="835102"/>
                  <a:pt x="392825" y="835064"/>
                  <a:pt x="392844" y="835039"/>
                </a:cubicBezTo>
                <a:cubicBezTo>
                  <a:pt x="392855" y="835025"/>
                  <a:pt x="392862" y="835015"/>
                  <a:pt x="392867" y="835008"/>
                </a:cubicBezTo>
                <a:cubicBezTo>
                  <a:pt x="392870" y="835004"/>
                  <a:pt x="392871" y="835002"/>
                  <a:pt x="392872" y="834999"/>
                </a:cubicBezTo>
                <a:cubicBezTo>
                  <a:pt x="392874" y="834999"/>
                  <a:pt x="392874" y="834998"/>
                  <a:pt x="392875" y="834997"/>
                </a:cubicBezTo>
                <a:cubicBezTo>
                  <a:pt x="392875" y="834997"/>
                  <a:pt x="392875" y="834996"/>
                  <a:pt x="389178" y="832307"/>
                </a:cubicBezTo>
                <a:cubicBezTo>
                  <a:pt x="385481" y="829618"/>
                  <a:pt x="385481" y="829617"/>
                  <a:pt x="385481" y="829617"/>
                </a:cubicBezTo>
                <a:cubicBezTo>
                  <a:pt x="385480" y="829618"/>
                  <a:pt x="385480" y="829618"/>
                  <a:pt x="385480" y="829618"/>
                </a:cubicBezTo>
                <a:cubicBezTo>
                  <a:pt x="385478" y="829620"/>
                  <a:pt x="385477" y="829622"/>
                  <a:pt x="385476" y="829625"/>
                </a:cubicBezTo>
                <a:cubicBezTo>
                  <a:pt x="385472" y="829630"/>
                  <a:pt x="385466" y="829637"/>
                  <a:pt x="385458" y="829649"/>
                </a:cubicBezTo>
                <a:cubicBezTo>
                  <a:pt x="385442" y="829672"/>
                  <a:pt x="385416" y="829706"/>
                  <a:pt x="385382" y="829752"/>
                </a:cubicBezTo>
                <a:cubicBezTo>
                  <a:pt x="385315" y="829844"/>
                  <a:pt x="385212" y="829984"/>
                  <a:pt x="385076" y="830170"/>
                </a:cubicBezTo>
                <a:cubicBezTo>
                  <a:pt x="384804" y="830539"/>
                  <a:pt x="384396" y="831089"/>
                  <a:pt x="383863" y="831804"/>
                </a:cubicBezTo>
                <a:cubicBezTo>
                  <a:pt x="382795" y="833233"/>
                  <a:pt x="381219" y="835323"/>
                  <a:pt x="379198" y="837947"/>
                </a:cubicBezTo>
                <a:cubicBezTo>
                  <a:pt x="375155" y="843195"/>
                  <a:pt x="369334" y="850578"/>
                  <a:pt x="362234" y="859098"/>
                </a:cubicBezTo>
                <a:cubicBezTo>
                  <a:pt x="348015" y="876161"/>
                  <a:pt x="328749" y="897685"/>
                  <a:pt x="308416" y="915757"/>
                </a:cubicBezTo>
                <a:lnTo>
                  <a:pt x="314492" y="922593"/>
                </a:lnTo>
              </a:path>
            </a:pathLst>
          </a:cu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10761124" y="5829300"/>
            <a:ext cx="887664" cy="1024128"/>
          </a:xfrm>
          <a:custGeom>
            <a:avLst/>
            <a:gdLst/>
            <a:ahLst/>
            <a:cxnLst/>
            <a:rect l="l" t="t" r="r" b="b"/>
            <a:pathLst>
              <a:path w="887664" h="1024128">
                <a:moveTo>
                  <a:pt x="4722" y="62622"/>
                </a:moveTo>
                <a:cubicBezTo>
                  <a:pt x="0" y="29571"/>
                  <a:pt x="25646" y="0"/>
                  <a:pt x="59035" y="0"/>
                </a:cubicBezTo>
                <a:lnTo>
                  <a:pt x="828629" y="0"/>
                </a:lnTo>
                <a:cubicBezTo>
                  <a:pt x="862016" y="0"/>
                  <a:pt x="887664" y="29571"/>
                  <a:pt x="882942" y="62622"/>
                </a:cubicBezTo>
                <a:lnTo>
                  <a:pt x="747827" y="1008426"/>
                </a:lnTo>
                <a:cubicBezTo>
                  <a:pt x="746540" y="1017436"/>
                  <a:pt x="738824" y="1024128"/>
                  <a:pt x="729723" y="1024128"/>
                </a:cubicBezTo>
                <a:lnTo>
                  <a:pt x="157941" y="1024128"/>
                </a:lnTo>
                <a:cubicBezTo>
                  <a:pt x="148840" y="1024128"/>
                  <a:pt x="141124" y="1017436"/>
                  <a:pt x="139837" y="1008426"/>
                </a:cubicBezTo>
                <a:lnTo>
                  <a:pt x="4722" y="62622"/>
                </a:lnTo>
              </a:path>
            </a:pathLst>
          </a:custGeom>
          <a:solidFill>
            <a:srgbClr val="F05F42">
              <a:alpha val="75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10782300" y="6002528"/>
            <a:ext cx="850392" cy="758952"/>
          </a:xfrm>
          <a:custGeom>
            <a:avLst/>
            <a:gdLst/>
            <a:ahLst/>
            <a:cxnLst/>
            <a:rect l="l" t="t" r="r" b="b"/>
            <a:pathLst>
              <a:path w="850392" h="758952">
                <a:moveTo>
                  <a:pt x="0" y="9144"/>
                </a:moveTo>
                <a:lnTo>
                  <a:pt x="850392" y="9144"/>
                </a:lnTo>
                <a:lnTo>
                  <a:pt x="850392" y="0"/>
                </a:lnTo>
                <a:lnTo>
                  <a:pt x="0" y="0"/>
                </a:lnTo>
                <a:lnTo>
                  <a:pt x="0" y="9144"/>
                </a:lnTo>
                <a:moveTo>
                  <a:pt x="27432" y="201168"/>
                </a:moveTo>
                <a:lnTo>
                  <a:pt x="818388" y="201168"/>
                </a:lnTo>
                <a:lnTo>
                  <a:pt x="818388" y="192024"/>
                </a:lnTo>
                <a:lnTo>
                  <a:pt x="27432" y="192024"/>
                </a:lnTo>
                <a:lnTo>
                  <a:pt x="27432" y="201168"/>
                </a:lnTo>
                <a:moveTo>
                  <a:pt x="36576" y="274320"/>
                </a:moveTo>
                <a:lnTo>
                  <a:pt x="809244" y="274320"/>
                </a:lnTo>
                <a:lnTo>
                  <a:pt x="809244" y="265176"/>
                </a:lnTo>
                <a:lnTo>
                  <a:pt x="36576" y="265176"/>
                </a:lnTo>
                <a:lnTo>
                  <a:pt x="36576" y="274320"/>
                </a:lnTo>
                <a:moveTo>
                  <a:pt x="73152" y="525780"/>
                </a:moveTo>
                <a:lnTo>
                  <a:pt x="768096" y="525780"/>
                </a:lnTo>
                <a:lnTo>
                  <a:pt x="768096" y="516636"/>
                </a:lnTo>
                <a:lnTo>
                  <a:pt x="73152" y="516636"/>
                </a:lnTo>
                <a:lnTo>
                  <a:pt x="73152" y="525780"/>
                </a:lnTo>
                <a:moveTo>
                  <a:pt x="91440" y="653796"/>
                </a:moveTo>
                <a:lnTo>
                  <a:pt x="745236" y="653796"/>
                </a:lnTo>
                <a:lnTo>
                  <a:pt x="745236" y="644652"/>
                </a:lnTo>
                <a:lnTo>
                  <a:pt x="91440" y="644652"/>
                </a:lnTo>
                <a:lnTo>
                  <a:pt x="91440" y="653796"/>
                </a:lnTo>
                <a:moveTo>
                  <a:pt x="109728" y="758952"/>
                </a:moveTo>
                <a:lnTo>
                  <a:pt x="726948" y="758952"/>
                </a:lnTo>
                <a:lnTo>
                  <a:pt x="726948" y="749808"/>
                </a:lnTo>
                <a:lnTo>
                  <a:pt x="109728" y="749808"/>
                </a:lnTo>
                <a:lnTo>
                  <a:pt x="109728" y="758952"/>
                </a:lnTo>
              </a:path>
            </a:pathLst>
          </a:custGeom>
          <a:solidFill>
            <a:srgbClr val="F05F42">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10845800" y="6413500"/>
            <a:ext cx="662940" cy="438912"/>
          </a:xfrm>
          <a:custGeom>
            <a:avLst/>
            <a:gdLst/>
            <a:ahLst/>
            <a:cxnLst/>
            <a:rect l="l" t="t" r="r" b="b"/>
            <a:pathLst>
              <a:path w="662940" h="438912">
                <a:moveTo>
                  <a:pt x="0" y="0"/>
                </a:moveTo>
                <a:cubicBezTo>
                  <a:pt x="0" y="0"/>
                  <a:pt x="77724" y="214884"/>
                  <a:pt x="251460" y="306324"/>
                </a:cubicBezTo>
                <a:cubicBezTo>
                  <a:pt x="425196" y="397764"/>
                  <a:pt x="662940" y="438912"/>
                  <a:pt x="662940" y="438912"/>
                </a:cubicBezTo>
                <a:lnTo>
                  <a:pt x="75414" y="438912"/>
                </a:lnTo>
                <a:cubicBezTo>
                  <a:pt x="66264" y="438912"/>
                  <a:pt x="58520" y="432147"/>
                  <a:pt x="57292" y="423078"/>
                </a:cubicBezTo>
                <a:lnTo>
                  <a:pt x="0" y="0"/>
                </a:lnTo>
              </a:path>
            </a:pathLst>
          </a:custGeom>
          <a:solidFill>
            <a:srgbClr val="000000">
              <a:alpha val="1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0" y="1143000"/>
            <a:ext cx="12192000" cy="1143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5600" b="1"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Contents</a:t>
            </a:r>
            <a:endParaRPr lang="en-US" sz="1100"/>
          </a:p>
          <a:p>
            <a:pPr indent="0" algn="ctr">
              <a:lnSpc>
                <a:spcPct val="125000"/>
              </a:lnSpc>
            </a:pPr>
            <a:r>
              <a:rPr lang="en-US" sz="2000" b="0" i="0" u="none" strike="noStrike" spc="400">
                <a:solidFill>
                  <a:srgbClr val="787878"/>
                </a:solidFill>
                <a:latin typeface="Noto Sans SC" panose="020B0200000000000000" charset="-122"/>
                <a:ea typeface="Noto Sans SC" panose="020B0200000000000000" charset="-122"/>
                <a:cs typeface="Noto Sans SC" panose="020B0200000000000000" charset="-122"/>
                <a:sym typeface="Noto Sans SC" panose="020B0200000000000000" charset="-122"/>
              </a:rPr>
              <a:t>目录</a:t>
            </a:r>
            <a:endParaRPr lang="en-US" sz="2000" b="0" i="0" u="none" strike="noStrike" spc="400">
              <a:solidFill>
                <a:srgbClr val="78787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889000" y="2794000"/>
            <a:ext cx="3302000" cy="2159000"/>
          </a:xfrm>
          <a:prstGeom prst="roundRect">
            <a:avLst>
              <a:gd name="adj" fmla="val 7058"/>
            </a:avLst>
          </a:prstGeom>
          <a:solidFill>
            <a:srgbClr val="FFFFFF">
              <a:alpha val="90000"/>
            </a:srgbClr>
          </a:solidFill>
          <a:ln w="25400" cap="flat" cmpd="sng">
            <a:noFill/>
            <a:prstDash val="solid"/>
            <a:round/>
          </a:ln>
          <a:effectLst>
            <a:outerShdw blurRad="1524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14" name="AutoShape 14"/>
          <p:cNvSpPr/>
          <p:nvPr/>
        </p:nvSpPr>
        <p:spPr>
          <a:xfrm>
            <a:off x="889000" y="3048000"/>
            <a:ext cx="330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400" b="1" i="0" u="none" strike="noStrike">
                <a:solidFill>
                  <a:srgbClr val="F29D38"/>
                </a:solidFill>
                <a:latin typeface="Arial" panose="020B0604020202020204"/>
                <a:ea typeface="Arial" panose="020B0604020202020204"/>
                <a:cs typeface="Arial" panose="020B0604020202020204"/>
                <a:sym typeface="Arial" panose="020B0604020202020204"/>
              </a:rPr>
              <a:t>01</a:t>
            </a:r>
            <a:endParaRPr lang="en-US" sz="1100"/>
          </a:p>
        </p:txBody>
      </p:sp>
      <p:sp>
        <p:nvSpPr>
          <p:cNvPr id="15" name="AutoShape 15"/>
          <p:cNvSpPr/>
          <p:nvPr/>
        </p:nvSpPr>
        <p:spPr>
          <a:xfrm>
            <a:off x="1016000" y="3937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Project Overview &amp; Team Roles</a:t>
            </a:r>
            <a:endParaRPr lang="en-US" sz="1100"/>
          </a:p>
        </p:txBody>
      </p:sp>
      <p:sp>
        <p:nvSpPr>
          <p:cNvPr id="16" name="AutoShape 16"/>
          <p:cNvSpPr/>
          <p:nvPr/>
        </p:nvSpPr>
        <p:spPr>
          <a:xfrm>
            <a:off x="1016000" y="4445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0" i="0" u="none" strike="noStrike">
                <a:solidFill>
                  <a:srgbClr val="6E6E6E"/>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项目概述与团队分工</a:t>
            </a:r>
            <a:endParaRPr lang="en-US" sz="1100"/>
          </a:p>
        </p:txBody>
      </p:sp>
      <p:sp>
        <p:nvSpPr>
          <p:cNvPr id="17" name="AutoShape 17"/>
          <p:cNvSpPr/>
          <p:nvPr/>
        </p:nvSpPr>
        <p:spPr>
          <a:xfrm>
            <a:off x="4445000" y="2794000"/>
            <a:ext cx="3302000" cy="2159000"/>
          </a:xfrm>
          <a:prstGeom prst="roundRect">
            <a:avLst>
              <a:gd name="adj" fmla="val 7058"/>
            </a:avLst>
          </a:prstGeom>
          <a:solidFill>
            <a:srgbClr val="FFFFFF">
              <a:alpha val="90000"/>
            </a:srgbClr>
          </a:solidFill>
          <a:ln w="25400" cap="flat" cmpd="sng">
            <a:noFill/>
            <a:prstDash val="solid"/>
            <a:round/>
          </a:ln>
          <a:effectLst>
            <a:outerShdw blurRad="1524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18" name="AutoShape 18"/>
          <p:cNvSpPr/>
          <p:nvPr/>
        </p:nvSpPr>
        <p:spPr>
          <a:xfrm>
            <a:off x="4445000" y="3048000"/>
            <a:ext cx="330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400" b="1" i="0" u="none" strike="noStrike">
                <a:solidFill>
                  <a:srgbClr val="57A4B9"/>
                </a:solidFill>
                <a:latin typeface="Arial" panose="020B0604020202020204"/>
                <a:ea typeface="Arial" panose="020B0604020202020204"/>
                <a:cs typeface="Arial" panose="020B0604020202020204"/>
                <a:sym typeface="Arial" panose="020B0604020202020204"/>
              </a:rPr>
              <a:t>02</a:t>
            </a:r>
            <a:endParaRPr lang="en-US" sz="1100"/>
          </a:p>
        </p:txBody>
      </p:sp>
      <p:sp>
        <p:nvSpPr>
          <p:cNvPr id="19" name="AutoShape 19"/>
          <p:cNvSpPr/>
          <p:nvPr/>
        </p:nvSpPr>
        <p:spPr>
          <a:xfrm>
            <a:off x="4572000" y="3937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Project Technical Architecture</a:t>
            </a:r>
            <a:endParaRPr lang="en-US" sz="1100"/>
          </a:p>
        </p:txBody>
      </p:sp>
      <p:sp>
        <p:nvSpPr>
          <p:cNvPr id="20" name="AutoShape 20"/>
          <p:cNvSpPr/>
          <p:nvPr/>
        </p:nvSpPr>
        <p:spPr>
          <a:xfrm>
            <a:off x="4572000" y="4445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0" i="0" u="none" strike="noStrike">
                <a:solidFill>
                  <a:srgbClr val="6E6E6E"/>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项目技术架构</a:t>
            </a:r>
            <a:endParaRPr lang="en-US" sz="1100"/>
          </a:p>
        </p:txBody>
      </p:sp>
      <p:sp>
        <p:nvSpPr>
          <p:cNvPr id="21" name="AutoShape 21"/>
          <p:cNvSpPr/>
          <p:nvPr/>
        </p:nvSpPr>
        <p:spPr>
          <a:xfrm>
            <a:off x="8001000" y="2794000"/>
            <a:ext cx="3302000" cy="2159000"/>
          </a:xfrm>
          <a:prstGeom prst="roundRect">
            <a:avLst>
              <a:gd name="adj" fmla="val 7058"/>
            </a:avLst>
          </a:prstGeom>
          <a:solidFill>
            <a:srgbClr val="FFFFFF">
              <a:alpha val="90000"/>
            </a:srgbClr>
          </a:solidFill>
          <a:ln w="25400" cap="flat" cmpd="sng">
            <a:noFill/>
            <a:prstDash val="solid"/>
            <a:round/>
          </a:ln>
          <a:effectLst>
            <a:outerShdw blurRad="1524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22" name="AutoShape 22"/>
          <p:cNvSpPr/>
          <p:nvPr/>
        </p:nvSpPr>
        <p:spPr>
          <a:xfrm>
            <a:off x="8001000" y="3048000"/>
            <a:ext cx="330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400" b="1" i="0" u="none" strike="noStrike">
                <a:solidFill>
                  <a:srgbClr val="F05F42"/>
                </a:solidFill>
                <a:latin typeface="Arial" panose="020B0604020202020204"/>
                <a:ea typeface="Arial" panose="020B0604020202020204"/>
                <a:cs typeface="Arial" panose="020B0604020202020204"/>
                <a:sym typeface="Arial" panose="020B0604020202020204"/>
              </a:rPr>
              <a:t>03</a:t>
            </a:r>
            <a:endParaRPr lang="en-US" sz="1100"/>
          </a:p>
        </p:txBody>
      </p:sp>
      <p:sp>
        <p:nvSpPr>
          <p:cNvPr id="23" name="AutoShape 23"/>
          <p:cNvSpPr/>
          <p:nvPr/>
        </p:nvSpPr>
        <p:spPr>
          <a:xfrm>
            <a:off x="8128000" y="3937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Project Summary &amp; Outlook</a:t>
            </a:r>
            <a:endParaRPr lang="en-US" sz="1100"/>
          </a:p>
        </p:txBody>
      </p:sp>
      <p:sp>
        <p:nvSpPr>
          <p:cNvPr id="24" name="AutoShape 24"/>
          <p:cNvSpPr/>
          <p:nvPr/>
        </p:nvSpPr>
        <p:spPr>
          <a:xfrm>
            <a:off x="8128000" y="4445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0" i="0" u="none" strike="noStrike">
                <a:solidFill>
                  <a:srgbClr val="6E6E6E"/>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项目总结与展望</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EF5EB">
            <a:alpha val="100000"/>
          </a:srgbClr>
        </a:solidFill>
        <a:effectLst/>
      </p:bgPr>
    </p:bg>
    <p:spTree>
      <p:nvGrpSpPr>
        <p:cNvPr id="1" name=""/>
        <p:cNvGrpSpPr/>
        <p:nvPr/>
      </p:nvGrpSpPr>
      <p:grpSpPr>
        <a:xfrm>
          <a:off x="0" y="0"/>
          <a:ext cx="0" cy="0"/>
          <a:chOff x="0" y="0"/>
          <a:chExt cx="0" cy="0"/>
        </a:xfrm>
      </p:grpSpPr>
      <p:sp>
        <p:nvSpPr>
          <p:cNvPr id="2" name="Freeform 2"/>
          <p:cNvSpPr/>
          <p:nvPr/>
        </p:nvSpPr>
        <p:spPr>
          <a:xfrm>
            <a:off x="0" y="3733800"/>
            <a:ext cx="4420057" cy="3123705"/>
          </a:xfrm>
          <a:custGeom>
            <a:avLst/>
            <a:gdLst/>
            <a:ahLst/>
            <a:cxnLst/>
            <a:rect l="l" t="t" r="r" b="b"/>
            <a:pathLst>
              <a:path w="4420057" h="3123705">
                <a:moveTo>
                  <a:pt x="4420057" y="3123705"/>
                </a:moveTo>
                <a:lnTo>
                  <a:pt x="0" y="3123705"/>
                </a:lnTo>
                <a:lnTo>
                  <a:pt x="0" y="149468"/>
                </a:lnTo>
                <a:cubicBezTo>
                  <a:pt x="317679" y="52288"/>
                  <a:pt x="654966" y="0"/>
                  <a:pt x="1004466" y="0"/>
                </a:cubicBezTo>
                <a:cubicBezTo>
                  <a:pt x="2795359" y="0"/>
                  <a:pt x="4265600" y="1372934"/>
                  <a:pt x="4420057" y="3123705"/>
                </a:cubicBezTo>
              </a:path>
            </a:pathLst>
          </a:custGeom>
          <a:solidFill>
            <a:srgbClr val="F29D38">
              <a:alpha val="2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rot="1620000">
            <a:off x="2159000" y="3822700"/>
            <a:ext cx="1930400" cy="2260600"/>
          </a:xfrm>
          <a:prstGeom prst="roundRect">
            <a:avLst>
              <a:gd name="adj" fmla="val 0"/>
            </a:avLst>
          </a:prstGeom>
          <a:solidFill>
            <a:srgbClr val="91C8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rot="1620000">
            <a:off x="2247900" y="3467100"/>
            <a:ext cx="406400" cy="2260600"/>
          </a:xfrm>
          <a:prstGeom prst="roundRect">
            <a:avLst>
              <a:gd name="adj" fmla="val 0"/>
            </a:avLst>
          </a:prstGeom>
          <a:solidFill>
            <a:srgbClr val="285460">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rot="1620000">
            <a:off x="3009900" y="4394200"/>
            <a:ext cx="965200" cy="533400"/>
          </a:xfrm>
          <a:prstGeom prst="roundRect">
            <a:avLst>
              <a:gd name="adj" fmla="val 14285"/>
            </a:avLst>
          </a:prstGeom>
          <a:solidFill>
            <a:srgbClr val="FFFFFF">
              <a:alpha val="80000"/>
            </a:srgbClr>
          </a:solidFill>
          <a:ln w="25400" cap="flat" cmpd="sng">
            <a:noFill/>
            <a:prstDash val="solid"/>
            <a:round/>
          </a:ln>
        </p:spPr>
        <p:txBody>
          <a:bodyPr vert="horz" wrap="square" lIns="63500" tIns="63500" rIns="63500" bIns="63500" rtlCol="0" anchor="ctr"/>
          <a:lstStyle/>
          <a:p>
            <a:pPr algn="ctr">
              <a:defRPr/>
            </a:pPr>
          </a:p>
        </p:txBody>
      </p:sp>
      <p:sp>
        <p:nvSpPr>
          <p:cNvPr id="6" name="Freeform 6"/>
          <p:cNvSpPr/>
          <p:nvPr/>
        </p:nvSpPr>
        <p:spPr>
          <a:xfrm>
            <a:off x="0" y="5337922"/>
            <a:ext cx="1031820" cy="1101104"/>
          </a:xfrm>
          <a:custGeom>
            <a:avLst/>
            <a:gdLst/>
            <a:ahLst/>
            <a:cxnLst/>
            <a:rect l="l" t="t" r="r" b="b"/>
            <a:pathLst>
              <a:path w="1031820" h="1101104">
                <a:moveTo>
                  <a:pt x="0" y="910045"/>
                </a:moveTo>
                <a:lnTo>
                  <a:pt x="724351" y="1097218"/>
                </a:lnTo>
                <a:cubicBezTo>
                  <a:pt x="739388" y="1101104"/>
                  <a:pt x="754728" y="1092064"/>
                  <a:pt x="758613" y="1077027"/>
                </a:cubicBezTo>
                <a:lnTo>
                  <a:pt x="1025543" y="44023"/>
                </a:lnTo>
                <a:cubicBezTo>
                  <a:pt x="1031820" y="19729"/>
                  <a:pt x="1005549" y="0"/>
                  <a:pt x="983969" y="12803"/>
                </a:cubicBezTo>
                <a:lnTo>
                  <a:pt x="0" y="596507"/>
                </a:lnTo>
                <a:lnTo>
                  <a:pt x="0" y="910045"/>
                </a:lnTo>
                <a:moveTo>
                  <a:pt x="595598" y="833345"/>
                </a:moveTo>
                <a:lnTo>
                  <a:pt x="697539" y="438841"/>
                </a:lnTo>
                <a:lnTo>
                  <a:pt x="201093" y="731404"/>
                </a:lnTo>
                <a:lnTo>
                  <a:pt x="595598" y="833345"/>
                </a:lnTo>
              </a:path>
            </a:pathLst>
          </a:custGeom>
          <a:solidFill>
            <a:srgbClr val="F05F42">
              <a:alpha val="69000"/>
            </a:srgbClr>
          </a:soli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0" y="5867400"/>
            <a:ext cx="898992" cy="567948"/>
          </a:xfrm>
          <a:custGeom>
            <a:avLst/>
            <a:gdLst/>
            <a:ahLst/>
            <a:cxnLst/>
            <a:rect l="l" t="t" r="r" b="b"/>
            <a:pathLst>
              <a:path w="898992" h="567948">
                <a:moveTo>
                  <a:pt x="0" y="376094"/>
                </a:moveTo>
                <a:lnTo>
                  <a:pt x="0" y="258944"/>
                </a:lnTo>
                <a:lnTo>
                  <a:pt x="207908" y="199059"/>
                </a:lnTo>
                <a:lnTo>
                  <a:pt x="595520" y="299747"/>
                </a:lnTo>
                <a:lnTo>
                  <a:pt x="655149" y="69745"/>
                </a:lnTo>
                <a:lnTo>
                  <a:pt x="898992" y="0"/>
                </a:lnTo>
                <a:lnTo>
                  <a:pt x="761064" y="538674"/>
                </a:lnTo>
                <a:cubicBezTo>
                  <a:pt x="756383" y="556952"/>
                  <a:pt x="737739" y="567948"/>
                  <a:pt x="719479" y="563199"/>
                </a:cubicBezTo>
                <a:lnTo>
                  <a:pt x="0" y="376094"/>
                </a:lnTo>
              </a:path>
            </a:pathLst>
          </a:custGeom>
          <a:solidFill>
            <a:srgbClr val="000000">
              <a:alpha val="1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11696700" y="812800"/>
            <a:ext cx="495300" cy="1008140"/>
          </a:xfrm>
          <a:custGeom>
            <a:avLst/>
            <a:gdLst/>
            <a:ahLst/>
            <a:cxnLst/>
            <a:rect l="l" t="t" r="r" b="b"/>
            <a:pathLst>
              <a:path w="495300" h="1008140">
                <a:moveTo>
                  <a:pt x="495300" y="0"/>
                </a:moveTo>
                <a:lnTo>
                  <a:pt x="495300" y="1008140"/>
                </a:lnTo>
                <a:cubicBezTo>
                  <a:pt x="220948" y="1003417"/>
                  <a:pt x="0" y="779544"/>
                  <a:pt x="0" y="504076"/>
                </a:cubicBezTo>
                <a:cubicBezTo>
                  <a:pt x="0" y="228596"/>
                  <a:pt x="220948" y="4723"/>
                  <a:pt x="495300" y="0"/>
                </a:cubicBezTo>
              </a:path>
            </a:pathLst>
          </a:custGeom>
          <a:solidFill>
            <a:srgbClr val="91C8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5943512" y="0"/>
            <a:ext cx="95247" cy="533545"/>
          </a:xfrm>
          <a:custGeom>
            <a:avLst/>
            <a:gdLst/>
            <a:ahLst/>
            <a:cxnLst/>
            <a:rect l="l" t="t" r="r" b="b"/>
            <a:pathLst>
              <a:path w="95247" h="533545">
                <a:moveTo>
                  <a:pt x="58565" y="0"/>
                </a:moveTo>
                <a:cubicBezTo>
                  <a:pt x="58461" y="17565"/>
                  <a:pt x="58349" y="34836"/>
                  <a:pt x="58229" y="51788"/>
                </a:cubicBezTo>
                <a:cubicBezTo>
                  <a:pt x="57221" y="194848"/>
                  <a:pt x="55708" y="315283"/>
                  <a:pt x="54447" y="399953"/>
                </a:cubicBezTo>
                <a:cubicBezTo>
                  <a:pt x="53817" y="442289"/>
                  <a:pt x="53250" y="475684"/>
                  <a:pt x="52840" y="498495"/>
                </a:cubicBezTo>
                <a:cubicBezTo>
                  <a:pt x="52750" y="503498"/>
                  <a:pt x="52669" y="507990"/>
                  <a:pt x="52594" y="511957"/>
                </a:cubicBezTo>
                <a:cubicBezTo>
                  <a:pt x="52500" y="517037"/>
                  <a:pt x="52420" y="521254"/>
                  <a:pt x="52356" y="524572"/>
                </a:cubicBezTo>
                <a:lnTo>
                  <a:pt x="52224" y="531274"/>
                </a:lnTo>
                <a:lnTo>
                  <a:pt x="52190" y="532972"/>
                </a:lnTo>
                <a:lnTo>
                  <a:pt x="52181" y="533400"/>
                </a:lnTo>
                <a:lnTo>
                  <a:pt x="52180" y="533508"/>
                </a:lnTo>
                <a:lnTo>
                  <a:pt x="52178" y="533535"/>
                </a:lnTo>
                <a:cubicBezTo>
                  <a:pt x="52178" y="533541"/>
                  <a:pt x="52178" y="533545"/>
                  <a:pt x="45183" y="533400"/>
                </a:cubicBezTo>
                <a:cubicBezTo>
                  <a:pt x="0" y="533255"/>
                  <a:pt x="0" y="533253"/>
                  <a:pt x="95248" y="533246"/>
                </a:cubicBezTo>
                <a:lnTo>
                  <a:pt x="77516" y="533221"/>
                </a:lnTo>
                <a:lnTo>
                  <a:pt x="38191" y="533114"/>
                </a:lnTo>
                <a:lnTo>
                  <a:pt x="38199" y="532688"/>
                </a:lnTo>
                <a:lnTo>
                  <a:pt x="38232" y="530993"/>
                </a:lnTo>
                <a:lnTo>
                  <a:pt x="38365" y="524302"/>
                </a:lnTo>
                <a:cubicBezTo>
                  <a:pt x="38479" y="518399"/>
                  <a:pt x="38644" y="509645"/>
                  <a:pt x="38848" y="498244"/>
                </a:cubicBezTo>
                <a:cubicBezTo>
                  <a:pt x="39259" y="475445"/>
                  <a:pt x="39825" y="442064"/>
                  <a:pt x="40456" y="399745"/>
                </a:cubicBezTo>
                <a:cubicBezTo>
                  <a:pt x="41716" y="315105"/>
                  <a:pt x="43229" y="194708"/>
                  <a:pt x="44236" y="51690"/>
                </a:cubicBezTo>
                <a:cubicBezTo>
                  <a:pt x="44355" y="34769"/>
                  <a:pt x="44467" y="17532"/>
                  <a:pt x="44571" y="0"/>
                </a:cubicBezTo>
                <a:lnTo>
                  <a:pt x="58565" y="0"/>
                </a:lnTo>
              </a:path>
            </a:pathLst>
          </a:custGeom>
          <a:solidFill>
            <a:srgbClr val="8C5009">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5613400" y="1333500"/>
            <a:ext cx="736600" cy="736600"/>
          </a:xfrm>
          <a:custGeom>
            <a:avLst/>
            <a:gdLst/>
            <a:ahLst/>
            <a:cxnLst/>
            <a:rect l="l" t="t" r="r" b="b"/>
            <a:pathLst>
              <a:path w="736600" h="736600">
                <a:moveTo>
                  <a:pt x="372387" y="0"/>
                </a:moveTo>
                <a:cubicBezTo>
                  <a:pt x="578053" y="0"/>
                  <a:pt x="736600" y="166721"/>
                  <a:pt x="736600" y="372387"/>
                </a:cubicBezTo>
                <a:cubicBezTo>
                  <a:pt x="736600" y="578053"/>
                  <a:pt x="578053" y="736600"/>
                  <a:pt x="372387" y="736600"/>
                </a:cubicBezTo>
                <a:cubicBezTo>
                  <a:pt x="166721" y="736600"/>
                  <a:pt x="0" y="578053"/>
                  <a:pt x="0" y="372387"/>
                </a:cubicBezTo>
                <a:cubicBezTo>
                  <a:pt x="0" y="166721"/>
                  <a:pt x="166721" y="0"/>
                  <a:pt x="372387" y="0"/>
                </a:cubicBezTo>
              </a:path>
            </a:pathLst>
          </a:custGeom>
          <a:solidFill>
            <a:srgbClr val="F29D38">
              <a:alpha val="8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5016500" y="482600"/>
            <a:ext cx="1930400" cy="1308100"/>
          </a:xfrm>
          <a:custGeom>
            <a:avLst/>
            <a:gdLst/>
            <a:ahLst/>
            <a:cxnLst/>
            <a:rect l="l" t="t" r="r" b="b"/>
            <a:pathLst>
              <a:path w="1930400" h="1308100">
                <a:moveTo>
                  <a:pt x="969258" y="0"/>
                </a:moveTo>
                <a:cubicBezTo>
                  <a:pt x="1504569" y="0"/>
                  <a:pt x="1930400" y="436902"/>
                  <a:pt x="1930400" y="975855"/>
                </a:cubicBezTo>
                <a:cubicBezTo>
                  <a:pt x="1930400" y="1093112"/>
                  <a:pt x="1912366" y="1308100"/>
                  <a:pt x="1912366" y="1308100"/>
                </a:cubicBezTo>
                <a:lnTo>
                  <a:pt x="27048" y="1308100"/>
                </a:lnTo>
                <a:cubicBezTo>
                  <a:pt x="27048" y="1308100"/>
                  <a:pt x="0" y="1099712"/>
                  <a:pt x="0" y="975855"/>
                </a:cubicBezTo>
                <a:cubicBezTo>
                  <a:pt x="0" y="436902"/>
                  <a:pt x="433948" y="0"/>
                  <a:pt x="969258" y="0"/>
                </a:cubicBezTo>
              </a:path>
            </a:pathLst>
          </a:custGeom>
          <a:solidFill>
            <a:srgbClr val="F8C77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5715000" y="660400"/>
            <a:ext cx="1231900" cy="1130300"/>
          </a:xfrm>
          <a:custGeom>
            <a:avLst/>
            <a:gdLst/>
            <a:ahLst/>
            <a:cxnLst/>
            <a:rect l="l" t="t" r="r" b="b"/>
            <a:pathLst>
              <a:path w="1231900" h="1130300">
                <a:moveTo>
                  <a:pt x="831150" y="0"/>
                </a:moveTo>
                <a:cubicBezTo>
                  <a:pt x="831150" y="0"/>
                  <a:pt x="890158" y="42222"/>
                  <a:pt x="913178" y="62851"/>
                </a:cubicBezTo>
                <a:cubicBezTo>
                  <a:pt x="1109698" y="246113"/>
                  <a:pt x="1231900" y="505017"/>
                  <a:pt x="1231900" y="797592"/>
                </a:cubicBezTo>
                <a:cubicBezTo>
                  <a:pt x="1231900" y="915333"/>
                  <a:pt x="1213030" y="1130300"/>
                  <a:pt x="1213030" y="1130300"/>
                </a:cubicBezTo>
                <a:lnTo>
                  <a:pt x="0" y="1130300"/>
                </a:lnTo>
                <a:cubicBezTo>
                  <a:pt x="0" y="1130300"/>
                  <a:pt x="387838" y="1096127"/>
                  <a:pt x="701760" y="683650"/>
                </a:cubicBezTo>
                <a:cubicBezTo>
                  <a:pt x="973642" y="345745"/>
                  <a:pt x="831150" y="0"/>
                  <a:pt x="831150" y="0"/>
                </a:cubicBezTo>
              </a:path>
            </a:pathLst>
          </a:custGeom>
          <a:solidFill>
            <a:srgbClr val="000000">
              <a:alpha val="5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762000" y="1143000"/>
            <a:ext cx="3556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5600" b="1" i="0" u="none" strike="noStrike">
                <a:solidFill>
                  <a:srgbClr val="285460"/>
                </a:solidFill>
                <a:latin typeface="微软雅黑" panose="020B0503020204020204" charset="-122"/>
                <a:ea typeface="微软雅黑" panose="020B0503020204020204" charset="-122"/>
                <a:cs typeface="微软雅黑" panose="020B0503020204020204" charset="-122"/>
                <a:sym typeface="微软雅黑" panose="020B0503020204020204" charset="-122"/>
              </a:rPr>
              <a:t>PROJECT</a:t>
            </a:r>
            <a:endParaRPr lang="en-US" sz="1100"/>
          </a:p>
        </p:txBody>
      </p:sp>
      <p:sp>
        <p:nvSpPr>
          <p:cNvPr id="14" name="AutoShape 14"/>
          <p:cNvSpPr/>
          <p:nvPr/>
        </p:nvSpPr>
        <p:spPr>
          <a:xfrm>
            <a:off x="762000" y="2413000"/>
            <a:ext cx="3556000" cy="165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0000" b="1" i="0" u="none" strike="noStrike">
                <a:solidFill>
                  <a:srgbClr val="F29D38"/>
                </a:solidFill>
                <a:latin typeface="微软雅黑" panose="020B0503020204020204" charset="-122"/>
                <a:ea typeface="微软雅黑" panose="020B0503020204020204" charset="-122"/>
                <a:cs typeface="微软雅黑" panose="020B0503020204020204" charset="-122"/>
                <a:sym typeface="微软雅黑" panose="020B0503020204020204" charset="-122"/>
              </a:rPr>
              <a:t>01</a:t>
            </a:r>
            <a:endParaRPr lang="en-US" sz="1100"/>
          </a:p>
        </p:txBody>
      </p:sp>
      <p:sp>
        <p:nvSpPr>
          <p:cNvPr id="15" name="AutoShape 15"/>
          <p:cNvSpPr/>
          <p:nvPr/>
        </p:nvSpPr>
        <p:spPr>
          <a:xfrm>
            <a:off x="762000" y="4191000"/>
            <a:ext cx="355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969696"/>
                </a:solidFill>
                <a:latin typeface="Arial" panose="020B0604020202020204"/>
                <a:ea typeface="Arial" panose="020B0604020202020204"/>
                <a:cs typeface="Arial" panose="020B0604020202020204"/>
                <a:sym typeface="Arial" panose="020B0604020202020204"/>
              </a:rPr>
              <a:t>INITIAL STAGE</a:t>
            </a:r>
            <a:endParaRPr lang="en-US" sz="1100"/>
          </a:p>
        </p:txBody>
      </p:sp>
      <p:sp>
        <p:nvSpPr>
          <p:cNvPr id="16" name="AutoShape 16"/>
          <p:cNvSpPr/>
          <p:nvPr/>
        </p:nvSpPr>
        <p:spPr>
          <a:xfrm>
            <a:off x="4699000" y="2286000"/>
            <a:ext cx="76200" cy="1905000"/>
          </a:xfrm>
          <a:prstGeom prst="roundRect">
            <a:avLst>
              <a:gd name="adj" fmla="val 0"/>
            </a:avLst>
          </a:prstGeom>
          <a:solidFill>
            <a:srgbClr val="91C8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5016500" y="2286000"/>
            <a:ext cx="6350000" cy="1143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3400" b="1"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Overview and Team Division</a:t>
            </a:r>
            <a:endParaRPr lang="en-US" sz="1100"/>
          </a:p>
        </p:txBody>
      </p:sp>
      <p:sp>
        <p:nvSpPr>
          <p:cNvPr id="18" name="AutoShape 18"/>
          <p:cNvSpPr/>
          <p:nvPr/>
        </p:nvSpPr>
        <p:spPr>
          <a:xfrm>
            <a:off x="5016500" y="3556000"/>
            <a:ext cx="6350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项目概述与团队分工</a:t>
            </a:r>
            <a:endParaRPr lang="en-US" sz="1100"/>
          </a:p>
        </p:txBody>
      </p:sp>
      <p:sp>
        <p:nvSpPr>
          <p:cNvPr id="19" name="AutoShape 19"/>
          <p:cNvSpPr/>
          <p:nvPr/>
        </p:nvSpPr>
        <p:spPr>
          <a:xfrm>
            <a:off x="5016500" y="4445000"/>
            <a:ext cx="6096000" cy="762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300" b="0" i="0" u="none" strike="noStrike">
                <a:solidFill>
                  <a:srgbClr val="80808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EF5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524000" cy="1524000"/>
          </a:xfrm>
          <a:prstGeom prst="ellipse">
            <a:avLst/>
          </a:prstGeom>
          <a:solidFill>
            <a:srgbClr val="F29D38">
              <a:alpha val="1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668000" y="5334000"/>
            <a:ext cx="1524000" cy="1524000"/>
          </a:xfrm>
          <a:prstGeom prst="ellipse">
            <a:avLst/>
          </a:prstGeom>
          <a:solidFill>
            <a:srgbClr val="57A4B9">
              <a:alpha val="1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698500" y="381000"/>
            <a:ext cx="10795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329"/>
                </a:solidFill>
                <a:latin typeface="Arial" panose="020B0604020202020204"/>
                <a:ea typeface="Arial" panose="020B0604020202020204"/>
                <a:cs typeface="Arial" panose="020B0604020202020204"/>
                <a:sym typeface="Arial" panose="020B0604020202020204"/>
              </a:rPr>
              <a:t>Introduction of Team Member Responsibilities</a:t>
            </a:r>
            <a:endParaRPr lang="en-US" sz="1100"/>
          </a:p>
          <a:p>
            <a:pPr indent="0" algn="l">
              <a:lnSpc>
                <a:spcPct val="125000"/>
              </a:lnSpc>
            </a:pPr>
            <a:r>
              <a:rPr lang="en-US" sz="1800" b="0" i="0" u="none" strike="noStrike">
                <a:solidFill>
                  <a:srgbClr val="57A4B9"/>
                </a:solidFill>
                <a:latin typeface="Noto Sans SC" panose="020B0200000000000000" charset="-122"/>
                <a:ea typeface="Noto Sans SC" panose="020B0200000000000000" charset="-122"/>
                <a:cs typeface="Noto Sans SC" panose="020B0200000000000000" charset="-122"/>
                <a:sym typeface="Noto Sans SC" panose="020B0200000000000000" charset="-122"/>
              </a:rPr>
              <a:t>—— 团队成员职责介绍 ——</a:t>
            </a:r>
            <a:endParaRPr lang="en-US" sz="1800" b="0" i="0" u="none" strike="noStrike">
              <a:solidFill>
                <a:srgbClr val="57A4B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 name="AutoShape 5"/>
          <p:cNvSpPr/>
          <p:nvPr/>
        </p:nvSpPr>
        <p:spPr>
          <a:xfrm>
            <a:off x="762000" y="1397000"/>
            <a:ext cx="5461000" cy="1143000"/>
          </a:xfrm>
          <a:prstGeom prst="roundRect">
            <a:avLst>
              <a:gd name="adj" fmla="val 11111"/>
            </a:avLst>
          </a:prstGeom>
          <a:solidFill>
            <a:srgbClr val="FFFFFF">
              <a:alpha val="90000"/>
            </a:srgbClr>
          </a:solidFill>
          <a:ln w="12700" cap="flat" cmpd="sng">
            <a:solidFill>
              <a:srgbClr val="57A4B9">
                <a:alpha val="40000"/>
              </a:srgbClr>
            </a:solidFill>
            <a:prstDash val="solid"/>
            <a:round/>
          </a:ln>
          <a:effectLst>
            <a:outerShdw blurRad="101600" dist="50800" dir="2700000" algn="tl" rotWithShape="0">
              <a:srgbClr val="000000">
                <a:alpha val="5000"/>
              </a:srgbClr>
            </a:outerShdw>
          </a:effectLst>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51000"/>
            <a:ext cx="635000" cy="635000"/>
          </a:xfrm>
          <a:prstGeom prst="rect">
            <a:avLst/>
          </a:prstGeom>
        </p:spPr>
      </p:pic>
      <p:sp>
        <p:nvSpPr>
          <p:cNvPr id="7" name="AutoShape 7"/>
          <p:cNvSpPr/>
          <p:nvPr/>
        </p:nvSpPr>
        <p:spPr>
          <a:xfrm>
            <a:off x="1905000" y="15240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57A4B9"/>
                </a:solidFill>
                <a:latin typeface="Arial" panose="020B0604020202020204"/>
                <a:ea typeface="Arial" panose="020B0604020202020204"/>
                <a:cs typeface="Arial" panose="020B0604020202020204"/>
                <a:sym typeface="Arial" panose="020B0604020202020204"/>
              </a:rPr>
              <a:t>Jack (Leader) | 项目负责人</a:t>
            </a:r>
            <a:endParaRPr lang="en-US" sz="1100"/>
          </a:p>
        </p:txBody>
      </p:sp>
      <p:sp>
        <p:nvSpPr>
          <p:cNvPr id="8" name="AutoShape 8"/>
          <p:cNvSpPr/>
          <p:nvPr/>
        </p:nvSpPr>
        <p:spPr>
          <a:xfrm>
            <a:off x="1905000" y="1968500"/>
            <a:ext cx="406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负责整体架构设计与视觉规范制定 (Design)</a:t>
            </a:r>
            <a:b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Responsible for overall design &amp; visual specification</a:t>
            </a:r>
            <a:endParaRPr lang="en-US" sz="1100"/>
          </a:p>
        </p:txBody>
      </p:sp>
      <p:sp>
        <p:nvSpPr>
          <p:cNvPr id="9" name="AutoShape 9"/>
          <p:cNvSpPr/>
          <p:nvPr/>
        </p:nvSpPr>
        <p:spPr>
          <a:xfrm>
            <a:off x="762000" y="2667000"/>
            <a:ext cx="5461000" cy="1143000"/>
          </a:xfrm>
          <a:prstGeom prst="roundRect">
            <a:avLst>
              <a:gd name="adj" fmla="val 11111"/>
            </a:avLst>
          </a:prstGeom>
          <a:solidFill>
            <a:srgbClr val="FFFFFF">
              <a:alpha val="90000"/>
            </a:srgbClr>
          </a:solidFill>
          <a:ln w="12700" cap="flat" cmpd="sng">
            <a:solidFill>
              <a:srgbClr val="57A4B9">
                <a:alpha val="40000"/>
              </a:srgbClr>
            </a:solidFill>
            <a:prstDash val="solid"/>
            <a:round/>
          </a:ln>
          <a:effectLst>
            <a:outerShdw blurRad="101600" dist="50800" dir="2700000" algn="tl" rotWithShape="0">
              <a:srgbClr val="000000">
                <a:alpha val="5000"/>
              </a:srgbClr>
            </a:outerShdw>
          </a:effectLst>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921000"/>
            <a:ext cx="635000" cy="635000"/>
          </a:xfrm>
          <a:prstGeom prst="rect">
            <a:avLst/>
          </a:prstGeom>
        </p:spPr>
      </p:pic>
      <p:sp>
        <p:nvSpPr>
          <p:cNvPr id="11" name="AutoShape 11"/>
          <p:cNvSpPr/>
          <p:nvPr/>
        </p:nvSpPr>
        <p:spPr>
          <a:xfrm>
            <a:off x="1905000" y="27940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57A4B9"/>
                </a:solidFill>
                <a:latin typeface="Arial" panose="020B0604020202020204"/>
                <a:ea typeface="Arial" panose="020B0604020202020204"/>
                <a:cs typeface="Arial" panose="020B0604020202020204"/>
                <a:sym typeface="Arial" panose="020B0604020202020204"/>
              </a:rPr>
              <a:t>Bottle | 核心程序员</a:t>
            </a:r>
            <a:endParaRPr lang="en-US" sz="1100"/>
          </a:p>
        </p:txBody>
      </p:sp>
      <p:sp>
        <p:nvSpPr>
          <p:cNvPr id="12" name="AutoShape 12"/>
          <p:cNvSpPr/>
          <p:nvPr/>
        </p:nvSpPr>
        <p:spPr>
          <a:xfrm>
            <a:off x="1905000" y="3238500"/>
            <a:ext cx="406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负责核心功能模块开发与代码实现 (Coding)</a:t>
            </a:r>
            <a:b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Responsible for core programming &amp; code implementation</a:t>
            </a:r>
            <a:endParaRPr lang="en-US" sz="1100"/>
          </a:p>
        </p:txBody>
      </p:sp>
      <p:sp>
        <p:nvSpPr>
          <p:cNvPr id="13" name="AutoShape 13"/>
          <p:cNvSpPr/>
          <p:nvPr/>
        </p:nvSpPr>
        <p:spPr>
          <a:xfrm>
            <a:off x="762000" y="3937000"/>
            <a:ext cx="5461000" cy="1143000"/>
          </a:xfrm>
          <a:prstGeom prst="roundRect">
            <a:avLst>
              <a:gd name="adj" fmla="val 11111"/>
            </a:avLst>
          </a:prstGeom>
          <a:solidFill>
            <a:srgbClr val="FFFFFF">
              <a:alpha val="90000"/>
            </a:srgbClr>
          </a:solidFill>
          <a:ln w="12700" cap="flat" cmpd="sng">
            <a:solidFill>
              <a:srgbClr val="57A4B9">
                <a:alpha val="40000"/>
              </a:srgbClr>
            </a:solidFill>
            <a:prstDash val="solid"/>
            <a:round/>
          </a:ln>
          <a:effectLst>
            <a:outerShdw blurRad="101600" dist="50800" dir="2700000" algn="tl" rotWithShape="0">
              <a:srgbClr val="000000">
                <a:alpha val="5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191000"/>
            <a:ext cx="635000" cy="635000"/>
          </a:xfrm>
          <a:prstGeom prst="rect">
            <a:avLst/>
          </a:prstGeom>
        </p:spPr>
      </p:pic>
      <p:sp>
        <p:nvSpPr>
          <p:cNvPr id="15" name="AutoShape 15"/>
          <p:cNvSpPr/>
          <p:nvPr/>
        </p:nvSpPr>
        <p:spPr>
          <a:xfrm>
            <a:off x="1905000" y="40640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57A4B9"/>
                </a:solidFill>
                <a:latin typeface="Arial" panose="020B0604020202020204"/>
                <a:ea typeface="Arial" panose="020B0604020202020204"/>
                <a:cs typeface="Arial" panose="020B0604020202020204"/>
                <a:sym typeface="Arial" panose="020B0604020202020204"/>
              </a:rPr>
              <a:t>Quality | 测试与质量专员</a:t>
            </a:r>
            <a:endParaRPr lang="en-US" sz="1100"/>
          </a:p>
        </p:txBody>
      </p:sp>
      <p:sp>
        <p:nvSpPr>
          <p:cNvPr id="16" name="AutoShape 16"/>
          <p:cNvSpPr/>
          <p:nvPr/>
        </p:nvSpPr>
        <p:spPr>
          <a:xfrm>
            <a:off x="1905000" y="4508500"/>
            <a:ext cx="406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负责全流程功能测试与系统质量保证 (Testing)</a:t>
            </a:r>
            <a:b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Responsible for testing &amp; quality assurance</a:t>
            </a:r>
            <a:endParaRPr lang="en-US" sz="1100"/>
          </a:p>
        </p:txBody>
      </p:sp>
      <p:sp>
        <p:nvSpPr>
          <p:cNvPr id="17" name="AutoShape 17"/>
          <p:cNvSpPr/>
          <p:nvPr/>
        </p:nvSpPr>
        <p:spPr>
          <a:xfrm>
            <a:off x="762000" y="5207000"/>
            <a:ext cx="5461000" cy="1143000"/>
          </a:xfrm>
          <a:prstGeom prst="roundRect">
            <a:avLst>
              <a:gd name="adj" fmla="val 11111"/>
            </a:avLst>
          </a:prstGeom>
          <a:solidFill>
            <a:srgbClr val="FFFFFF">
              <a:alpha val="90000"/>
            </a:srgbClr>
          </a:solidFill>
          <a:ln w="12700" cap="flat" cmpd="sng">
            <a:solidFill>
              <a:srgbClr val="57A4B9">
                <a:alpha val="40000"/>
              </a:srgbClr>
            </a:solidFill>
            <a:prstDash val="solid"/>
            <a:round/>
          </a:ln>
          <a:effectLst>
            <a:outerShdw blurRad="101600" dist="50800" dir="2700000" algn="tl" rotWithShape="0">
              <a:srgbClr val="000000">
                <a:alpha val="5000"/>
              </a:srgbClr>
            </a:outerShdw>
          </a:effectLst>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5461000"/>
            <a:ext cx="635000" cy="635000"/>
          </a:xfrm>
          <a:prstGeom prst="rect">
            <a:avLst/>
          </a:prstGeom>
        </p:spPr>
      </p:pic>
      <p:sp>
        <p:nvSpPr>
          <p:cNvPr id="19" name="AutoShape 19"/>
          <p:cNvSpPr/>
          <p:nvPr/>
        </p:nvSpPr>
        <p:spPr>
          <a:xfrm>
            <a:off x="1905000" y="53340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57A4B9"/>
                </a:solidFill>
                <a:latin typeface="Arial" panose="020B0604020202020204"/>
                <a:ea typeface="Arial" panose="020B0604020202020204"/>
                <a:cs typeface="Arial" panose="020B0604020202020204"/>
                <a:sym typeface="Arial" panose="020B0604020202020204"/>
              </a:rPr>
              <a:t>Zhouzhou | 文档与运营专员</a:t>
            </a:r>
            <a:endParaRPr lang="en-US" sz="1100"/>
          </a:p>
        </p:txBody>
      </p:sp>
      <p:sp>
        <p:nvSpPr>
          <p:cNvPr id="20" name="AutoShape 20"/>
          <p:cNvSpPr/>
          <p:nvPr/>
        </p:nvSpPr>
        <p:spPr>
          <a:xfrm>
            <a:off x="1905000" y="5778500"/>
            <a:ext cx="406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负责项目文档撰写、整理与版本归档 (Doc)</a:t>
            </a:r>
            <a:b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Responsible for documentation writing &amp; organization</a:t>
            </a:r>
            <a:endParaRPr lang="en-US" sz="1100"/>
          </a:p>
        </p:txBody>
      </p:sp>
      <p:sp>
        <p:nvSpPr>
          <p:cNvPr id="21" name="AutoShape 21"/>
          <p:cNvSpPr/>
          <p:nvPr/>
        </p:nvSpPr>
        <p:spPr>
          <a:xfrm>
            <a:off x="6477000" y="1404620"/>
            <a:ext cx="5080000" cy="4953000"/>
          </a:xfrm>
          <a:prstGeom prst="roundRect">
            <a:avLst>
              <a:gd name="adj" fmla="val 5128"/>
            </a:avLst>
          </a:prstGeom>
          <a:solidFill>
            <a:srgbClr val="FFFFFF">
              <a:alpha val="95000"/>
            </a:srgbClr>
          </a:solidFill>
          <a:ln w="25400" cap="flat" cmpd="sng">
            <a:solidFill>
              <a:srgbClr val="F29D38">
                <a:alpha val="60000"/>
              </a:srgbClr>
            </a:solidFill>
            <a:prstDash val="solid"/>
            <a:round/>
          </a:ln>
          <a:effectLst>
            <a:outerShdw blurRad="254000" dist="101600" dir="2700000" algn="tl" rotWithShape="0">
              <a:srgbClr val="000000">
                <a:alpha val="10000"/>
              </a:srgbClr>
            </a:outerShdw>
          </a:effectLst>
        </p:spPr>
        <p:txBody>
          <a:bodyPr vert="horz" wrap="square" lIns="63500" tIns="63500" rIns="63500" bIns="63500" rtlCol="0" anchor="ctr"/>
          <a:lstStyle/>
          <a:p>
            <a:pPr algn="ctr">
              <a:defRPr/>
            </a:pPr>
          </a:p>
        </p:txBody>
      </p:sp>
      <p:sp>
        <p:nvSpPr>
          <p:cNvPr id="23" name="AutoShape 23"/>
          <p:cNvSpPr/>
          <p:nvPr/>
        </p:nvSpPr>
        <p:spPr>
          <a:xfrm>
            <a:off x="6731000" y="4318000"/>
            <a:ext cx="4572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a:solidFill>
                  <a:srgbClr val="F29D38"/>
                </a:solidFill>
                <a:latin typeface="Arial" panose="020B0604020202020204"/>
                <a:ea typeface="Arial" panose="020B0604020202020204"/>
                <a:cs typeface="Arial" panose="020B0604020202020204"/>
                <a:sym typeface="Arial" panose="020B0604020202020204"/>
              </a:rPr>
              <a:t>TEAM WORK</a:t>
            </a:r>
            <a:endParaRPr lang="en-US" sz="1100"/>
          </a:p>
        </p:txBody>
      </p:sp>
      <p:sp>
        <p:nvSpPr>
          <p:cNvPr id="24" name="AutoShape 24"/>
          <p:cNvSpPr/>
          <p:nvPr/>
        </p:nvSpPr>
        <p:spPr>
          <a:xfrm>
            <a:off x="6731000" y="5080000"/>
            <a:ext cx="4572000" cy="934085"/>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明确分工 · 高效协作 · 共同推进</a:t>
            </a:r>
            <a:endParaRPr lang="en-US" sz="16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r>
              <a:rPr lang="en-US" altLang="zh-CN" sz="1100"/>
              <a:t>Clarify Roles · Collaborate Efficiently · Advance Together</a:t>
            </a:r>
            <a:endParaRPr lang="en-US" altLang="zh-CN" sz="1100"/>
          </a:p>
        </p:txBody>
      </p:sp>
      <p:pic>
        <p:nvPicPr>
          <p:cNvPr id="26" name="Picture 21"/>
          <p:cNvPicPr>
            <a:picLocks noChangeAspect="1"/>
          </p:cNvPicPr>
          <p:nvPr>
            <p:custDataLst>
              <p:tags r:id="rId9"/>
            </p:custDataLst>
          </p:nvPr>
        </p:nvPicPr>
        <p:blipFill>
          <a:blip r:embed="rId10"/>
          <a:srcRect t="158" b="158"/>
          <a:stretch>
            <a:fillRect/>
          </a:stretch>
        </p:blipFill>
        <p:spPr>
          <a:xfrm>
            <a:off x="7239000" y="2197100"/>
            <a:ext cx="3556000" cy="1993900"/>
          </a:xfrm>
          <a:prstGeom prst="roundRect">
            <a:avLst>
              <a:gd name="adj" fmla="val 9554"/>
            </a:avLst>
          </a:prstGeom>
          <a:noFill/>
          <a:ln w="25400" cap="flat" cmpd="sng">
            <a:solidFill>
              <a:schemeClr val="accent1">
                <a:alpha val="50000"/>
              </a:schemeClr>
            </a:solidFill>
            <a:prstDash val="solid"/>
            <a:round/>
          </a:ln>
          <a:effectLst>
            <a:outerShdw blurRad="190500" dist="101600" dir="5400000" algn="tl" rotWithShape="0">
              <a:srgbClr val="000000">
                <a:alpha val="5000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EF5EB">
            <a:alpha val="100000"/>
          </a:srgbClr>
        </a:solidFill>
        <a:effectLst/>
      </p:bgPr>
    </p:bg>
    <p:spTree>
      <p:nvGrpSpPr>
        <p:cNvPr id="1" name=""/>
        <p:cNvGrpSpPr/>
        <p:nvPr/>
      </p:nvGrpSpPr>
      <p:grpSpPr>
        <a:xfrm>
          <a:off x="0" y="0"/>
          <a:ext cx="0" cy="0"/>
          <a:chOff x="0" y="0"/>
          <a:chExt cx="0" cy="0"/>
        </a:xfrm>
      </p:grpSpPr>
      <p:sp>
        <p:nvSpPr>
          <p:cNvPr id="2" name="Freeform 2"/>
          <p:cNvSpPr/>
          <p:nvPr/>
        </p:nvSpPr>
        <p:spPr>
          <a:xfrm>
            <a:off x="0" y="0"/>
            <a:ext cx="1352004" cy="723845"/>
          </a:xfrm>
          <a:custGeom>
            <a:avLst/>
            <a:gdLst/>
            <a:ahLst/>
            <a:cxnLst/>
            <a:rect l="l" t="t" r="r" b="b"/>
            <a:pathLst>
              <a:path w="1352004" h="723845">
                <a:moveTo>
                  <a:pt x="1352004" y="0"/>
                </a:moveTo>
                <a:lnTo>
                  <a:pt x="0" y="0"/>
                </a:lnTo>
                <a:lnTo>
                  <a:pt x="0" y="665932"/>
                </a:lnTo>
                <a:cubicBezTo>
                  <a:pt x="112118" y="703563"/>
                  <a:pt x="232852" y="723845"/>
                  <a:pt x="358658" y="723845"/>
                </a:cubicBezTo>
                <a:cubicBezTo>
                  <a:pt x="839042" y="723845"/>
                  <a:pt x="1224599" y="428121"/>
                  <a:pt x="1352004" y="0"/>
                </a:cubicBezTo>
              </a:path>
            </a:pathLst>
          </a:custGeom>
          <a:solidFill>
            <a:srgbClr val="F29D38">
              <a:alpha val="20000"/>
            </a:srgbClr>
          </a:solidFill>
          <a:ln w="25400" cap="flat" cmpd="sng">
            <a:noFill/>
            <a:prstDash val="solid"/>
            <a:round/>
          </a:ln>
        </p:spPr>
        <p:txBody>
          <a:bodyPr vert="horz" wrap="square" lIns="63500" tIns="63500" rIns="63500" bIns="63500" rtlCol="0" anchor="ctr"/>
          <a:lstStyle/>
          <a:p>
            <a:pPr algn="ctr">
              <a:defRPr/>
            </a:pPr>
          </a:p>
        </p:txBody>
      </p:sp>
      <p:sp>
        <p:nvSpPr>
          <p:cNvPr id="3" name="Freeform 3"/>
          <p:cNvSpPr/>
          <p:nvPr/>
        </p:nvSpPr>
        <p:spPr>
          <a:xfrm>
            <a:off x="9664700" y="5321300"/>
            <a:ext cx="2533256" cy="1536700"/>
          </a:xfrm>
          <a:custGeom>
            <a:avLst/>
            <a:gdLst/>
            <a:ahLst/>
            <a:cxnLst/>
            <a:rect l="l" t="t" r="r" b="b"/>
            <a:pathLst>
              <a:path w="2533256" h="1536700">
                <a:moveTo>
                  <a:pt x="2533256" y="11605"/>
                </a:moveTo>
                <a:lnTo>
                  <a:pt x="2533256" y="1536700"/>
                </a:lnTo>
                <a:lnTo>
                  <a:pt x="0" y="1536700"/>
                </a:lnTo>
                <a:cubicBezTo>
                  <a:pt x="370125" y="635006"/>
                  <a:pt x="1256883" y="0"/>
                  <a:pt x="2291956" y="0"/>
                </a:cubicBezTo>
                <a:cubicBezTo>
                  <a:pt x="2373363" y="0"/>
                  <a:pt x="2453856" y="3928"/>
                  <a:pt x="2533256" y="11605"/>
                </a:cubicBezTo>
              </a:path>
            </a:pathLst>
          </a:custGeom>
          <a:solidFill>
            <a:srgbClr val="F29D38">
              <a:alpha val="2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698500" y="317500"/>
            <a:ext cx="10795000" cy="762000"/>
          </a:xfrm>
          <a:prstGeom prst="rect">
            <a:avLst/>
          </a:prstGeom>
          <a:noFill/>
          <a:ln w="12700" cap="flat" cmpd="sng">
            <a:noFill/>
            <a:prstDash val="solid"/>
            <a:round/>
          </a:ln>
        </p:spPr>
        <p:txBody>
          <a:bodyPr vert="horz" wrap="square" lIns="0" tIns="0" rIns="0" bIns="0" rtlCol="0" anchor="ctr" anchorCtr="0"/>
          <a:lstStyle/>
          <a:p>
            <a:pPr indent="0" algn="l">
              <a:lnSpc>
                <a:spcPct val="92000"/>
              </a:lnSpc>
              <a:defRPr/>
            </a:pPr>
            <a:r>
              <a:rPr lang="en-US" sz="3200" b="1" i="0" u="none" strike="noStrike">
                <a:solidFill>
                  <a:srgbClr val="000000"/>
                </a:solidFill>
                <a:latin typeface="Arial" panose="020B0604020202020204"/>
                <a:ea typeface="Arial" panose="020B0604020202020204"/>
                <a:cs typeface="Arial" panose="020B0604020202020204"/>
                <a:sym typeface="Arial" panose="020B0604020202020204"/>
              </a:rPr>
              <a:t>Project Significance</a:t>
            </a:r>
            <a:endParaRPr lang="en-US" sz="1100"/>
          </a:p>
          <a:p>
            <a:pPr indent="0" algn="l">
              <a:lnSpc>
                <a:spcPct val="92000"/>
              </a:lnSpc>
            </a:pPr>
            <a:r>
              <a:rPr lang="en-US" sz="1800" b="1" i="0" u="none" strike="noStrike">
                <a:solidFill>
                  <a:srgbClr val="57A4B9"/>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项目意义</a:t>
            </a:r>
            <a:endParaRPr lang="en-US" sz="1800" b="1" i="0" u="none" strike="noStrike">
              <a:solidFill>
                <a:srgbClr val="57A4B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 name="AutoShape 5"/>
          <p:cNvSpPr/>
          <p:nvPr/>
        </p:nvSpPr>
        <p:spPr>
          <a:xfrm>
            <a:off x="762000" y="1397000"/>
            <a:ext cx="5080000" cy="3683000"/>
          </a:xfrm>
          <a:prstGeom prst="roundRect">
            <a:avLst>
              <a:gd name="adj" fmla="val 3448"/>
            </a:avLst>
          </a:prstGeom>
          <a:solidFill>
            <a:srgbClr val="FFFFFF">
              <a:alpha val="95000"/>
            </a:srgbClr>
          </a:solidFill>
          <a:ln w="25400" cap="flat" cmpd="sng">
            <a:solidFill>
              <a:srgbClr val="57A4B9">
                <a:alpha val="100000"/>
              </a:srgbClr>
            </a:solidFill>
            <a:prstDash val="solid"/>
            <a:round/>
          </a:ln>
          <a:effectLst>
            <a:outerShdw blurRad="127000" dist="50800" dir="5400000" algn="tl" rotWithShape="0">
              <a:srgbClr val="000000">
                <a:alpha val="10000"/>
              </a:srgbClr>
            </a:outerShdw>
          </a:effectLst>
        </p:spPr>
        <p:txBody>
          <a:bodyPr vert="horz" wrap="square" lIns="63500" tIns="63500" rIns="63500" bIns="63500" rtlCol="0" anchor="ctr"/>
          <a:lstStyle/>
          <a:p>
            <a:pPr algn="ctr">
              <a:defRPr/>
            </a:pPr>
          </a:p>
        </p:txBody>
      </p:sp>
      <p:sp>
        <p:nvSpPr>
          <p:cNvPr id="6" name="AutoShape 6"/>
          <p:cNvSpPr/>
          <p:nvPr/>
        </p:nvSpPr>
        <p:spPr>
          <a:xfrm>
            <a:off x="1016000" y="1524000"/>
            <a:ext cx="4572000" cy="5715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57A4B9"/>
                </a:solidFill>
                <a:latin typeface="Arial" panose="020B0604020202020204"/>
                <a:ea typeface="Arial" panose="020B0604020202020204"/>
                <a:cs typeface="Arial" panose="020B0604020202020204"/>
                <a:sym typeface="Arial" panose="020B0604020202020204"/>
              </a:rPr>
              <a:t>Pain Points</a:t>
            </a:r>
            <a:endParaRPr lang="en-US" sz="1100"/>
          </a:p>
          <a:p>
            <a:pPr indent="0" algn="l">
              <a:lnSpc>
                <a:spcPct val="125000"/>
              </a:lnSpc>
            </a:pPr>
            <a: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痛点分析</a:t>
            </a:r>
            <a:endPar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7"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2286000"/>
            <a:ext cx="355600" cy="355600"/>
          </a:xfrm>
          <a:prstGeom prst="rect">
            <a:avLst/>
          </a:prstGeom>
        </p:spPr>
      </p:pic>
      <p:sp>
        <p:nvSpPr>
          <p:cNvPr id="8" name="AutoShape 8"/>
          <p:cNvSpPr/>
          <p:nvPr/>
        </p:nvSpPr>
        <p:spPr>
          <a:xfrm>
            <a:off x="1524000" y="2260600"/>
            <a:ext cx="4191000" cy="889000"/>
          </a:xfrm>
          <a:prstGeom prst="roundRect">
            <a:avLst>
              <a:gd name="adj" fmla="val 0"/>
            </a:avLst>
          </a:prstGeom>
          <a:noFill/>
          <a:ln w="25400" cap="flat" cmpd="sng">
            <a:noFill/>
            <a:prstDash val="solid"/>
            <a:round/>
          </a:ln>
        </p:spPr>
        <p:txBody>
          <a:bodyPr vert="horz" wrap="square" lIns="0" tIns="0" rIns="0" bIns="0" rtlCol="0" anchor="t" anchorCtr="0"/>
          <a:lstStyle/>
          <a:p>
            <a:pPr indent="0" algn="ctr">
              <a:lnSpc>
                <a:spcPct val="100000"/>
              </a:lnSpc>
              <a:defRPr/>
            </a:pPr>
            <a:r>
              <a:rPr lang="en-US" sz="1300" b="1" i="0" u="none" strike="noStrike">
                <a:solidFill>
                  <a:srgbClr val="000000"/>
                </a:solidFill>
                <a:latin typeface="Arial" panose="020B0604020202020204"/>
                <a:ea typeface="Arial" panose="020B0604020202020204"/>
                <a:cs typeface="Arial" panose="020B0604020202020204"/>
                <a:sym typeface="Arial" panose="020B0604020202020204"/>
              </a:rPr>
              <a:t>Feature Bloat / 功能臃肿</a:t>
            </a:r>
            <a:endParaRPr lang="en-US" sz="1100"/>
          </a:p>
          <a:p>
            <a:pPr indent="0" algn="ctr">
              <a:lnSpc>
                <a:spcPct val="100000"/>
              </a:lnSpc>
            </a:pPr>
            <a:r>
              <a:rPr lang="en-US" sz="1100" b="0" i="0" u="none" strike="noStrike">
                <a:solidFill>
                  <a:srgbClr val="646464"/>
                </a:solidFill>
                <a:latin typeface="Arial" panose="020B0604020202020204"/>
                <a:ea typeface="Arial" panose="020B0604020202020204"/>
                <a:cs typeface="Arial" panose="020B0604020202020204"/>
                <a:sym typeface="Arial" panose="020B0604020202020204"/>
              </a:rPr>
              <a:t>Existing apps are overly complex with unnecessary features.</a:t>
            </a:r>
            <a:endParaRPr lang="en-US" sz="1100" b="0" i="0" u="none" strike="noStrike">
              <a:solidFill>
                <a:srgbClr val="646464"/>
              </a:solidFill>
              <a:latin typeface="Arial" panose="020B0604020202020204"/>
              <a:ea typeface="Arial" panose="020B0604020202020204"/>
              <a:cs typeface="Arial" panose="020B0604020202020204"/>
              <a:sym typeface="Arial" panose="020B0604020202020204"/>
            </a:endParaRPr>
          </a:p>
          <a:p>
            <a:pPr indent="0" algn="ctr">
              <a:lnSpc>
                <a:spcPct val="100000"/>
              </a:lnSpc>
            </a:pPr>
            <a:r>
              <a:rPr lang="en-US" sz="1100" b="0" i="0" u="none" strike="noStrike">
                <a:solidFill>
                  <a:srgbClr val="787878"/>
                </a:solidFill>
                <a:latin typeface="Noto Sans SC" panose="020B0200000000000000" charset="-122"/>
                <a:ea typeface="Noto Sans SC" panose="020B0200000000000000" charset="-122"/>
                <a:cs typeface="Noto Sans SC" panose="020B0200000000000000" charset="-122"/>
                <a:sym typeface="Noto Sans SC" panose="020B0200000000000000" charset="-122"/>
              </a:rPr>
              <a:t>现有应用功能繁杂，包含大量非必要功能，操作冗余。</a:t>
            </a:r>
            <a:endParaRPr lang="en-US" sz="1100" b="0" i="0" u="none" strike="noStrike">
              <a:solidFill>
                <a:srgbClr val="78787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238500"/>
            <a:ext cx="355600" cy="355600"/>
          </a:xfrm>
          <a:prstGeom prst="rect">
            <a:avLst/>
          </a:prstGeom>
        </p:spPr>
      </p:pic>
      <p:sp>
        <p:nvSpPr>
          <p:cNvPr id="10" name="AutoShape 10"/>
          <p:cNvSpPr/>
          <p:nvPr/>
        </p:nvSpPr>
        <p:spPr>
          <a:xfrm>
            <a:off x="1524000" y="3213100"/>
            <a:ext cx="4191000" cy="889000"/>
          </a:xfrm>
          <a:prstGeom prst="roundRect">
            <a:avLst>
              <a:gd name="adj" fmla="val 0"/>
            </a:avLst>
          </a:prstGeom>
          <a:noFill/>
          <a:ln w="25400" cap="flat" cmpd="sng">
            <a:noFill/>
            <a:prstDash val="solid"/>
            <a:round/>
          </a:ln>
        </p:spPr>
        <p:txBody>
          <a:bodyPr vert="horz" wrap="square" lIns="0" tIns="0" rIns="0" bIns="0" rtlCol="0" anchor="t" anchorCtr="0"/>
          <a:lstStyle/>
          <a:p>
            <a:pPr indent="0" algn="ctr">
              <a:lnSpc>
                <a:spcPct val="100000"/>
              </a:lnSpc>
              <a:defRPr/>
            </a:pPr>
            <a:r>
              <a:rPr lang="en-US" sz="1300" b="1" i="0" u="none" strike="noStrike">
                <a:solidFill>
                  <a:srgbClr val="000000"/>
                </a:solidFill>
                <a:latin typeface="Arial" panose="020B0604020202020204"/>
                <a:ea typeface="Arial" panose="020B0604020202020204"/>
                <a:cs typeface="Arial" panose="020B0604020202020204"/>
                <a:sym typeface="Arial" panose="020B0604020202020204"/>
              </a:rPr>
              <a:t>Intrusive Ads / 广告侵扰</a:t>
            </a:r>
            <a:endParaRPr lang="en-US" sz="1100"/>
          </a:p>
          <a:p>
            <a:pPr indent="0" algn="ctr">
              <a:lnSpc>
                <a:spcPct val="100000"/>
              </a:lnSpc>
            </a:pPr>
            <a:r>
              <a:rPr lang="en-US" sz="1100" b="0" i="0" u="none" strike="noStrike">
                <a:solidFill>
                  <a:srgbClr val="646464"/>
                </a:solidFill>
                <a:latin typeface="Arial" panose="020B0604020202020204"/>
                <a:ea typeface="Arial" panose="020B0604020202020204"/>
                <a:cs typeface="Arial" panose="020B0604020202020204"/>
                <a:sym typeface="Arial" panose="020B0604020202020204"/>
              </a:rPr>
              <a:t>Ads disrupt user experience and break focus flow.</a:t>
            </a:r>
            <a:endParaRPr lang="en-US" sz="1100" b="0" i="0" u="none" strike="noStrike">
              <a:solidFill>
                <a:srgbClr val="646464"/>
              </a:solidFill>
              <a:latin typeface="Arial" panose="020B0604020202020204"/>
              <a:ea typeface="Arial" panose="020B0604020202020204"/>
              <a:cs typeface="Arial" panose="020B0604020202020204"/>
              <a:sym typeface="Arial" panose="020B0604020202020204"/>
            </a:endParaRPr>
          </a:p>
          <a:p>
            <a:pPr indent="0" algn="ctr">
              <a:lnSpc>
                <a:spcPct val="100000"/>
              </a:lnSpc>
            </a:pPr>
            <a:r>
              <a:rPr lang="en-US" sz="1100" b="0" i="0" u="none" strike="noStrike">
                <a:solidFill>
                  <a:srgbClr val="787878"/>
                </a:solidFill>
                <a:latin typeface="Noto Sans SC" panose="020B0200000000000000" charset="-122"/>
                <a:ea typeface="Noto Sans SC" panose="020B0200000000000000" charset="-122"/>
                <a:cs typeface="Noto Sans SC" panose="020B0200000000000000" charset="-122"/>
                <a:sym typeface="Noto Sans SC" panose="020B0200000000000000" charset="-122"/>
              </a:rPr>
              <a:t>弹窗广告频繁打断用户操作，严重破坏沉浸式记录流程。</a:t>
            </a:r>
            <a:endParaRPr lang="en-US" sz="1100" b="0" i="0" u="none" strike="noStrike">
              <a:solidFill>
                <a:srgbClr val="78787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191000"/>
            <a:ext cx="355600" cy="355600"/>
          </a:xfrm>
          <a:prstGeom prst="rect">
            <a:avLst/>
          </a:prstGeom>
        </p:spPr>
      </p:pic>
      <p:sp>
        <p:nvSpPr>
          <p:cNvPr id="12" name="AutoShape 12"/>
          <p:cNvSpPr/>
          <p:nvPr/>
        </p:nvSpPr>
        <p:spPr>
          <a:xfrm>
            <a:off x="1524000" y="4165600"/>
            <a:ext cx="4191000" cy="889000"/>
          </a:xfrm>
          <a:prstGeom prst="roundRect">
            <a:avLst>
              <a:gd name="adj" fmla="val 0"/>
            </a:avLst>
          </a:prstGeom>
          <a:noFill/>
          <a:ln w="25400" cap="flat" cmpd="sng">
            <a:noFill/>
            <a:prstDash val="solid"/>
            <a:round/>
          </a:ln>
        </p:spPr>
        <p:txBody>
          <a:bodyPr vert="horz" wrap="square" lIns="0" tIns="0" rIns="0" bIns="0" rtlCol="0" anchor="t" anchorCtr="0"/>
          <a:lstStyle/>
          <a:p>
            <a:pPr indent="0" algn="ctr">
              <a:lnSpc>
                <a:spcPct val="100000"/>
              </a:lnSpc>
              <a:defRPr/>
            </a:pPr>
            <a:r>
              <a:rPr lang="en-US" sz="1300" b="1" i="0" u="none" strike="noStrike">
                <a:solidFill>
                  <a:srgbClr val="000000"/>
                </a:solidFill>
                <a:latin typeface="Arial" panose="020B0604020202020204"/>
                <a:ea typeface="Arial" panose="020B0604020202020204"/>
                <a:cs typeface="Arial" panose="020B0604020202020204"/>
                <a:sym typeface="Arial" panose="020B0604020202020204"/>
              </a:rPr>
              <a:t>Privacy Risks / 隐私风险</a:t>
            </a:r>
            <a:endParaRPr lang="en-US" sz="1100"/>
          </a:p>
          <a:p>
            <a:pPr indent="0" algn="ctr">
              <a:lnSpc>
                <a:spcPct val="100000"/>
              </a:lnSpc>
            </a:pPr>
            <a:r>
              <a:rPr lang="en-US" sz="1100" b="0" i="0" u="none" strike="noStrike">
                <a:solidFill>
                  <a:srgbClr val="646464"/>
                </a:solidFill>
                <a:latin typeface="Arial" panose="020B0604020202020204"/>
                <a:ea typeface="Arial" panose="020B0604020202020204"/>
                <a:cs typeface="Arial" panose="020B0604020202020204"/>
                <a:sym typeface="Arial" panose="020B0604020202020204"/>
              </a:rPr>
              <a:t>Cloud reliance exposes sensitive notes to security threats.</a:t>
            </a:r>
            <a:endParaRPr lang="en-US" sz="1100" b="0" i="0" u="none" strike="noStrike">
              <a:solidFill>
                <a:srgbClr val="646464"/>
              </a:solidFill>
              <a:latin typeface="Arial" panose="020B0604020202020204"/>
              <a:ea typeface="Arial" panose="020B0604020202020204"/>
              <a:cs typeface="Arial" panose="020B0604020202020204"/>
              <a:sym typeface="Arial" panose="020B0604020202020204"/>
            </a:endParaRPr>
          </a:p>
          <a:p>
            <a:pPr indent="0" algn="ctr">
              <a:lnSpc>
                <a:spcPct val="100000"/>
              </a:lnSpc>
            </a:pPr>
            <a:r>
              <a:rPr lang="en-US" sz="1100" b="0" i="0" u="none" strike="noStrike">
                <a:solidFill>
                  <a:srgbClr val="787878"/>
                </a:solidFill>
                <a:latin typeface="Noto Sans SC" panose="020B0200000000000000" charset="-122"/>
                <a:ea typeface="Noto Sans SC" panose="020B0200000000000000" charset="-122"/>
                <a:cs typeface="Noto Sans SC" panose="020B0200000000000000" charset="-122"/>
                <a:sym typeface="Noto Sans SC" panose="020B0200000000000000" charset="-122"/>
              </a:rPr>
              <a:t>强制云端同步将敏感笔记数据暴露在潜在的网络安全威胁中。</a:t>
            </a:r>
            <a:endParaRPr lang="en-US" sz="1100" b="0" i="0" u="none" strike="noStrike">
              <a:solidFill>
                <a:srgbClr val="78787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6350000" y="1397000"/>
            <a:ext cx="5080000" cy="3683000"/>
          </a:xfrm>
          <a:prstGeom prst="roundRect">
            <a:avLst>
              <a:gd name="adj" fmla="val 3448"/>
            </a:avLst>
          </a:prstGeom>
          <a:solidFill>
            <a:srgbClr val="FFFFFF">
              <a:alpha val="95000"/>
            </a:srgbClr>
          </a:solidFill>
          <a:ln w="25400" cap="flat" cmpd="sng">
            <a:solidFill>
              <a:srgbClr val="57A4B9">
                <a:alpha val="100000"/>
              </a:srgbClr>
            </a:solidFill>
            <a:prstDash val="solid"/>
            <a:round/>
          </a:ln>
          <a:effectLst>
            <a:outerShdw blurRad="127000" dist="50800" dir="5400000" algn="tl" rotWithShape="0">
              <a:srgbClr val="000000">
                <a:alpha val="10000"/>
              </a:srgbClr>
            </a:outerShdw>
          </a:effectLst>
        </p:spPr>
        <p:txBody>
          <a:bodyPr vert="horz" wrap="square" lIns="63500" tIns="63500" rIns="63500" bIns="63500" rtlCol="0" anchor="ctr"/>
          <a:lstStyle/>
          <a:p>
            <a:pPr algn="ctr">
              <a:defRPr/>
            </a:pPr>
          </a:p>
        </p:txBody>
      </p:sp>
      <p:sp>
        <p:nvSpPr>
          <p:cNvPr id="14" name="AutoShape 14"/>
          <p:cNvSpPr/>
          <p:nvPr/>
        </p:nvSpPr>
        <p:spPr>
          <a:xfrm>
            <a:off x="6604000" y="1524000"/>
            <a:ext cx="4572000" cy="5715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57A4B9"/>
                </a:solidFill>
                <a:latin typeface="Arial" panose="020B0604020202020204"/>
                <a:ea typeface="Arial" panose="020B0604020202020204"/>
                <a:cs typeface="Arial" panose="020B0604020202020204"/>
                <a:sym typeface="Arial" panose="020B0604020202020204"/>
              </a:rPr>
              <a:t>Our Solution</a:t>
            </a:r>
            <a:endParaRPr lang="en-US" sz="1100"/>
          </a:p>
          <a:p>
            <a:pPr indent="0" algn="l">
              <a:lnSpc>
                <a:spcPct val="125000"/>
              </a:lnSpc>
            </a:pPr>
            <a: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核心解决方案</a:t>
            </a:r>
            <a:endPar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5" name="Picture 1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04000" y="2286000"/>
            <a:ext cx="355600" cy="355600"/>
          </a:xfrm>
          <a:prstGeom prst="rect">
            <a:avLst/>
          </a:prstGeom>
        </p:spPr>
      </p:pic>
      <p:sp>
        <p:nvSpPr>
          <p:cNvPr id="16" name="AutoShape 16"/>
          <p:cNvSpPr/>
          <p:nvPr/>
        </p:nvSpPr>
        <p:spPr>
          <a:xfrm>
            <a:off x="7112000" y="2260600"/>
            <a:ext cx="4191000" cy="889000"/>
          </a:xfrm>
          <a:prstGeom prst="roundRect">
            <a:avLst>
              <a:gd name="adj" fmla="val 0"/>
            </a:avLst>
          </a:prstGeom>
          <a:noFill/>
          <a:ln w="25400" cap="flat" cmpd="sng">
            <a:noFill/>
            <a:prstDash val="solid"/>
            <a:round/>
          </a:ln>
        </p:spPr>
        <p:txBody>
          <a:bodyPr vert="horz" wrap="square" lIns="0" tIns="0" rIns="0" bIns="0" rtlCol="0" anchor="t" anchorCtr="0"/>
          <a:lstStyle/>
          <a:p>
            <a:pPr indent="0" algn="ctr">
              <a:lnSpc>
                <a:spcPct val="100000"/>
              </a:lnSpc>
              <a:defRPr/>
            </a:pPr>
            <a:r>
              <a:rPr lang="en-US" sz="1300" b="1" i="0" u="none" strike="noStrike">
                <a:solidFill>
                  <a:srgbClr val="000000"/>
                </a:solidFill>
                <a:latin typeface="Arial" panose="020B0604020202020204"/>
                <a:ea typeface="Arial" panose="020B0604020202020204"/>
                <a:cs typeface="Arial" panose="020B0604020202020204"/>
                <a:sym typeface="Arial" panose="020B0604020202020204"/>
              </a:rPr>
              <a:t>Minimalist Design / 极简设计</a:t>
            </a:r>
            <a:endParaRPr lang="en-US" sz="1100"/>
          </a:p>
          <a:p>
            <a:pPr indent="0" algn="ctr">
              <a:lnSpc>
                <a:spcPct val="100000"/>
              </a:lnSpc>
            </a:pPr>
            <a:r>
              <a:rPr lang="en-US" sz="1100" b="0" i="0" u="none" strike="noStrike">
                <a:solidFill>
                  <a:srgbClr val="646464"/>
                </a:solidFill>
                <a:latin typeface="Arial" panose="020B0604020202020204"/>
                <a:ea typeface="Arial" panose="020B0604020202020204"/>
                <a:cs typeface="Arial" panose="020B0604020202020204"/>
                <a:sym typeface="Arial" panose="020B0604020202020204"/>
              </a:rPr>
              <a:t>Focused solely on core note-taking for efficiency.</a:t>
            </a:r>
            <a:endParaRPr lang="en-US" sz="1100" b="0" i="0" u="none" strike="noStrike">
              <a:solidFill>
                <a:srgbClr val="646464"/>
              </a:solidFill>
              <a:latin typeface="Arial" panose="020B0604020202020204"/>
              <a:ea typeface="Arial" panose="020B0604020202020204"/>
              <a:cs typeface="Arial" panose="020B0604020202020204"/>
              <a:sym typeface="Arial" panose="020B0604020202020204"/>
            </a:endParaRPr>
          </a:p>
          <a:p>
            <a:pPr indent="0" algn="ctr">
              <a:lnSpc>
                <a:spcPct val="100000"/>
              </a:lnSpc>
            </a:pPr>
            <a:r>
              <a:rPr lang="en-US" sz="1100" b="0" i="0" u="none" strike="noStrike">
                <a:solidFill>
                  <a:srgbClr val="787878"/>
                </a:solidFill>
                <a:latin typeface="Noto Sans SC" panose="020B0200000000000000" charset="-122"/>
                <a:ea typeface="Noto Sans SC" panose="020B0200000000000000" charset="-122"/>
                <a:cs typeface="Noto Sans SC" panose="020B0200000000000000" charset="-122"/>
                <a:sym typeface="Noto Sans SC" panose="020B0200000000000000" charset="-122"/>
              </a:rPr>
              <a:t>剔除所有冗余功能，仅保留核心记录能力，回归工具本质。</a:t>
            </a:r>
            <a:endParaRPr lang="en-US" sz="1100" b="0" i="0" u="none" strike="noStrike">
              <a:solidFill>
                <a:srgbClr val="78787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7" name="Picture 17"/>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604000" y="3238500"/>
            <a:ext cx="355600" cy="355600"/>
          </a:xfrm>
          <a:prstGeom prst="rect">
            <a:avLst/>
          </a:prstGeom>
        </p:spPr>
      </p:pic>
      <p:sp>
        <p:nvSpPr>
          <p:cNvPr id="18" name="AutoShape 18"/>
          <p:cNvSpPr/>
          <p:nvPr/>
        </p:nvSpPr>
        <p:spPr>
          <a:xfrm>
            <a:off x="7112000" y="3213100"/>
            <a:ext cx="4191000" cy="889000"/>
          </a:xfrm>
          <a:prstGeom prst="roundRect">
            <a:avLst>
              <a:gd name="adj" fmla="val 0"/>
            </a:avLst>
          </a:prstGeom>
          <a:noFill/>
          <a:ln w="25400" cap="flat" cmpd="sng">
            <a:noFill/>
            <a:prstDash val="solid"/>
            <a:round/>
          </a:ln>
        </p:spPr>
        <p:txBody>
          <a:bodyPr vert="horz" wrap="square" lIns="0" tIns="0" rIns="0" bIns="0" rtlCol="0" anchor="t" anchorCtr="0"/>
          <a:lstStyle/>
          <a:p>
            <a:pPr indent="0" algn="ctr">
              <a:lnSpc>
                <a:spcPct val="100000"/>
              </a:lnSpc>
              <a:defRPr/>
            </a:pPr>
            <a:r>
              <a:rPr lang="en-US" sz="1300" b="1" i="0" u="none" strike="noStrike">
                <a:solidFill>
                  <a:srgbClr val="000000"/>
                </a:solidFill>
                <a:latin typeface="Arial" panose="020B0604020202020204"/>
                <a:ea typeface="Arial" panose="020B0604020202020204"/>
                <a:cs typeface="Arial" panose="020B0604020202020204"/>
                <a:sym typeface="Arial" panose="020B0604020202020204"/>
              </a:rPr>
              <a:t>Fully Offline / 完全离线</a:t>
            </a:r>
            <a:endParaRPr lang="en-US" sz="1100"/>
          </a:p>
          <a:p>
            <a:pPr indent="0" algn="ctr">
              <a:lnSpc>
                <a:spcPct val="100000"/>
              </a:lnSpc>
            </a:pPr>
            <a:r>
              <a:rPr lang="en-US" sz="1100" b="0" i="0" u="none" strike="noStrike">
                <a:solidFill>
                  <a:srgbClr val="646464"/>
                </a:solidFill>
                <a:latin typeface="Arial" panose="020B0604020202020204"/>
                <a:ea typeface="Arial" panose="020B0604020202020204"/>
                <a:cs typeface="Arial" panose="020B0604020202020204"/>
                <a:sym typeface="Arial" panose="020B0604020202020204"/>
              </a:rPr>
              <a:t>All data stored locally on device for maximum privacy.</a:t>
            </a:r>
            <a:endParaRPr lang="en-US" sz="1100" b="0" i="0" u="none" strike="noStrike">
              <a:solidFill>
                <a:srgbClr val="646464"/>
              </a:solidFill>
              <a:latin typeface="Arial" panose="020B0604020202020204"/>
              <a:ea typeface="Arial" panose="020B0604020202020204"/>
              <a:cs typeface="Arial" panose="020B0604020202020204"/>
              <a:sym typeface="Arial" panose="020B0604020202020204"/>
            </a:endParaRPr>
          </a:p>
          <a:p>
            <a:pPr indent="0" algn="ctr">
              <a:lnSpc>
                <a:spcPct val="100000"/>
              </a:lnSpc>
            </a:pPr>
            <a:r>
              <a:rPr lang="en-US" sz="1100" b="0" i="0" u="none" strike="noStrike">
                <a:solidFill>
                  <a:srgbClr val="787878"/>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数据仅本地存储，无需联网，从根本上杜绝隐私泄露风险。</a:t>
            </a:r>
            <a:endParaRPr lang="en-US" sz="1100" b="0" i="0" u="none" strike="noStrike">
              <a:solidFill>
                <a:srgbClr val="78787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9" name="Picture 19"/>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604000" y="4191000"/>
            <a:ext cx="355600" cy="355600"/>
          </a:xfrm>
          <a:prstGeom prst="rect">
            <a:avLst/>
          </a:prstGeom>
        </p:spPr>
      </p:pic>
      <p:sp>
        <p:nvSpPr>
          <p:cNvPr id="20" name="AutoShape 20"/>
          <p:cNvSpPr/>
          <p:nvPr/>
        </p:nvSpPr>
        <p:spPr>
          <a:xfrm>
            <a:off x="7112000" y="4165600"/>
            <a:ext cx="4191000" cy="889000"/>
          </a:xfrm>
          <a:prstGeom prst="roundRect">
            <a:avLst>
              <a:gd name="adj" fmla="val 0"/>
            </a:avLst>
          </a:prstGeom>
          <a:noFill/>
          <a:ln w="25400" cap="flat" cmpd="sng">
            <a:noFill/>
            <a:prstDash val="solid"/>
            <a:round/>
          </a:ln>
        </p:spPr>
        <p:txBody>
          <a:bodyPr vert="horz" wrap="square" lIns="0" tIns="0" rIns="0" bIns="0" rtlCol="0" anchor="t" anchorCtr="0"/>
          <a:lstStyle/>
          <a:p>
            <a:pPr indent="0" algn="ctr">
              <a:lnSpc>
                <a:spcPct val="100000"/>
              </a:lnSpc>
              <a:defRPr/>
            </a:pPr>
            <a:r>
              <a:rPr lang="en-US" sz="1300" b="1" i="0" u="none" strike="noStrike">
                <a:solidFill>
                  <a:srgbClr val="000000"/>
                </a:solidFill>
                <a:latin typeface="Arial" panose="020B0604020202020204"/>
                <a:ea typeface="Arial" panose="020B0604020202020204"/>
                <a:cs typeface="Arial" panose="020B0604020202020204"/>
                <a:sym typeface="Arial" panose="020B0604020202020204"/>
              </a:rPr>
              <a:t>Ad-Free &amp; Lightweight / 纯净轻量</a:t>
            </a:r>
            <a:endParaRPr lang="en-US" sz="1100"/>
          </a:p>
          <a:p>
            <a:pPr indent="0" algn="ctr">
              <a:lnSpc>
                <a:spcPct val="100000"/>
              </a:lnSpc>
            </a:pPr>
            <a:r>
              <a:rPr lang="en-US" sz="1100" b="0" i="0" u="none" strike="noStrike">
                <a:solidFill>
                  <a:srgbClr val="646464"/>
                </a:solidFill>
                <a:latin typeface="Arial" panose="020B0604020202020204"/>
                <a:ea typeface="Arial" panose="020B0604020202020204"/>
                <a:cs typeface="Arial" panose="020B0604020202020204"/>
                <a:sym typeface="Arial" panose="020B0604020202020204"/>
              </a:rPr>
              <a:t>Smooth, distraction-free experience with no interruptions.</a:t>
            </a:r>
            <a:endParaRPr lang="en-US" sz="1100" b="0" i="0" u="none" strike="noStrike">
              <a:solidFill>
                <a:srgbClr val="646464"/>
              </a:solidFill>
              <a:latin typeface="Arial" panose="020B0604020202020204"/>
              <a:ea typeface="Arial" panose="020B0604020202020204"/>
              <a:cs typeface="Arial" panose="020B0604020202020204"/>
              <a:sym typeface="Arial" panose="020B0604020202020204"/>
            </a:endParaRPr>
          </a:p>
          <a:p>
            <a:pPr indent="0" algn="ctr">
              <a:lnSpc>
                <a:spcPct val="100000"/>
              </a:lnSpc>
            </a:pPr>
            <a:r>
              <a:rPr lang="en-US" sz="1100" b="0" i="0" u="none" strike="noStrike">
                <a:solidFill>
                  <a:srgbClr val="787878"/>
                </a:solidFill>
                <a:latin typeface="Noto Sans SC" panose="020B0200000000000000" charset="-122"/>
                <a:ea typeface="Noto Sans SC" panose="020B0200000000000000" charset="-122"/>
                <a:cs typeface="Noto Sans SC" panose="020B0200000000000000" charset="-122"/>
                <a:sym typeface="Noto Sans SC" panose="020B0200000000000000" charset="-122"/>
              </a:rPr>
              <a:t>极致轻量的安装包体积，全程无广告打扰，提供丝滑体验。</a:t>
            </a:r>
            <a:endParaRPr lang="en-US" sz="1100" b="0" i="0" u="none" strike="noStrike">
              <a:solidFill>
                <a:srgbClr val="78787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1" name="AutoShape 21"/>
          <p:cNvSpPr/>
          <p:nvPr/>
        </p:nvSpPr>
        <p:spPr>
          <a:xfrm>
            <a:off x="762000" y="5207000"/>
            <a:ext cx="10668000" cy="1079500"/>
          </a:xfrm>
          <a:prstGeom prst="roundRect">
            <a:avLst>
              <a:gd name="adj" fmla="val 11764"/>
            </a:avLst>
          </a:prstGeom>
          <a:solidFill>
            <a:srgbClr val="57A4B9">
              <a:alpha val="15000"/>
            </a:srgbClr>
          </a:solidFill>
          <a:ln w="12700" cap="flat" cmpd="sng">
            <a:solidFill>
              <a:srgbClr val="57A4B9">
                <a:alpha val="100000"/>
              </a:srgbClr>
            </a:solidFill>
            <a:prstDash val="dash"/>
            <a:round/>
          </a:ln>
        </p:spPr>
        <p:txBody>
          <a:bodyPr vert="horz" wrap="square" lIns="63500" tIns="63500" rIns="63500" bIns="63500" rtlCol="0" anchor="ctr"/>
          <a:lstStyle/>
          <a:p>
            <a:pPr algn="ctr">
              <a:defRPr/>
            </a:pPr>
          </a:p>
        </p:txBody>
      </p:sp>
      <p:sp>
        <p:nvSpPr>
          <p:cNvPr id="22" name="AutoShape 22"/>
          <p:cNvSpPr/>
          <p:nvPr/>
        </p:nvSpPr>
        <p:spPr>
          <a:xfrm>
            <a:off x="1016000" y="5270500"/>
            <a:ext cx="10160000" cy="9525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08000"/>
              </a:lnSpc>
              <a:defRPr/>
            </a:pPr>
            <a:r>
              <a:rPr lang="en-US" sz="1400" b="1" i="0" u="none" strike="noStrike">
                <a:solidFill>
                  <a:srgbClr val="1F2329"/>
                </a:solidFill>
                <a:latin typeface="Arial" panose="020B0604020202020204"/>
                <a:ea typeface="Arial" panose="020B0604020202020204"/>
                <a:cs typeface="Arial" panose="020B0604020202020204"/>
                <a:sym typeface="Arial" panose="020B0604020202020204"/>
              </a:rPr>
              <a:t>Goal: Create a tool that "does one thing well" — capturing thoughts without distractions.</a:t>
            </a:r>
            <a:endParaRPr lang="en-US" sz="1100"/>
          </a:p>
          <a:p>
            <a:pPr indent="0" algn="ctr">
              <a:lnSpc>
                <a:spcPct val="108000"/>
              </a:lnSpc>
            </a:pPr>
            <a:r>
              <a:rPr lang="en-US" sz="1200" b="1" i="0" u="none" strike="noStrike">
                <a:solidFill>
                  <a:srgbClr val="57A4B9"/>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核心目标：打造一款“术业有专攻”的工具，让用户专注于捕捉灵感，彻底告别干扰。</a:t>
            </a:r>
            <a:endParaRPr lang="en-US" sz="1200" b="1" i="0" u="none" strike="noStrike">
              <a:solidFill>
                <a:srgbClr val="57A4B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EF5EB">
            <a:alpha val="100000"/>
          </a:srgbClr>
        </a:solidFill>
        <a:effectLst/>
      </p:bgPr>
    </p:bg>
    <p:spTree>
      <p:nvGrpSpPr>
        <p:cNvPr id="1" name=""/>
        <p:cNvGrpSpPr/>
        <p:nvPr/>
      </p:nvGrpSpPr>
      <p:grpSpPr>
        <a:xfrm>
          <a:off x="0" y="0"/>
          <a:ext cx="0" cy="0"/>
          <a:chOff x="0" y="0"/>
          <a:chExt cx="0" cy="0"/>
        </a:xfrm>
      </p:grpSpPr>
      <p:sp>
        <p:nvSpPr>
          <p:cNvPr id="2" name="Freeform 2"/>
          <p:cNvSpPr/>
          <p:nvPr/>
        </p:nvSpPr>
        <p:spPr>
          <a:xfrm>
            <a:off x="0" y="0"/>
            <a:ext cx="1352004" cy="723845"/>
          </a:xfrm>
          <a:custGeom>
            <a:avLst/>
            <a:gdLst/>
            <a:ahLst/>
            <a:cxnLst/>
            <a:rect l="l" t="t" r="r" b="b"/>
            <a:pathLst>
              <a:path w="1352004" h="723845">
                <a:moveTo>
                  <a:pt x="1352004" y="0"/>
                </a:moveTo>
                <a:lnTo>
                  <a:pt x="0" y="0"/>
                </a:lnTo>
                <a:lnTo>
                  <a:pt x="0" y="665932"/>
                </a:lnTo>
                <a:cubicBezTo>
                  <a:pt x="112118" y="703563"/>
                  <a:pt x="232852" y="723845"/>
                  <a:pt x="358658" y="723845"/>
                </a:cubicBezTo>
                <a:cubicBezTo>
                  <a:pt x="839042" y="723845"/>
                  <a:pt x="1224599" y="428121"/>
                  <a:pt x="1352004" y="0"/>
                </a:cubicBezTo>
              </a:path>
            </a:pathLst>
          </a:custGeom>
          <a:solidFill>
            <a:srgbClr val="F29D38">
              <a:alpha val="20000"/>
            </a:srgbClr>
          </a:solidFill>
          <a:ln w="25400" cap="flat" cmpd="sng">
            <a:noFill/>
            <a:prstDash val="solid"/>
            <a:round/>
          </a:ln>
        </p:spPr>
        <p:txBody>
          <a:bodyPr vert="horz" wrap="square" lIns="63500" tIns="63500" rIns="63500" bIns="63500" rtlCol="0" anchor="ctr"/>
          <a:lstStyle/>
          <a:p>
            <a:pPr algn="ctr">
              <a:defRPr/>
            </a:pPr>
          </a:p>
        </p:txBody>
      </p:sp>
      <p:sp>
        <p:nvSpPr>
          <p:cNvPr id="3" name="Freeform 3"/>
          <p:cNvSpPr/>
          <p:nvPr/>
        </p:nvSpPr>
        <p:spPr>
          <a:xfrm>
            <a:off x="9664700" y="5321300"/>
            <a:ext cx="2533256" cy="1536700"/>
          </a:xfrm>
          <a:custGeom>
            <a:avLst/>
            <a:gdLst/>
            <a:ahLst/>
            <a:cxnLst/>
            <a:rect l="l" t="t" r="r" b="b"/>
            <a:pathLst>
              <a:path w="2533256" h="1536700">
                <a:moveTo>
                  <a:pt x="2533256" y="11605"/>
                </a:moveTo>
                <a:lnTo>
                  <a:pt x="2533256" y="1536700"/>
                </a:lnTo>
                <a:lnTo>
                  <a:pt x="0" y="1536700"/>
                </a:lnTo>
                <a:cubicBezTo>
                  <a:pt x="370125" y="635006"/>
                  <a:pt x="1256883" y="0"/>
                  <a:pt x="2291956" y="0"/>
                </a:cubicBezTo>
                <a:cubicBezTo>
                  <a:pt x="2373363" y="0"/>
                  <a:pt x="2453856" y="3928"/>
                  <a:pt x="2533256" y="11605"/>
                </a:cubicBezTo>
              </a:path>
            </a:pathLst>
          </a:custGeom>
          <a:solidFill>
            <a:srgbClr val="F29D38">
              <a:alpha val="2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698500" y="355600"/>
            <a:ext cx="10795000" cy="723900"/>
          </a:xfrm>
          <a:prstGeom prst="rect">
            <a:avLst/>
          </a:prstGeom>
          <a:noFill/>
          <a:ln w="12700" cap="flat" cmpd="sng">
            <a:noFill/>
            <a:prstDash val="solid"/>
            <a:round/>
          </a:ln>
        </p:spPr>
        <p:txBody>
          <a:bodyPr vert="horz" wrap="square" lIns="0" tIns="0" rIns="0" bIns="0" rtlCol="0" anchor="b" anchorCtr="0"/>
          <a:lstStyle/>
          <a:p>
            <a:pPr indent="0" algn="l">
              <a:lnSpc>
                <a:spcPct val="100000"/>
              </a:lnSpc>
              <a:defRPr/>
            </a:pPr>
            <a:r>
              <a:rPr lang="en-US" sz="3200" b="1" i="0" u="none" strike="noStrike">
                <a:solidFill>
                  <a:srgbClr val="000000"/>
                </a:solidFill>
                <a:latin typeface="Arial" panose="020B0604020202020204"/>
                <a:ea typeface="Arial" panose="020B0604020202020204"/>
                <a:cs typeface="Arial" panose="020B0604020202020204"/>
                <a:sym typeface="Arial" panose="020B0604020202020204"/>
              </a:rPr>
              <a:t>Project Introduction</a:t>
            </a:r>
            <a:endParaRPr lang="en-US" sz="1100"/>
          </a:p>
        </p:txBody>
      </p:sp>
      <p:sp>
        <p:nvSpPr>
          <p:cNvPr id="5" name="AutoShape 5"/>
          <p:cNvSpPr/>
          <p:nvPr/>
        </p:nvSpPr>
        <p:spPr>
          <a:xfrm>
            <a:off x="762000" y="1206500"/>
            <a:ext cx="762000" cy="50800"/>
          </a:xfrm>
          <a:prstGeom prst="roundRect">
            <a:avLst>
              <a:gd name="adj" fmla="val 400000"/>
            </a:avLst>
          </a:prstGeom>
          <a:solidFill>
            <a:srgbClr val="57A4B9">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762000" y="1460500"/>
            <a:ext cx="10668000" cy="1016000"/>
          </a:xfrm>
          <a:prstGeom prst="roundRect">
            <a:avLst>
              <a:gd name="adj" fmla="val 12500"/>
            </a:avLst>
          </a:prstGeom>
          <a:solidFill>
            <a:srgbClr val="57A4B9">
              <a:alpha val="10000"/>
            </a:srgbClr>
          </a:solidFill>
          <a:ln w="12700" cap="flat" cmpd="sng">
            <a:solidFill>
              <a:srgbClr val="57A4B9">
                <a:alpha val="30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14500"/>
            <a:ext cx="508000" cy="508000"/>
          </a:xfrm>
          <a:prstGeom prst="rect">
            <a:avLst/>
          </a:prstGeom>
        </p:spPr>
      </p:pic>
      <p:sp>
        <p:nvSpPr>
          <p:cNvPr id="8" name="AutoShape 8"/>
          <p:cNvSpPr/>
          <p:nvPr/>
        </p:nvSpPr>
        <p:spPr>
          <a:xfrm>
            <a:off x="1778000" y="1524000"/>
            <a:ext cx="9271000" cy="889000"/>
          </a:xfrm>
          <a:prstGeom prst="roundRect">
            <a:avLst>
              <a:gd name="adj" fmla="val 0"/>
            </a:avLst>
          </a:prstGeom>
          <a:noFill/>
          <a:ln w="25400" cap="flat" cmpd="sng">
            <a:noFill/>
            <a:prstDash val="solid"/>
            <a:round/>
          </a:ln>
        </p:spPr>
        <p:txBody>
          <a:bodyPr vert="horz" wrap="square" lIns="63500" tIns="63500" rIns="63500" bIns="63500" rtlCol="0" anchor="ctr" anchorCtr="0"/>
          <a:lstStyle/>
          <a:p>
            <a:pPr indent="0" algn="l">
              <a:lnSpc>
                <a:spcPct val="100000"/>
              </a:lnSpc>
              <a:defRPr/>
            </a:pPr>
            <a:r>
              <a:rPr lang="en-US" sz="1600" b="1" i="0" u="none" strike="noStrike">
                <a:solidFill>
                  <a:srgbClr val="57A4B9"/>
                </a:solidFill>
                <a:latin typeface="Noto Sans SC" panose="020B0200000000000000" charset="-122"/>
                <a:ea typeface="Noto Sans SC" panose="020B0200000000000000" charset="-122"/>
                <a:cs typeface="Noto Sans SC" panose="020B0200000000000000" charset="-122"/>
                <a:sym typeface="Noto Sans SC" panose="020B0200000000000000" charset="-122"/>
              </a:rPr>
              <a:t>App Positioning / 应用定位</a:t>
            </a:r>
            <a:endParaRPr lang="en-US" sz="1100"/>
          </a:p>
          <a:p>
            <a:pPr indent="0" algn="l">
              <a:lnSpc>
                <a:spcPct val="100000"/>
              </a:lnSpc>
            </a:pPr>
            <a:r>
              <a:rPr lang="en-US" sz="12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A lightweight and efficient Android note management tool designed for simplicity. | 一款为简洁而生的轻量级、高效的安卓笔记管理工具。</a:t>
            </a:r>
            <a:endParaRPr lang="en-US" sz="12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762000" y="2667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57A4B9"/>
                </a:solidFill>
                <a:latin typeface="Arial" panose="020B0604020202020204"/>
                <a:ea typeface="Arial" panose="020B0604020202020204"/>
                <a:cs typeface="Arial" panose="020B0604020202020204"/>
                <a:sym typeface="Arial" panose="020B0604020202020204"/>
              </a:rPr>
              <a:t>Core Features / 核心功能</a:t>
            </a:r>
            <a:endParaRPr lang="en-US" sz="1100"/>
          </a:p>
        </p:txBody>
      </p:sp>
      <p:sp>
        <p:nvSpPr>
          <p:cNvPr id="10" name="AutoShape 10"/>
          <p:cNvSpPr/>
          <p:nvPr/>
        </p:nvSpPr>
        <p:spPr>
          <a:xfrm>
            <a:off x="762000" y="3175000"/>
            <a:ext cx="3378200" cy="1270000"/>
          </a:xfrm>
          <a:prstGeom prst="roundRect">
            <a:avLst>
              <a:gd name="adj" fmla="val 10000"/>
            </a:avLst>
          </a:prstGeom>
          <a:solidFill>
            <a:srgbClr val="FFFFFF">
              <a:alpha val="100000"/>
            </a:srgbClr>
          </a:solidFill>
          <a:ln w="25400" cap="flat" cmpd="sng">
            <a:noFill/>
            <a:prstDash val="solid"/>
            <a:round/>
          </a:ln>
          <a:effectLst>
            <a:outerShdw blurRad="190500" dist="50800" dir="5400000" algn="tl" rotWithShape="0">
              <a:srgbClr val="000000">
                <a:alpha val="6000"/>
              </a:srgbClr>
            </a:outerShdw>
          </a:effectLst>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581400"/>
            <a:ext cx="457200" cy="457200"/>
          </a:xfrm>
          <a:prstGeom prst="rect">
            <a:avLst/>
          </a:prstGeom>
        </p:spPr>
      </p:pic>
      <p:sp>
        <p:nvSpPr>
          <p:cNvPr id="12" name="AutoShape 12"/>
          <p:cNvSpPr/>
          <p:nvPr/>
        </p:nvSpPr>
        <p:spPr>
          <a:xfrm>
            <a:off x="1651000" y="3238500"/>
            <a:ext cx="2413000" cy="1143000"/>
          </a:xfrm>
          <a:prstGeom prst="roundRect">
            <a:avLst>
              <a:gd name="adj" fmla="val 0"/>
            </a:avLst>
          </a:prstGeom>
          <a:noFill/>
          <a:ln w="25400" cap="flat" cmpd="sng">
            <a:noFill/>
            <a:prstDash val="solid"/>
            <a:round/>
          </a:ln>
        </p:spPr>
        <p:txBody>
          <a:bodyPr vert="horz" wrap="square" lIns="0" tIns="63500" rIns="0" bIns="63500" rtlCol="0" anchor="ctr" anchorCtr="0"/>
          <a:lstStyle/>
          <a:p>
            <a:pPr indent="0" algn="l">
              <a:lnSpc>
                <a:spcPct val="125000"/>
              </a:lnSpc>
              <a:defRPr/>
            </a:pPr>
            <a:r>
              <a:rPr lang="en-US" sz="14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Note Operations</a:t>
            </a:r>
            <a:endParaRPr lang="en-US" sz="1100"/>
          </a:p>
          <a:p>
            <a:pPr indent="0" algn="l">
              <a:lnSpc>
                <a:spcPct val="125000"/>
              </a:lnSpc>
            </a:pPr>
            <a:r>
              <a:rPr lang="en-US" sz="11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轻松创建、编辑和删除笔记。</a:t>
            </a:r>
            <a:endParaRPr lang="en-US" sz="11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sz="1000" b="0" i="0" u="none" strike="noStrike">
                <a:solidFill>
                  <a:srgbClr val="969696"/>
                </a:solidFill>
                <a:latin typeface="Noto Sans SC" panose="020B0200000000000000" charset="-122"/>
                <a:ea typeface="Noto Sans SC" panose="020B0200000000000000" charset="-122"/>
                <a:cs typeface="Noto Sans SC" panose="020B0200000000000000" charset="-122"/>
                <a:sym typeface="Noto Sans SC" panose="020B0200000000000000" charset="-122"/>
              </a:rPr>
              <a:t>Create, edit, delete with ease.</a:t>
            </a:r>
            <a:endParaRPr lang="en-US" sz="1000" b="0" i="0" u="none" strike="noStrike">
              <a:solidFill>
                <a:srgbClr val="96969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4394200" y="3175000"/>
            <a:ext cx="3378200" cy="1270000"/>
          </a:xfrm>
          <a:prstGeom prst="roundRect">
            <a:avLst>
              <a:gd name="adj" fmla="val 10000"/>
            </a:avLst>
          </a:prstGeom>
          <a:solidFill>
            <a:srgbClr val="FFFFFF">
              <a:alpha val="100000"/>
            </a:srgbClr>
          </a:solidFill>
          <a:ln w="25400" cap="flat" cmpd="sng">
            <a:noFill/>
            <a:prstDash val="solid"/>
            <a:round/>
          </a:ln>
          <a:effectLst>
            <a:outerShdw blurRad="190500" dist="50800" dir="5400000" algn="tl" rotWithShape="0">
              <a:srgbClr val="000000">
                <a:alpha val="6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648200" y="3581400"/>
            <a:ext cx="457200" cy="457200"/>
          </a:xfrm>
          <a:prstGeom prst="rect">
            <a:avLst/>
          </a:prstGeom>
        </p:spPr>
      </p:pic>
      <p:sp>
        <p:nvSpPr>
          <p:cNvPr id="15" name="AutoShape 15"/>
          <p:cNvSpPr/>
          <p:nvPr/>
        </p:nvSpPr>
        <p:spPr>
          <a:xfrm>
            <a:off x="5283200" y="3238500"/>
            <a:ext cx="2413000" cy="1143000"/>
          </a:xfrm>
          <a:prstGeom prst="roundRect">
            <a:avLst>
              <a:gd name="adj" fmla="val 0"/>
            </a:avLst>
          </a:prstGeom>
          <a:noFill/>
          <a:ln w="25400" cap="flat" cmpd="sng">
            <a:noFill/>
            <a:prstDash val="solid"/>
            <a:round/>
          </a:ln>
        </p:spPr>
        <p:txBody>
          <a:bodyPr vert="horz" wrap="square" lIns="0" tIns="63500" rIns="0" bIns="63500" rtlCol="0" anchor="ctr" anchorCtr="0"/>
          <a:lstStyle/>
          <a:p>
            <a:pPr indent="0" algn="l">
              <a:lnSpc>
                <a:spcPct val="125000"/>
              </a:lnSpc>
              <a:defRPr/>
            </a:pPr>
            <a:r>
              <a:rPr lang="en-US" sz="14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Category System</a:t>
            </a:r>
            <a:endParaRPr lang="en-US" sz="1100"/>
          </a:p>
          <a:p>
            <a:pPr indent="0" algn="l">
              <a:lnSpc>
                <a:spcPct val="125000"/>
              </a:lnSpc>
            </a:pPr>
            <a:r>
              <a:rPr lang="en-US" sz="11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灵活管理，让笔记井然有序。</a:t>
            </a:r>
            <a:endParaRPr lang="en-US" sz="11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sz="1000" b="0" i="0" u="none" strike="noStrike">
                <a:solidFill>
                  <a:srgbClr val="969696"/>
                </a:solidFill>
                <a:latin typeface="Noto Sans SC" panose="020B0200000000000000" charset="-122"/>
                <a:ea typeface="Noto Sans SC" panose="020B0200000000000000" charset="-122"/>
                <a:cs typeface="Noto Sans SC" panose="020B0200000000000000" charset="-122"/>
                <a:sym typeface="Noto Sans SC" panose="020B0200000000000000" charset="-122"/>
              </a:rPr>
              <a:t>Flexible management for notes.</a:t>
            </a:r>
            <a:endParaRPr lang="en-US" sz="1000" b="0" i="0" u="none" strike="noStrike">
              <a:solidFill>
                <a:srgbClr val="96969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16"/>
          <p:cNvSpPr/>
          <p:nvPr/>
        </p:nvSpPr>
        <p:spPr>
          <a:xfrm>
            <a:off x="8026400" y="3175000"/>
            <a:ext cx="3378200" cy="1270000"/>
          </a:xfrm>
          <a:prstGeom prst="roundRect">
            <a:avLst>
              <a:gd name="adj" fmla="val 10000"/>
            </a:avLst>
          </a:prstGeom>
          <a:solidFill>
            <a:srgbClr val="FFFFFF">
              <a:alpha val="100000"/>
            </a:srgbClr>
          </a:solidFill>
          <a:ln w="25400" cap="flat" cmpd="sng">
            <a:noFill/>
            <a:prstDash val="solid"/>
            <a:round/>
          </a:ln>
          <a:effectLst>
            <a:outerShdw blurRad="190500" dist="50800" dir="5400000" algn="tl" rotWithShape="0">
              <a:srgbClr val="000000">
                <a:alpha val="6000"/>
              </a:srgbClr>
            </a:outerShdw>
          </a:effectLst>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280400" y="3581400"/>
            <a:ext cx="457200" cy="457200"/>
          </a:xfrm>
          <a:prstGeom prst="rect">
            <a:avLst/>
          </a:prstGeom>
        </p:spPr>
      </p:pic>
      <p:sp>
        <p:nvSpPr>
          <p:cNvPr id="18" name="AutoShape 18"/>
          <p:cNvSpPr/>
          <p:nvPr/>
        </p:nvSpPr>
        <p:spPr>
          <a:xfrm>
            <a:off x="8915400" y="3238500"/>
            <a:ext cx="2413000" cy="1143000"/>
          </a:xfrm>
          <a:prstGeom prst="roundRect">
            <a:avLst>
              <a:gd name="adj" fmla="val 0"/>
            </a:avLst>
          </a:prstGeom>
          <a:noFill/>
          <a:ln w="25400" cap="flat" cmpd="sng">
            <a:noFill/>
            <a:prstDash val="solid"/>
            <a:round/>
          </a:ln>
        </p:spPr>
        <p:txBody>
          <a:bodyPr vert="horz" wrap="square" lIns="0" tIns="63500" rIns="0" bIns="63500" rtlCol="0" anchor="ctr" anchorCtr="0"/>
          <a:lstStyle/>
          <a:p>
            <a:pPr indent="0" algn="l">
              <a:lnSpc>
                <a:spcPct val="125000"/>
              </a:lnSpc>
              <a:defRPr/>
            </a:pPr>
            <a:r>
              <a:rPr lang="en-US" sz="14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To-Do List</a:t>
            </a:r>
            <a:endParaRPr lang="en-US" sz="1100"/>
          </a:p>
          <a:p>
            <a:pPr indent="0" algn="l">
              <a:lnSpc>
                <a:spcPct val="125000"/>
              </a:lnSpc>
            </a:pPr>
            <a:r>
              <a:rPr lang="en-US" sz="11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内置任务管理模块，规划待办。</a:t>
            </a:r>
            <a:endParaRPr lang="en-US" sz="11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sz="1000" b="0" i="0" u="none" strike="noStrike">
                <a:solidFill>
                  <a:srgbClr val="969696"/>
                </a:solidFill>
                <a:latin typeface="Noto Sans SC" panose="020B0200000000000000" charset="-122"/>
                <a:ea typeface="Noto Sans SC" panose="020B0200000000000000" charset="-122"/>
                <a:cs typeface="Noto Sans SC" panose="020B0200000000000000" charset="-122"/>
                <a:sym typeface="Noto Sans SC" panose="020B0200000000000000" charset="-122"/>
              </a:rPr>
              <a:t>Built-in task management module.</a:t>
            </a:r>
            <a:endParaRPr lang="en-US" sz="1000" b="0" i="0" u="none" strike="noStrike">
              <a:solidFill>
                <a:srgbClr val="96969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AutoShape 19"/>
          <p:cNvSpPr/>
          <p:nvPr/>
        </p:nvSpPr>
        <p:spPr>
          <a:xfrm>
            <a:off x="762000" y="4699000"/>
            <a:ext cx="3378200" cy="1270000"/>
          </a:xfrm>
          <a:prstGeom prst="roundRect">
            <a:avLst>
              <a:gd name="adj" fmla="val 10000"/>
            </a:avLst>
          </a:prstGeom>
          <a:solidFill>
            <a:srgbClr val="FFFFFF">
              <a:alpha val="100000"/>
            </a:srgbClr>
          </a:solidFill>
          <a:ln w="25400" cap="flat" cmpd="sng">
            <a:noFill/>
            <a:prstDash val="solid"/>
            <a:round/>
          </a:ln>
          <a:effectLst>
            <a:outerShdw blurRad="190500" dist="50800" dir="5400000" algn="tl" rotWithShape="0">
              <a:srgbClr val="000000">
                <a:alpha val="6000"/>
              </a:srgbClr>
            </a:outerShdw>
          </a:effectLst>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16000" y="5105400"/>
            <a:ext cx="457200" cy="457200"/>
          </a:xfrm>
          <a:prstGeom prst="rect">
            <a:avLst/>
          </a:prstGeom>
        </p:spPr>
      </p:pic>
      <p:sp>
        <p:nvSpPr>
          <p:cNvPr id="21" name="AutoShape 21"/>
          <p:cNvSpPr/>
          <p:nvPr/>
        </p:nvSpPr>
        <p:spPr>
          <a:xfrm>
            <a:off x="1651000" y="4762500"/>
            <a:ext cx="2413000" cy="1143000"/>
          </a:xfrm>
          <a:prstGeom prst="roundRect">
            <a:avLst>
              <a:gd name="adj" fmla="val 0"/>
            </a:avLst>
          </a:prstGeom>
          <a:noFill/>
          <a:ln w="25400" cap="flat" cmpd="sng">
            <a:noFill/>
            <a:prstDash val="solid"/>
            <a:round/>
          </a:ln>
        </p:spPr>
        <p:txBody>
          <a:bodyPr vert="horz" wrap="square" lIns="0" tIns="63500" rIns="0" bIns="63500" rtlCol="0" anchor="ctr" anchorCtr="0"/>
          <a:lstStyle/>
          <a:p>
            <a:pPr indent="0" algn="l">
              <a:lnSpc>
                <a:spcPct val="125000"/>
              </a:lnSpc>
              <a:defRPr/>
            </a:pPr>
            <a:r>
              <a:rPr lang="en-US" sz="14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Alarm Reminders</a:t>
            </a:r>
            <a:endParaRPr lang="en-US" sz="1100"/>
          </a:p>
          <a:p>
            <a:pPr indent="0" algn="l">
              <a:lnSpc>
                <a:spcPct val="125000"/>
              </a:lnSpc>
            </a:pPr>
            <a:r>
              <a:rPr lang="en-US" sz="11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为重要任务设置提醒，避免遗忘。</a:t>
            </a:r>
            <a:endParaRPr lang="en-US" sz="11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sz="1000" b="0" i="0" u="none" strike="noStrike">
                <a:solidFill>
                  <a:srgbClr val="969696"/>
                </a:solidFill>
                <a:latin typeface="Noto Sans SC" panose="020B0200000000000000" charset="-122"/>
                <a:ea typeface="Noto Sans SC" panose="020B0200000000000000" charset="-122"/>
                <a:cs typeface="Noto Sans SC" panose="020B0200000000000000" charset="-122"/>
                <a:sym typeface="Noto Sans SC" panose="020B0200000000000000" charset="-122"/>
              </a:rPr>
              <a:t>Set alerts for important tasks.</a:t>
            </a:r>
            <a:endParaRPr lang="en-US" sz="1000" b="0" i="0" u="none" strike="noStrike">
              <a:solidFill>
                <a:srgbClr val="96969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2" name="AutoShape 22"/>
          <p:cNvSpPr/>
          <p:nvPr/>
        </p:nvSpPr>
        <p:spPr>
          <a:xfrm>
            <a:off x="4394200" y="4699000"/>
            <a:ext cx="3378200" cy="1270000"/>
          </a:xfrm>
          <a:prstGeom prst="roundRect">
            <a:avLst>
              <a:gd name="adj" fmla="val 10000"/>
            </a:avLst>
          </a:prstGeom>
          <a:solidFill>
            <a:srgbClr val="FFFFFF">
              <a:alpha val="100000"/>
            </a:srgbClr>
          </a:solidFill>
          <a:ln w="25400" cap="flat" cmpd="sng">
            <a:noFill/>
            <a:prstDash val="solid"/>
            <a:round/>
          </a:ln>
          <a:effectLst>
            <a:outerShdw blurRad="190500" dist="50800" dir="5400000" algn="tl" rotWithShape="0">
              <a:srgbClr val="000000">
                <a:alpha val="6000"/>
              </a:srgbClr>
            </a:outerShdw>
          </a:effectLst>
        </p:spPr>
        <p:txBody>
          <a:bodyPr vert="horz" wrap="square" lIns="63500" tIns="63500" rIns="63500" bIns="63500" rtlCol="0" anchor="ctr"/>
          <a:lstStyle/>
          <a:p>
            <a:pPr algn="ctr">
              <a:defRPr/>
            </a:pPr>
          </a:p>
        </p:txBody>
      </p:sp>
      <p:pic>
        <p:nvPicPr>
          <p:cNvPr id="23" name="Picture 23"/>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4648200" y="5105400"/>
            <a:ext cx="457200" cy="457200"/>
          </a:xfrm>
          <a:prstGeom prst="rect">
            <a:avLst/>
          </a:prstGeom>
        </p:spPr>
      </p:pic>
      <p:sp>
        <p:nvSpPr>
          <p:cNvPr id="24" name="AutoShape 24"/>
          <p:cNvSpPr/>
          <p:nvPr/>
        </p:nvSpPr>
        <p:spPr>
          <a:xfrm>
            <a:off x="5283200" y="4762500"/>
            <a:ext cx="2413000" cy="1143000"/>
          </a:xfrm>
          <a:prstGeom prst="roundRect">
            <a:avLst>
              <a:gd name="adj" fmla="val 0"/>
            </a:avLst>
          </a:prstGeom>
          <a:noFill/>
          <a:ln w="25400" cap="flat" cmpd="sng">
            <a:noFill/>
            <a:prstDash val="solid"/>
            <a:round/>
          </a:ln>
        </p:spPr>
        <p:txBody>
          <a:bodyPr vert="horz" wrap="square" lIns="0" tIns="63500" rIns="0" bIns="63500" rtlCol="0" anchor="ctr" anchorCtr="0"/>
          <a:lstStyle/>
          <a:p>
            <a:pPr indent="0" algn="l">
              <a:lnSpc>
                <a:spcPct val="125000"/>
              </a:lnSpc>
              <a:defRPr/>
            </a:pPr>
            <a:r>
              <a:rPr lang="en-US" sz="14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Desktop Widgets</a:t>
            </a:r>
            <a:endParaRPr lang="en-US" sz="1100"/>
          </a:p>
          <a:p>
            <a:pPr indent="0" algn="l">
              <a:lnSpc>
                <a:spcPct val="125000"/>
              </a:lnSpc>
            </a:pPr>
            <a:r>
              <a:rPr lang="en-US" sz="11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从主屏幕快速访问笔记，提升效率。</a:t>
            </a:r>
            <a:endParaRPr lang="en-US" sz="11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sz="1000" b="0" i="0" u="none" strike="noStrike">
                <a:solidFill>
                  <a:srgbClr val="969696"/>
                </a:solidFill>
                <a:latin typeface="Noto Sans SC" panose="020B0200000000000000" charset="-122"/>
                <a:ea typeface="Noto Sans SC" panose="020B0200000000000000" charset="-122"/>
                <a:cs typeface="Noto Sans SC" panose="020B0200000000000000" charset="-122"/>
                <a:sym typeface="Noto Sans SC" panose="020B0200000000000000" charset="-122"/>
              </a:rPr>
              <a:t>Quick access from home screen.</a:t>
            </a:r>
            <a:endParaRPr lang="en-US" sz="1000" b="0" i="0" u="none" strike="noStrike">
              <a:solidFill>
                <a:srgbClr val="96969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5" name="AutoShape 25"/>
          <p:cNvSpPr/>
          <p:nvPr/>
        </p:nvSpPr>
        <p:spPr>
          <a:xfrm>
            <a:off x="8026400" y="4699000"/>
            <a:ext cx="3378200" cy="1270000"/>
          </a:xfrm>
          <a:prstGeom prst="roundRect">
            <a:avLst>
              <a:gd name="adj" fmla="val 10000"/>
            </a:avLst>
          </a:prstGeom>
          <a:solidFill>
            <a:srgbClr val="FFFFFF">
              <a:alpha val="100000"/>
            </a:srgbClr>
          </a:solidFill>
          <a:ln w="25400" cap="flat" cmpd="sng">
            <a:noFill/>
            <a:prstDash val="solid"/>
            <a:round/>
          </a:ln>
          <a:effectLst>
            <a:outerShdw blurRad="190500" dist="50800" dir="5400000" algn="tl" rotWithShape="0">
              <a:srgbClr val="000000">
                <a:alpha val="6000"/>
              </a:srgbClr>
            </a:outerShdw>
          </a:effectLst>
        </p:spPr>
        <p:txBody>
          <a:bodyPr vert="horz" wrap="square" lIns="63500" tIns="63500" rIns="63500" bIns="63500" rtlCol="0" anchor="ctr"/>
          <a:lstStyle/>
          <a:p>
            <a:pPr algn="ctr">
              <a:defRPr/>
            </a:pPr>
          </a:p>
        </p:txBody>
      </p:sp>
      <p:pic>
        <p:nvPicPr>
          <p:cNvPr id="26" name="Picture 26"/>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280400" y="5105400"/>
            <a:ext cx="457200" cy="457200"/>
          </a:xfrm>
          <a:prstGeom prst="rect">
            <a:avLst/>
          </a:prstGeom>
        </p:spPr>
      </p:pic>
      <p:sp>
        <p:nvSpPr>
          <p:cNvPr id="27" name="AutoShape 27"/>
          <p:cNvSpPr/>
          <p:nvPr/>
        </p:nvSpPr>
        <p:spPr>
          <a:xfrm>
            <a:off x="8915400" y="4762500"/>
            <a:ext cx="2413000" cy="1143000"/>
          </a:xfrm>
          <a:prstGeom prst="roundRect">
            <a:avLst>
              <a:gd name="adj" fmla="val 0"/>
            </a:avLst>
          </a:prstGeom>
          <a:noFill/>
          <a:ln w="25400" cap="flat" cmpd="sng">
            <a:noFill/>
            <a:prstDash val="solid"/>
            <a:round/>
          </a:ln>
        </p:spPr>
        <p:txBody>
          <a:bodyPr vert="horz" wrap="square" lIns="0" tIns="63500" rIns="0" bIns="63500" rtlCol="0" anchor="ctr" anchorCtr="0"/>
          <a:lstStyle/>
          <a:p>
            <a:pPr indent="0" algn="l">
              <a:lnSpc>
                <a:spcPct val="125000"/>
              </a:lnSpc>
              <a:defRPr/>
            </a:pPr>
            <a:r>
              <a:rPr lang="en-US" sz="14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Android Optimized</a:t>
            </a:r>
            <a:endParaRPr lang="en-US" sz="1100"/>
          </a:p>
          <a:p>
            <a:pPr indent="0" algn="l">
              <a:lnSpc>
                <a:spcPct val="125000"/>
              </a:lnSpc>
            </a:pPr>
            <a:r>
              <a:rPr lang="en-US" sz="11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针对安卓深度优化，原生性能体验。</a:t>
            </a:r>
            <a:endParaRPr lang="en-US" sz="11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sz="1000" b="0" i="0" u="none" strike="noStrike">
                <a:solidFill>
                  <a:srgbClr val="969696"/>
                </a:solidFill>
                <a:latin typeface="Noto Sans SC" panose="020B0200000000000000" charset="-122"/>
                <a:ea typeface="Noto Sans SC" panose="020B0200000000000000" charset="-122"/>
                <a:cs typeface="Noto Sans SC" panose="020B0200000000000000" charset="-122"/>
                <a:sym typeface="Noto Sans SC" panose="020B0200000000000000" charset="-122"/>
              </a:rPr>
              <a:t>Native performance &amp; smooth exp.</a:t>
            </a:r>
            <a:endParaRPr lang="en-US" sz="1000" b="0" i="0" u="none" strike="noStrike">
              <a:solidFill>
                <a:srgbClr val="96969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43000" y="1349375"/>
            <a:ext cx="406400" cy="406400"/>
          </a:xfrm>
          <a:prstGeom prst="rect">
            <a:avLst/>
          </a:prstGeom>
        </p:spPr>
      </p:pic>
      <p:sp>
        <p:nvSpPr>
          <p:cNvPr id="6" name="AutoShape 6"/>
          <p:cNvSpPr/>
          <p:nvPr>
            <p:custDataLst>
              <p:tags r:id="rId3"/>
            </p:custDataLst>
          </p:nvPr>
        </p:nvSpPr>
        <p:spPr>
          <a:xfrm>
            <a:off x="1651000" y="1200150"/>
            <a:ext cx="2921000" cy="704215"/>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r>
              <a:rPr lang="en-US" sz="1600" b="1" i="0" u="none" strike="noStrike">
                <a:solidFill>
                  <a:schemeClr val="accent1"/>
                </a:solidFill>
                <a:latin typeface="+mn-lt"/>
                <a:ea typeface="+mn-ea"/>
                <a:cs typeface="Poppins"/>
                <a:sym typeface="Poppins"/>
              </a:rPr>
              <a:t>Basic Notes &amp; To-do</a:t>
            </a:r>
            <a:endParaRPr lang="en-US" sz="1600" b="1" i="0" u="none" strike="noStrike">
              <a:solidFill>
                <a:schemeClr val="accent1"/>
              </a:solidFill>
              <a:latin typeface="+mn-lt"/>
              <a:ea typeface="+mn-ea"/>
              <a:cs typeface="Poppins"/>
              <a:sym typeface="Poppins"/>
            </a:endParaRPr>
          </a:p>
        </p:txBody>
      </p:sp>
      <p:sp>
        <p:nvSpPr>
          <p:cNvPr id="7" name="AutoShape 7"/>
          <p:cNvSpPr/>
          <p:nvPr>
            <p:custDataLst>
              <p:tags r:id="rId4"/>
            </p:custDataLst>
          </p:nvPr>
        </p:nvSpPr>
        <p:spPr>
          <a:xfrm>
            <a:off x="1140460" y="1755775"/>
            <a:ext cx="2921000" cy="454025"/>
          </a:xfrm>
          <a:prstGeom prst="rect">
            <a:avLst/>
          </a:prstGeom>
          <a:noFill/>
          <a:ln w="12700" cap="flat" cmpd="sng">
            <a:noFill/>
            <a:prstDash val="solid"/>
            <a:round/>
          </a:ln>
        </p:spPr>
        <p:txBody>
          <a:bodyPr vert="horz" wrap="square" lIns="0" tIns="0" rIns="0" bIns="0" rtlCol="0" anchor="ctr" anchorCtr="0">
            <a:normAutofit fontScale="80000"/>
          </a:bodyPr>
          <a:lstStyle/>
          <a:p>
            <a:pPr indent="0" algn="l">
              <a:lnSpc>
                <a:spcPct val="125000"/>
              </a:lnSpc>
              <a:defRPr/>
            </a:pPr>
            <a:r>
              <a:rPr lang="en-US" sz="1200" b="0" i="0" u="none" strike="noStrike">
                <a:solidFill>
                  <a:schemeClr val="tx1"/>
                </a:solidFill>
                <a:latin typeface="+mn-lt"/>
                <a:ea typeface="+mn-ea"/>
                <a:cs typeface="Poppins"/>
                <a:sym typeface="Poppins"/>
              </a:rPr>
              <a:t>Full CRUD operations for notes and to-do items</a:t>
            </a:r>
            <a:endParaRPr lang="en-US" sz="1200" b="0" i="0" u="none" strike="noStrike">
              <a:solidFill>
                <a:schemeClr val="tx1"/>
              </a:solidFill>
              <a:latin typeface="+mn-lt"/>
              <a:ea typeface="+mn-ea"/>
              <a:cs typeface="Poppins"/>
              <a:sym typeface="Poppins"/>
            </a:endParaRPr>
          </a:p>
          <a:p>
            <a:pPr indent="0" algn="l">
              <a:lnSpc>
                <a:spcPct val="125000"/>
              </a:lnSpc>
              <a:defRPr/>
            </a:pPr>
            <a:r>
              <a:rPr lang="zh-CN" altLang="en-US" sz="1200" b="0" i="0" u="none" strike="noStrike">
                <a:solidFill>
                  <a:schemeClr val="tx1"/>
                </a:solidFill>
                <a:latin typeface="+mn-lt"/>
                <a:ea typeface="+mn-ea"/>
                <a:cs typeface="Poppins"/>
                <a:sym typeface="Poppins"/>
              </a:rPr>
              <a:t>对笔记和待办事项进行完整的增删改查操作。</a:t>
            </a:r>
            <a:endParaRPr lang="zh-CN" altLang="en-US" sz="1200" b="0" i="0" u="none" strike="noStrike">
              <a:solidFill>
                <a:schemeClr val="tx1"/>
              </a:solidFill>
              <a:latin typeface="+mn-lt"/>
              <a:ea typeface="+mn-ea"/>
              <a:cs typeface="Poppins"/>
              <a:sym typeface="Poppins"/>
            </a:endParaRPr>
          </a:p>
        </p:txBody>
      </p:sp>
      <p:sp>
        <p:nvSpPr>
          <p:cNvPr id="9" name="AutoShape 9"/>
          <p:cNvSpPr/>
          <p:nvPr>
            <p:custDataLst>
              <p:tags r:id="rId5"/>
            </p:custDataLst>
          </p:nvPr>
        </p:nvSpPr>
        <p:spPr>
          <a:xfrm>
            <a:off x="8204200" y="1304290"/>
            <a:ext cx="1800225" cy="625475"/>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r>
              <a:rPr lang="en-US" sz="1600" b="1">
                <a:solidFill>
                  <a:schemeClr val="accent1"/>
                </a:solidFill>
                <a:latin typeface="+mn-lt"/>
                <a:ea typeface="+mn-ea"/>
                <a:cs typeface="Poppins"/>
                <a:sym typeface="Poppins"/>
              </a:rPr>
              <a:t>Task Organization</a:t>
            </a:r>
            <a:endParaRPr lang="en-US" sz="1600" b="1" i="0" u="none" strike="noStrike">
              <a:solidFill>
                <a:schemeClr val="accent1"/>
              </a:solidFill>
              <a:latin typeface="+mn-lt"/>
              <a:ea typeface="+mn-ea"/>
              <a:cs typeface="Poppins"/>
              <a:sym typeface="Poppins"/>
            </a:endParaRPr>
          </a:p>
          <a:p>
            <a:pPr indent="0" algn="l">
              <a:lnSpc>
                <a:spcPct val="125000"/>
              </a:lnSpc>
              <a:defRPr/>
            </a:pPr>
            <a:endParaRPr lang="en-US" sz="1600" b="1" i="0" u="none" strike="noStrike">
              <a:solidFill>
                <a:schemeClr val="accent1"/>
              </a:solidFill>
              <a:latin typeface="+mn-lt"/>
              <a:ea typeface="+mn-ea"/>
              <a:cs typeface="Poppins"/>
              <a:sym typeface="Poppins"/>
            </a:endParaRPr>
          </a:p>
        </p:txBody>
      </p:sp>
      <p:sp>
        <p:nvSpPr>
          <p:cNvPr id="10" name="AutoShape 10"/>
          <p:cNvSpPr/>
          <p:nvPr>
            <p:custDataLst>
              <p:tags r:id="rId6"/>
            </p:custDataLst>
          </p:nvPr>
        </p:nvSpPr>
        <p:spPr>
          <a:xfrm>
            <a:off x="7637145" y="1756410"/>
            <a:ext cx="2718435" cy="662940"/>
          </a:xfrm>
          <a:prstGeom prst="rect">
            <a:avLst/>
          </a:prstGeom>
          <a:noFill/>
          <a:ln w="12700" cap="flat" cmpd="sng">
            <a:noFill/>
            <a:prstDash val="solid"/>
            <a:round/>
          </a:ln>
        </p:spPr>
        <p:txBody>
          <a:bodyPr vert="horz" wrap="square" lIns="0" tIns="0" rIns="0" bIns="0" rtlCol="0" anchor="ctr" anchorCtr="0">
            <a:normAutofit lnSpcReduction="10000"/>
          </a:bodyPr>
          <a:lstStyle/>
          <a:p>
            <a:pPr indent="0" algn="l">
              <a:lnSpc>
                <a:spcPct val="125000"/>
              </a:lnSpc>
              <a:defRPr/>
            </a:pPr>
            <a:r>
              <a:rPr lang="en-US" sz="1200">
                <a:solidFill>
                  <a:schemeClr val="tx1"/>
                </a:solidFill>
                <a:latin typeface="+mn-lt"/>
                <a:ea typeface="+mn-ea"/>
                <a:cs typeface="Poppins"/>
                <a:sym typeface="Poppins"/>
              </a:rPr>
              <a:t>Split to-do list into 'Completed' and 'To-Do' sections/</a:t>
            </a:r>
            <a:r>
              <a:rPr lang="zh-CN" altLang="en-US" sz="1200" b="0" i="0" u="none" strike="noStrike">
                <a:solidFill>
                  <a:schemeClr val="tx1"/>
                </a:solidFill>
                <a:latin typeface="+mn-lt"/>
                <a:ea typeface="+mn-ea"/>
                <a:cs typeface="Poppins"/>
                <a:sym typeface="Poppins"/>
              </a:rPr>
              <a:t>将待办事项列表拆分为</a:t>
            </a:r>
            <a:r>
              <a:rPr lang="en-US" altLang="zh-CN" sz="1200" b="0" i="0" u="none" strike="noStrike">
                <a:solidFill>
                  <a:schemeClr val="tx1"/>
                </a:solidFill>
                <a:latin typeface="+mn-lt"/>
                <a:ea typeface="+mn-ea"/>
                <a:cs typeface="Poppins"/>
                <a:sym typeface="Poppins"/>
              </a:rPr>
              <a:t>“</a:t>
            </a:r>
            <a:r>
              <a:rPr lang="zh-CN" altLang="en-US" sz="1200" b="0" i="0" u="none" strike="noStrike">
                <a:solidFill>
                  <a:schemeClr val="tx1"/>
                </a:solidFill>
                <a:latin typeface="+mn-lt"/>
                <a:ea typeface="+mn-ea"/>
                <a:cs typeface="Poppins"/>
                <a:sym typeface="Poppins"/>
              </a:rPr>
              <a:t>已完成</a:t>
            </a:r>
            <a:r>
              <a:rPr lang="en-US" altLang="zh-CN" sz="1200" b="0" i="0" u="none" strike="noStrike">
                <a:solidFill>
                  <a:schemeClr val="tx1"/>
                </a:solidFill>
                <a:latin typeface="+mn-lt"/>
                <a:ea typeface="+mn-ea"/>
                <a:cs typeface="Poppins"/>
                <a:sym typeface="Poppins"/>
              </a:rPr>
              <a:t>”</a:t>
            </a:r>
            <a:r>
              <a:rPr lang="zh-CN" altLang="en-US" sz="1200" b="0" i="0" u="none" strike="noStrike">
                <a:solidFill>
                  <a:schemeClr val="tx1"/>
                </a:solidFill>
                <a:latin typeface="+mn-lt"/>
                <a:ea typeface="+mn-ea"/>
                <a:cs typeface="Poppins"/>
                <a:sym typeface="Poppins"/>
              </a:rPr>
              <a:t>和</a:t>
            </a:r>
            <a:r>
              <a:rPr lang="en-US" altLang="zh-CN" sz="1200" b="0" i="0" u="none" strike="noStrike">
                <a:solidFill>
                  <a:schemeClr val="tx1"/>
                </a:solidFill>
                <a:latin typeface="+mn-lt"/>
                <a:ea typeface="+mn-ea"/>
                <a:cs typeface="Poppins"/>
                <a:sym typeface="Poppins"/>
              </a:rPr>
              <a:t>“</a:t>
            </a:r>
            <a:r>
              <a:rPr lang="zh-CN" altLang="en-US" sz="1200" b="0" i="0" u="none" strike="noStrike">
                <a:solidFill>
                  <a:schemeClr val="tx1"/>
                </a:solidFill>
                <a:latin typeface="+mn-lt"/>
                <a:ea typeface="+mn-ea"/>
                <a:cs typeface="Poppins"/>
                <a:sym typeface="Poppins"/>
              </a:rPr>
              <a:t>待办</a:t>
            </a:r>
            <a:r>
              <a:rPr lang="en-US" altLang="zh-CN" sz="1200" b="0" i="0" u="none" strike="noStrike">
                <a:solidFill>
                  <a:schemeClr val="tx1"/>
                </a:solidFill>
                <a:latin typeface="+mn-lt"/>
                <a:ea typeface="+mn-ea"/>
                <a:cs typeface="Poppins"/>
                <a:sym typeface="Poppins"/>
              </a:rPr>
              <a:t>”</a:t>
            </a:r>
            <a:r>
              <a:rPr lang="zh-CN" altLang="en-US" sz="1200" b="0" i="0" u="none" strike="noStrike">
                <a:solidFill>
                  <a:schemeClr val="tx1"/>
                </a:solidFill>
                <a:latin typeface="+mn-lt"/>
                <a:ea typeface="+mn-ea"/>
                <a:cs typeface="Poppins"/>
                <a:sym typeface="Poppins"/>
              </a:rPr>
              <a:t>两个部分。</a:t>
            </a:r>
            <a:endParaRPr lang="zh-CN" altLang="en-US" sz="1200" b="0" i="0" u="none" strike="noStrike">
              <a:solidFill>
                <a:schemeClr val="tx1"/>
              </a:solidFill>
              <a:latin typeface="+mn-lt"/>
              <a:ea typeface="+mn-ea"/>
              <a:cs typeface="Poppins"/>
              <a:sym typeface="Poppins"/>
            </a:endParaRPr>
          </a:p>
          <a:p>
            <a:pPr indent="0" algn="l">
              <a:lnSpc>
                <a:spcPct val="125000"/>
              </a:lnSpc>
              <a:defRPr/>
            </a:pPr>
            <a:endParaRPr lang="en-US" sz="1200" b="0" i="0" u="none" strike="noStrike">
              <a:solidFill>
                <a:schemeClr val="tx1"/>
              </a:solidFill>
              <a:latin typeface="+mn-lt"/>
              <a:ea typeface="+mn-ea"/>
              <a:cs typeface="Poppins"/>
              <a:sym typeface="Poppins"/>
            </a:endParaRPr>
          </a:p>
        </p:txBody>
      </p:sp>
      <p:sp>
        <p:nvSpPr>
          <p:cNvPr id="12" name="AutoShape 12"/>
          <p:cNvSpPr/>
          <p:nvPr>
            <p:custDataLst>
              <p:tags r:id="rId7"/>
            </p:custDataLst>
          </p:nvPr>
        </p:nvSpPr>
        <p:spPr>
          <a:xfrm>
            <a:off x="8509000" y="1854200"/>
            <a:ext cx="2921000" cy="3048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endParaRPr lang="en-US" sz="1600" b="1" i="0" u="none" strike="noStrike">
              <a:solidFill>
                <a:schemeClr val="accent1"/>
              </a:solidFill>
              <a:latin typeface="+mn-lt"/>
              <a:ea typeface="+mn-ea"/>
              <a:cs typeface="Poppins"/>
              <a:sym typeface="Poppins"/>
            </a:endParaRPr>
          </a:p>
        </p:txBody>
      </p:sp>
      <p:sp>
        <p:nvSpPr>
          <p:cNvPr id="13" name="AutoShape 13"/>
          <p:cNvSpPr/>
          <p:nvPr>
            <p:custDataLst>
              <p:tags r:id="rId8"/>
            </p:custDataLst>
          </p:nvPr>
        </p:nvSpPr>
        <p:spPr>
          <a:xfrm>
            <a:off x="8509000" y="2209800"/>
            <a:ext cx="2921000" cy="5080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endParaRPr lang="en-US" sz="1200" b="0" i="0" u="none" strike="noStrike">
              <a:solidFill>
                <a:schemeClr val="tx1"/>
              </a:solidFill>
              <a:latin typeface="+mn-lt"/>
              <a:ea typeface="+mn-ea"/>
              <a:cs typeface="Poppins"/>
              <a:sym typeface="Poppins"/>
            </a:endParaRPr>
          </a:p>
        </p:txBody>
      </p:sp>
      <p:pic>
        <p:nvPicPr>
          <p:cNvPr id="14" name="Picture 14"/>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637780" y="1332865"/>
            <a:ext cx="498475" cy="406400"/>
          </a:xfrm>
          <a:prstGeom prst="rect">
            <a:avLst/>
          </a:prstGeom>
        </p:spPr>
      </p:pic>
      <p:sp>
        <p:nvSpPr>
          <p:cNvPr id="15" name="AutoShape 15"/>
          <p:cNvSpPr/>
          <p:nvPr>
            <p:custDataLst>
              <p:tags r:id="rId11"/>
            </p:custDataLst>
          </p:nvPr>
        </p:nvSpPr>
        <p:spPr>
          <a:xfrm>
            <a:off x="1651000" y="3124200"/>
            <a:ext cx="2921000" cy="3048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endParaRPr lang="en-US" sz="1600" b="1" i="0" u="none" strike="noStrike">
              <a:solidFill>
                <a:schemeClr val="accent1"/>
              </a:solidFill>
              <a:latin typeface="+mn-lt"/>
              <a:ea typeface="+mn-ea"/>
              <a:cs typeface="Poppins"/>
              <a:sym typeface="Poppins"/>
            </a:endParaRPr>
          </a:p>
        </p:txBody>
      </p:sp>
      <p:sp>
        <p:nvSpPr>
          <p:cNvPr id="16" name="AutoShape 16"/>
          <p:cNvSpPr/>
          <p:nvPr>
            <p:custDataLst>
              <p:tags r:id="rId12"/>
            </p:custDataLst>
          </p:nvPr>
        </p:nvSpPr>
        <p:spPr>
          <a:xfrm>
            <a:off x="1651000" y="3479800"/>
            <a:ext cx="2921000" cy="5080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endParaRPr lang="en-US" sz="1200" b="0" i="0" u="none" strike="noStrike">
              <a:solidFill>
                <a:schemeClr val="tx1"/>
              </a:solidFill>
              <a:latin typeface="+mn-lt"/>
              <a:ea typeface="+mn-ea"/>
              <a:cs typeface="Poppins"/>
              <a:sym typeface="Poppins"/>
            </a:endParaRPr>
          </a:p>
        </p:txBody>
      </p:sp>
      <p:sp>
        <p:nvSpPr>
          <p:cNvPr id="18" name="AutoShape 18"/>
          <p:cNvSpPr/>
          <p:nvPr>
            <p:custDataLst>
              <p:tags r:id="rId13"/>
            </p:custDataLst>
          </p:nvPr>
        </p:nvSpPr>
        <p:spPr>
          <a:xfrm>
            <a:off x="5080000" y="3124200"/>
            <a:ext cx="2921000" cy="3048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endParaRPr lang="en-US" sz="1600" b="1" i="0" u="none" strike="noStrike">
              <a:solidFill>
                <a:schemeClr val="accent1"/>
              </a:solidFill>
              <a:latin typeface="+mn-lt"/>
              <a:ea typeface="+mn-ea"/>
              <a:cs typeface="Poppins"/>
              <a:sym typeface="Poppins"/>
            </a:endParaRPr>
          </a:p>
        </p:txBody>
      </p:sp>
      <p:sp>
        <p:nvSpPr>
          <p:cNvPr id="19" name="AutoShape 19"/>
          <p:cNvSpPr/>
          <p:nvPr>
            <p:custDataLst>
              <p:tags r:id="rId14"/>
            </p:custDataLst>
          </p:nvPr>
        </p:nvSpPr>
        <p:spPr>
          <a:xfrm>
            <a:off x="5080000" y="3429000"/>
            <a:ext cx="2921000" cy="5080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endParaRPr lang="en-US" sz="1200" b="0" i="0" u="none" strike="noStrike">
              <a:solidFill>
                <a:schemeClr val="tx1"/>
              </a:solidFill>
              <a:latin typeface="+mn-lt"/>
              <a:ea typeface="+mn-ea"/>
              <a:cs typeface="Poppins"/>
              <a:sym typeface="Poppins"/>
            </a:endParaRPr>
          </a:p>
        </p:txBody>
      </p:sp>
      <p:sp>
        <p:nvSpPr>
          <p:cNvPr id="21" name="AutoShape 21"/>
          <p:cNvSpPr/>
          <p:nvPr>
            <p:custDataLst>
              <p:tags r:id="rId15"/>
            </p:custDataLst>
          </p:nvPr>
        </p:nvSpPr>
        <p:spPr>
          <a:xfrm>
            <a:off x="8509000" y="3124200"/>
            <a:ext cx="2921000" cy="3048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endParaRPr lang="en-US" sz="1600" b="1" i="0" u="none" strike="noStrike">
              <a:solidFill>
                <a:schemeClr val="accent1"/>
              </a:solidFill>
              <a:latin typeface="+mn-lt"/>
              <a:ea typeface="+mn-ea"/>
              <a:cs typeface="Poppins"/>
              <a:sym typeface="Poppins"/>
            </a:endParaRPr>
          </a:p>
        </p:txBody>
      </p:sp>
      <p:sp>
        <p:nvSpPr>
          <p:cNvPr id="22" name="AutoShape 22"/>
          <p:cNvSpPr/>
          <p:nvPr>
            <p:custDataLst>
              <p:tags r:id="rId16"/>
            </p:custDataLst>
          </p:nvPr>
        </p:nvSpPr>
        <p:spPr>
          <a:xfrm>
            <a:off x="8509000" y="3479800"/>
            <a:ext cx="2921000" cy="5080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endParaRPr lang="en-US" sz="1200" b="0" i="0" u="none" strike="noStrike">
              <a:solidFill>
                <a:schemeClr val="tx1"/>
              </a:solidFill>
              <a:latin typeface="+mn-lt"/>
              <a:ea typeface="+mn-ea"/>
              <a:cs typeface="Poppins"/>
              <a:sym typeface="Poppins"/>
            </a:endParaRPr>
          </a:p>
        </p:txBody>
      </p:sp>
      <p:cxnSp>
        <p:nvCxnSpPr>
          <p:cNvPr id="23" name="Connector 23"/>
          <p:cNvCxnSpPr/>
          <p:nvPr>
            <p:custDataLst>
              <p:tags r:id="rId17"/>
            </p:custDataLst>
          </p:nvPr>
        </p:nvCxnSpPr>
        <p:spPr>
          <a:xfrm rot="-4092">
            <a:off x="762004" y="1200150"/>
            <a:ext cx="10668000" cy="12700"/>
          </a:xfrm>
          <a:prstGeom prst="straightConnector1">
            <a:avLst/>
          </a:prstGeom>
          <a:solidFill>
            <a:schemeClr val="accent2">
              <a:alpha val="100000"/>
            </a:schemeClr>
          </a:solidFill>
          <a:ln w="25400" cap="flat" cmpd="sng">
            <a:solidFill>
              <a:schemeClr val="accent1">
                <a:alpha val="100000"/>
              </a:schemeClr>
            </a:solidFill>
            <a:prstDash val="solid"/>
            <a:round/>
            <a:headEnd type="none" w="lg" len="lg"/>
            <a:tailEnd type="none" w="lg" len="lg"/>
          </a:ln>
        </p:spPr>
      </p:cxnSp>
      <p:sp>
        <p:nvSpPr>
          <p:cNvPr id="24" name="标题 23"/>
          <p:cNvSpPr>
            <a:spLocks noGrp="1"/>
          </p:cNvSpPr>
          <p:nvPr>
            <p:ph type="title"/>
            <p:custDataLst>
              <p:tags r:id="rId18"/>
            </p:custDataLst>
          </p:nvPr>
        </p:nvSpPr>
        <p:spPr/>
        <p:txBody>
          <a:bodyPr vert="horz" wrap="square" lIns="0" tIns="0" rIns="0" bIns="0" rtlCol="0" anchor="b">
            <a:normAutofit/>
          </a:bodyPr>
          <a:lstStyle/>
          <a:p>
            <a:pPr lvl="0" algn="l">
              <a:buClrTx/>
              <a:buSzTx/>
              <a:buFontTx/>
            </a:pPr>
            <a:r>
              <a:rPr lang="zh-CN" altLang="en-US" dirty="0">
                <a:sym typeface="+mn-ea"/>
              </a:rPr>
              <a:t>Feature Showcase</a:t>
            </a:r>
            <a:r>
              <a:rPr lang="en-US" altLang="zh-CN" dirty="0">
                <a:sym typeface="+mn-ea"/>
              </a:rPr>
              <a:t>/</a:t>
            </a:r>
            <a:r>
              <a:rPr lang="zh-CN" altLang="en-US" dirty="0">
                <a:sym typeface="+mn-ea"/>
              </a:rPr>
              <a:t>特征展示</a:t>
            </a:r>
            <a:endParaRPr lang="zh-CN" altLang="en-US" dirty="0">
              <a:sym typeface="+mn-ea"/>
            </a:endParaRPr>
          </a:p>
        </p:txBody>
      </p:sp>
      <p:pic>
        <p:nvPicPr>
          <p:cNvPr id="25" name="图片 24"/>
          <p:cNvPicPr>
            <a:picLocks noChangeAspect="1"/>
          </p:cNvPicPr>
          <p:nvPr/>
        </p:nvPicPr>
        <p:blipFill>
          <a:blip r:embed="rId19"/>
          <a:stretch>
            <a:fillRect/>
          </a:stretch>
        </p:blipFill>
        <p:spPr>
          <a:xfrm>
            <a:off x="1143000" y="2434590"/>
            <a:ext cx="2289810" cy="4375785"/>
          </a:xfrm>
          <a:prstGeom prst="rect">
            <a:avLst/>
          </a:prstGeom>
        </p:spPr>
      </p:pic>
      <p:pic>
        <p:nvPicPr>
          <p:cNvPr id="27" name="Picture 8"/>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4132580" y="1349375"/>
            <a:ext cx="406400" cy="406400"/>
          </a:xfrm>
          <a:prstGeom prst="rect">
            <a:avLst/>
          </a:prstGeom>
        </p:spPr>
      </p:pic>
      <p:sp>
        <p:nvSpPr>
          <p:cNvPr id="28" name="文本框 27"/>
          <p:cNvSpPr txBox="1"/>
          <p:nvPr/>
        </p:nvSpPr>
        <p:spPr>
          <a:xfrm>
            <a:off x="4458970" y="1350645"/>
            <a:ext cx="2395220" cy="590550"/>
          </a:xfrm>
          <a:prstGeom prst="rect">
            <a:avLst/>
          </a:prstGeom>
          <a:noFill/>
        </p:spPr>
        <p:txBody>
          <a:bodyPr wrap="square" rtlCol="0" anchor="t">
            <a:noAutofit/>
          </a:bodyPr>
          <a:p>
            <a:pPr indent="0" algn="l">
              <a:lnSpc>
                <a:spcPct val="125000"/>
              </a:lnSpc>
              <a:defRPr/>
            </a:pPr>
            <a:r>
              <a:rPr lang="en-US" sz="1600" b="1">
                <a:solidFill>
                  <a:schemeClr val="accent1"/>
                </a:solidFill>
                <a:latin typeface="+mn-lt"/>
                <a:ea typeface="+mn-ea"/>
                <a:cs typeface="Poppins"/>
                <a:sym typeface="Poppins"/>
              </a:rPr>
              <a:t>Category Management</a:t>
            </a:r>
            <a:endParaRPr lang="en-US" altLang="en-US" sz="1600" b="1" dirty="0">
              <a:solidFill>
                <a:schemeClr val="accent1"/>
              </a:solidFill>
              <a:latin typeface="+mn-lt"/>
              <a:ea typeface="+mn-ea"/>
              <a:cs typeface="Poppins"/>
              <a:sym typeface="Poppins"/>
            </a:endParaRPr>
          </a:p>
        </p:txBody>
      </p:sp>
      <p:sp>
        <p:nvSpPr>
          <p:cNvPr id="29" name="文本框 28"/>
          <p:cNvSpPr txBox="1"/>
          <p:nvPr/>
        </p:nvSpPr>
        <p:spPr>
          <a:xfrm>
            <a:off x="4133215" y="1739265"/>
            <a:ext cx="5010785" cy="1850390"/>
          </a:xfrm>
          <a:prstGeom prst="rect">
            <a:avLst/>
          </a:prstGeom>
          <a:noFill/>
        </p:spPr>
        <p:txBody>
          <a:bodyPr wrap="square" rtlCol="0" anchor="t">
            <a:noAutofit/>
          </a:bodyPr>
          <a:p>
            <a:pPr indent="0" algn="l">
              <a:lnSpc>
                <a:spcPct val="125000"/>
              </a:lnSpc>
              <a:defRPr/>
            </a:pPr>
            <a:r>
              <a:rPr lang="en-US" sz="1200">
                <a:solidFill>
                  <a:schemeClr val="tx1"/>
                </a:solidFill>
                <a:latin typeface="+mn-lt"/>
                <a:ea typeface="+mn-ea"/>
                <a:cs typeface="Poppins"/>
                <a:sym typeface="Poppins"/>
              </a:rPr>
              <a:t>Create and sort notes into custom categories</a:t>
            </a:r>
            <a:endParaRPr lang="en-US" sz="1200">
              <a:solidFill>
                <a:schemeClr val="tx1"/>
              </a:solidFill>
              <a:latin typeface="+mn-lt"/>
              <a:ea typeface="+mn-ea"/>
              <a:cs typeface="Poppins"/>
              <a:sym typeface="Poppins"/>
            </a:endParaRPr>
          </a:p>
          <a:p>
            <a:pPr indent="0" algn="l">
              <a:lnSpc>
                <a:spcPct val="125000"/>
              </a:lnSpc>
              <a:defRPr/>
            </a:pPr>
            <a:r>
              <a:rPr lang="zh-CN" altLang="en-US" sz="1200" dirty="0">
                <a:solidFill>
                  <a:schemeClr val="tx1"/>
                </a:solidFill>
                <a:latin typeface="+mn-lt"/>
                <a:ea typeface="+mn-ea"/>
                <a:cs typeface="Poppins"/>
                <a:sym typeface="Poppins"/>
              </a:rPr>
              <a:t>将笔记创建并整理到自定义分类中。</a:t>
            </a:r>
            <a:endParaRPr lang="zh-CN" altLang="en-US" sz="1200" dirty="0">
              <a:solidFill>
                <a:schemeClr val="tx1"/>
              </a:solidFill>
              <a:latin typeface="+mn-lt"/>
              <a:ea typeface="+mn-ea"/>
              <a:cs typeface="Poppins"/>
              <a:sym typeface="Poppins"/>
            </a:endParaRPr>
          </a:p>
        </p:txBody>
      </p:sp>
      <p:pic>
        <p:nvPicPr>
          <p:cNvPr id="30" name="图片 29"/>
          <p:cNvPicPr>
            <a:picLocks noChangeAspect="1"/>
          </p:cNvPicPr>
          <p:nvPr/>
        </p:nvPicPr>
        <p:blipFill>
          <a:blip r:embed="rId22"/>
          <a:stretch>
            <a:fillRect/>
          </a:stretch>
        </p:blipFill>
        <p:spPr>
          <a:xfrm>
            <a:off x="4253865" y="2434590"/>
            <a:ext cx="2348230" cy="4380865"/>
          </a:xfrm>
          <a:prstGeom prst="rect">
            <a:avLst/>
          </a:prstGeom>
        </p:spPr>
      </p:pic>
      <p:pic>
        <p:nvPicPr>
          <p:cNvPr id="31" name="图片 30"/>
          <p:cNvPicPr>
            <a:picLocks noChangeAspect="1"/>
          </p:cNvPicPr>
          <p:nvPr/>
        </p:nvPicPr>
        <p:blipFill>
          <a:blip r:embed="rId23"/>
          <a:stretch>
            <a:fillRect/>
          </a:stretch>
        </p:blipFill>
        <p:spPr>
          <a:xfrm>
            <a:off x="7637145" y="2435225"/>
            <a:ext cx="2475865" cy="4371340"/>
          </a:xfrm>
          <a:prstGeom prst="rect">
            <a:avLst/>
          </a:prstGeom>
        </p:spPr>
      </p:pic>
    </p:spTree>
    <p:custDataLst>
      <p:tags r:id="rId24"/>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6"/>
          <p:cNvSpPr/>
          <p:nvPr>
            <p:custDataLst>
              <p:tags r:id="rId1"/>
            </p:custDataLst>
          </p:nvPr>
        </p:nvSpPr>
        <p:spPr>
          <a:xfrm>
            <a:off x="1651000" y="1524635"/>
            <a:ext cx="2921000" cy="37973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r>
              <a:rPr lang="en-US" sz="1600" b="1">
                <a:solidFill>
                  <a:schemeClr val="accent1"/>
                </a:solidFill>
                <a:latin typeface="+mn-lt"/>
                <a:ea typeface="+mn-ea"/>
                <a:cs typeface="Poppins"/>
                <a:sym typeface="Poppins"/>
              </a:rPr>
              <a:t>Custom Themes</a:t>
            </a:r>
            <a:endParaRPr lang="en-US" sz="1600" b="1" i="0" u="none" strike="noStrike">
              <a:solidFill>
                <a:schemeClr val="accent1"/>
              </a:solidFill>
              <a:latin typeface="+mn-lt"/>
              <a:ea typeface="+mn-ea"/>
              <a:cs typeface="Poppins"/>
              <a:sym typeface="Poppins"/>
            </a:endParaRPr>
          </a:p>
          <a:p>
            <a:pPr indent="0" algn="l">
              <a:lnSpc>
                <a:spcPct val="125000"/>
              </a:lnSpc>
              <a:defRPr/>
            </a:pPr>
            <a:endParaRPr lang="en-US" sz="1600" b="1" i="0" u="none" strike="noStrike">
              <a:solidFill>
                <a:schemeClr val="accent1"/>
              </a:solidFill>
              <a:latin typeface="+mn-lt"/>
              <a:ea typeface="+mn-ea"/>
              <a:cs typeface="Poppins"/>
              <a:sym typeface="Poppins"/>
            </a:endParaRPr>
          </a:p>
        </p:txBody>
      </p:sp>
      <p:sp>
        <p:nvSpPr>
          <p:cNvPr id="7" name="AutoShape 7"/>
          <p:cNvSpPr/>
          <p:nvPr>
            <p:custDataLst>
              <p:tags r:id="rId2"/>
            </p:custDataLst>
          </p:nvPr>
        </p:nvSpPr>
        <p:spPr>
          <a:xfrm>
            <a:off x="1140460" y="1755775"/>
            <a:ext cx="2921000" cy="653415"/>
          </a:xfrm>
          <a:prstGeom prst="rect">
            <a:avLst/>
          </a:prstGeom>
          <a:noFill/>
          <a:ln w="12700" cap="flat" cmpd="sng">
            <a:noFill/>
            <a:prstDash val="solid"/>
            <a:round/>
          </a:ln>
        </p:spPr>
        <p:txBody>
          <a:bodyPr vert="horz" wrap="square" lIns="0" tIns="0" rIns="0" bIns="0" rtlCol="0" anchor="ctr" anchorCtr="0">
            <a:normAutofit fontScale="90000"/>
          </a:bodyPr>
          <a:lstStyle/>
          <a:p>
            <a:pPr indent="0" algn="l">
              <a:lnSpc>
                <a:spcPct val="125000"/>
              </a:lnSpc>
              <a:defRPr/>
            </a:pPr>
            <a:r>
              <a:rPr lang="en-US" sz="1200">
                <a:solidFill>
                  <a:schemeClr val="tx1"/>
                </a:solidFill>
                <a:latin typeface="+mn-lt"/>
                <a:ea typeface="+mn-ea"/>
                <a:cs typeface="Poppins"/>
                <a:sym typeface="Poppins"/>
              </a:rPr>
              <a:t>Personalize the app with a variety of default themes/</a:t>
            </a:r>
            <a:r>
              <a:rPr lang="zh-CN" altLang="en-US" sz="1200" b="0" i="0" u="none" strike="noStrike">
                <a:solidFill>
                  <a:schemeClr val="tx1"/>
                </a:solidFill>
                <a:latin typeface="+mn-lt"/>
                <a:ea typeface="+mn-ea"/>
                <a:cs typeface="Poppins"/>
                <a:sym typeface="Poppins"/>
              </a:rPr>
              <a:t>通过多种默认主题来个性化设置该应用。</a:t>
            </a:r>
            <a:endParaRPr lang="zh-CN" altLang="en-US" sz="1200" b="0" i="0" u="none" strike="noStrike">
              <a:solidFill>
                <a:schemeClr val="tx1"/>
              </a:solidFill>
              <a:latin typeface="+mn-lt"/>
              <a:ea typeface="+mn-ea"/>
              <a:cs typeface="Poppins"/>
              <a:sym typeface="Poppins"/>
            </a:endParaRPr>
          </a:p>
          <a:p>
            <a:pPr indent="0" algn="l">
              <a:lnSpc>
                <a:spcPct val="125000"/>
              </a:lnSpc>
              <a:defRPr/>
            </a:pPr>
            <a:endParaRPr lang="en-US" sz="1200" b="0" i="0" u="none" strike="noStrike">
              <a:solidFill>
                <a:schemeClr val="tx1"/>
              </a:solidFill>
              <a:latin typeface="+mn-lt"/>
              <a:ea typeface="+mn-ea"/>
              <a:cs typeface="Poppins"/>
              <a:sym typeface="Poppins"/>
            </a:endParaRPr>
          </a:p>
        </p:txBody>
      </p:sp>
      <p:sp>
        <p:nvSpPr>
          <p:cNvPr id="9" name="AutoShape 9"/>
          <p:cNvSpPr/>
          <p:nvPr>
            <p:custDataLst>
              <p:tags r:id="rId3"/>
            </p:custDataLst>
          </p:nvPr>
        </p:nvSpPr>
        <p:spPr>
          <a:xfrm>
            <a:off x="8204200" y="1304290"/>
            <a:ext cx="1800225" cy="625475"/>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r>
              <a:rPr lang="en-US" sz="1600" b="1">
                <a:solidFill>
                  <a:schemeClr val="accent1"/>
                </a:solidFill>
                <a:latin typeface="+mn-lt"/>
                <a:ea typeface="+mn-ea"/>
                <a:cs typeface="Poppins"/>
                <a:sym typeface="Poppins"/>
              </a:rPr>
              <a:t>Desktop Widgets</a:t>
            </a:r>
            <a:endParaRPr lang="en-US" sz="1600" b="1" i="0" u="none" strike="noStrike">
              <a:solidFill>
                <a:schemeClr val="accent1"/>
              </a:solidFill>
              <a:latin typeface="+mn-lt"/>
              <a:ea typeface="+mn-ea"/>
              <a:cs typeface="Poppins"/>
              <a:sym typeface="Poppins"/>
            </a:endParaRPr>
          </a:p>
          <a:p>
            <a:pPr indent="0" algn="l">
              <a:lnSpc>
                <a:spcPct val="125000"/>
              </a:lnSpc>
              <a:defRPr/>
            </a:pPr>
            <a:endParaRPr lang="en-US" sz="1600" b="1" i="0" u="none" strike="noStrike">
              <a:solidFill>
                <a:schemeClr val="accent1"/>
              </a:solidFill>
              <a:latin typeface="+mn-lt"/>
              <a:ea typeface="+mn-ea"/>
              <a:cs typeface="Poppins"/>
              <a:sym typeface="Poppins"/>
            </a:endParaRPr>
          </a:p>
        </p:txBody>
      </p:sp>
      <p:sp>
        <p:nvSpPr>
          <p:cNvPr id="10" name="AutoShape 10"/>
          <p:cNvSpPr/>
          <p:nvPr>
            <p:custDataLst>
              <p:tags r:id="rId4"/>
            </p:custDataLst>
          </p:nvPr>
        </p:nvSpPr>
        <p:spPr>
          <a:xfrm>
            <a:off x="7637145" y="1756410"/>
            <a:ext cx="2718435" cy="694055"/>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r>
              <a:rPr lang="en-US" sz="1200">
                <a:solidFill>
                  <a:schemeClr val="tx1"/>
                </a:solidFill>
                <a:latin typeface="+mn-lt"/>
                <a:ea typeface="+mn-ea"/>
                <a:cs typeface="Poppins"/>
                <a:sym typeface="Poppins"/>
              </a:rPr>
              <a:t>Add widgets to the home screen for quick access/</a:t>
            </a:r>
            <a:r>
              <a:rPr lang="zh-CN" altLang="en-US" sz="1200" b="0" i="0" u="none" strike="noStrike">
                <a:solidFill>
                  <a:schemeClr val="tx1"/>
                </a:solidFill>
                <a:latin typeface="+mn-lt"/>
                <a:ea typeface="+mn-ea"/>
                <a:cs typeface="Poppins"/>
                <a:sym typeface="Poppins"/>
              </a:rPr>
              <a:t>将小组件添加到主屏幕以便快速访问。</a:t>
            </a:r>
            <a:endParaRPr lang="zh-CN" altLang="en-US" sz="1200" b="0" i="0" u="none" strike="noStrike">
              <a:solidFill>
                <a:schemeClr val="tx1"/>
              </a:solidFill>
              <a:latin typeface="+mn-lt"/>
              <a:ea typeface="+mn-ea"/>
              <a:cs typeface="Poppins"/>
              <a:sym typeface="Poppins"/>
            </a:endParaRPr>
          </a:p>
          <a:p>
            <a:pPr indent="0" algn="l">
              <a:lnSpc>
                <a:spcPct val="125000"/>
              </a:lnSpc>
              <a:defRPr/>
            </a:pPr>
            <a:endParaRPr lang="en-US" sz="1200" b="0" i="0" u="none" strike="noStrike">
              <a:solidFill>
                <a:schemeClr val="tx1"/>
              </a:solidFill>
              <a:latin typeface="+mn-lt"/>
              <a:ea typeface="+mn-ea"/>
              <a:cs typeface="Poppins"/>
              <a:sym typeface="Poppins"/>
            </a:endParaRPr>
          </a:p>
        </p:txBody>
      </p:sp>
      <p:sp>
        <p:nvSpPr>
          <p:cNvPr id="12" name="AutoShape 12"/>
          <p:cNvSpPr/>
          <p:nvPr>
            <p:custDataLst>
              <p:tags r:id="rId5"/>
            </p:custDataLst>
          </p:nvPr>
        </p:nvSpPr>
        <p:spPr>
          <a:xfrm>
            <a:off x="8509000" y="1854200"/>
            <a:ext cx="2921000" cy="3048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endParaRPr lang="en-US" sz="1600" b="1" i="0" u="none" strike="noStrike">
              <a:solidFill>
                <a:schemeClr val="accent1"/>
              </a:solidFill>
              <a:latin typeface="+mn-lt"/>
              <a:ea typeface="+mn-ea"/>
              <a:cs typeface="Poppins"/>
              <a:sym typeface="Poppins"/>
            </a:endParaRPr>
          </a:p>
        </p:txBody>
      </p:sp>
      <p:sp>
        <p:nvSpPr>
          <p:cNvPr id="13" name="AutoShape 13"/>
          <p:cNvSpPr/>
          <p:nvPr>
            <p:custDataLst>
              <p:tags r:id="rId6"/>
            </p:custDataLst>
          </p:nvPr>
        </p:nvSpPr>
        <p:spPr>
          <a:xfrm>
            <a:off x="8509000" y="2209800"/>
            <a:ext cx="2921000" cy="5080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endParaRPr lang="en-US" sz="1200" b="0" i="0" u="none" strike="noStrike">
              <a:solidFill>
                <a:schemeClr val="tx1"/>
              </a:solidFill>
              <a:latin typeface="+mn-lt"/>
              <a:ea typeface="+mn-ea"/>
              <a:cs typeface="Poppins"/>
              <a:sym typeface="Poppins"/>
            </a:endParaRPr>
          </a:p>
        </p:txBody>
      </p:sp>
      <p:sp>
        <p:nvSpPr>
          <p:cNvPr id="15" name="AutoShape 15"/>
          <p:cNvSpPr/>
          <p:nvPr>
            <p:custDataLst>
              <p:tags r:id="rId7"/>
            </p:custDataLst>
          </p:nvPr>
        </p:nvSpPr>
        <p:spPr>
          <a:xfrm>
            <a:off x="1651000" y="3124200"/>
            <a:ext cx="2921000" cy="3048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endParaRPr lang="en-US" sz="1600" b="1" i="0" u="none" strike="noStrike">
              <a:solidFill>
                <a:schemeClr val="accent1"/>
              </a:solidFill>
              <a:latin typeface="+mn-lt"/>
              <a:ea typeface="+mn-ea"/>
              <a:cs typeface="Poppins"/>
              <a:sym typeface="Poppins"/>
            </a:endParaRPr>
          </a:p>
        </p:txBody>
      </p:sp>
      <p:sp>
        <p:nvSpPr>
          <p:cNvPr id="16" name="AutoShape 16"/>
          <p:cNvSpPr/>
          <p:nvPr>
            <p:custDataLst>
              <p:tags r:id="rId8"/>
            </p:custDataLst>
          </p:nvPr>
        </p:nvSpPr>
        <p:spPr>
          <a:xfrm>
            <a:off x="1651000" y="3479800"/>
            <a:ext cx="2921000" cy="5080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endParaRPr lang="en-US" sz="1200" b="0" i="0" u="none" strike="noStrike">
              <a:solidFill>
                <a:schemeClr val="tx1"/>
              </a:solidFill>
              <a:latin typeface="+mn-lt"/>
              <a:ea typeface="+mn-ea"/>
              <a:cs typeface="Poppins"/>
              <a:sym typeface="Poppins"/>
            </a:endParaRPr>
          </a:p>
        </p:txBody>
      </p:sp>
      <p:sp>
        <p:nvSpPr>
          <p:cNvPr id="18" name="AutoShape 18"/>
          <p:cNvSpPr/>
          <p:nvPr>
            <p:custDataLst>
              <p:tags r:id="rId9"/>
            </p:custDataLst>
          </p:nvPr>
        </p:nvSpPr>
        <p:spPr>
          <a:xfrm>
            <a:off x="5080000" y="3124200"/>
            <a:ext cx="2921000" cy="3048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endParaRPr lang="en-US" sz="1600" b="1" i="0" u="none" strike="noStrike">
              <a:solidFill>
                <a:schemeClr val="accent1"/>
              </a:solidFill>
              <a:latin typeface="+mn-lt"/>
              <a:ea typeface="+mn-ea"/>
              <a:cs typeface="Poppins"/>
              <a:sym typeface="Poppins"/>
            </a:endParaRPr>
          </a:p>
        </p:txBody>
      </p:sp>
      <p:sp>
        <p:nvSpPr>
          <p:cNvPr id="19" name="AutoShape 19"/>
          <p:cNvSpPr/>
          <p:nvPr>
            <p:custDataLst>
              <p:tags r:id="rId10"/>
            </p:custDataLst>
          </p:nvPr>
        </p:nvSpPr>
        <p:spPr>
          <a:xfrm>
            <a:off x="5080000" y="3429000"/>
            <a:ext cx="2921000" cy="5080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endParaRPr lang="en-US" sz="1200" b="0" i="0" u="none" strike="noStrike">
              <a:solidFill>
                <a:schemeClr val="tx1"/>
              </a:solidFill>
              <a:latin typeface="+mn-lt"/>
              <a:ea typeface="+mn-ea"/>
              <a:cs typeface="Poppins"/>
              <a:sym typeface="Poppins"/>
            </a:endParaRPr>
          </a:p>
        </p:txBody>
      </p:sp>
      <p:sp>
        <p:nvSpPr>
          <p:cNvPr id="21" name="AutoShape 21"/>
          <p:cNvSpPr/>
          <p:nvPr>
            <p:custDataLst>
              <p:tags r:id="rId11"/>
            </p:custDataLst>
          </p:nvPr>
        </p:nvSpPr>
        <p:spPr>
          <a:xfrm>
            <a:off x="8509000" y="3124200"/>
            <a:ext cx="2921000" cy="3048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endParaRPr lang="en-US" sz="1600" b="1" i="0" u="none" strike="noStrike">
              <a:solidFill>
                <a:schemeClr val="accent1"/>
              </a:solidFill>
              <a:latin typeface="+mn-lt"/>
              <a:ea typeface="+mn-ea"/>
              <a:cs typeface="Poppins"/>
              <a:sym typeface="Poppins"/>
            </a:endParaRPr>
          </a:p>
        </p:txBody>
      </p:sp>
      <p:sp>
        <p:nvSpPr>
          <p:cNvPr id="22" name="AutoShape 22"/>
          <p:cNvSpPr/>
          <p:nvPr>
            <p:custDataLst>
              <p:tags r:id="rId12"/>
            </p:custDataLst>
          </p:nvPr>
        </p:nvSpPr>
        <p:spPr>
          <a:xfrm>
            <a:off x="8509000" y="3479800"/>
            <a:ext cx="2921000" cy="5080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endParaRPr lang="en-US" sz="1200" b="0" i="0" u="none" strike="noStrike">
              <a:solidFill>
                <a:schemeClr val="tx1"/>
              </a:solidFill>
              <a:latin typeface="+mn-lt"/>
              <a:ea typeface="+mn-ea"/>
              <a:cs typeface="Poppins"/>
              <a:sym typeface="Poppins"/>
            </a:endParaRPr>
          </a:p>
        </p:txBody>
      </p:sp>
      <p:cxnSp>
        <p:nvCxnSpPr>
          <p:cNvPr id="23" name="Connector 23"/>
          <p:cNvCxnSpPr/>
          <p:nvPr>
            <p:custDataLst>
              <p:tags r:id="rId13"/>
            </p:custDataLst>
          </p:nvPr>
        </p:nvCxnSpPr>
        <p:spPr>
          <a:xfrm rot="-4092">
            <a:off x="762004" y="1200150"/>
            <a:ext cx="10668000" cy="12700"/>
          </a:xfrm>
          <a:prstGeom prst="straightConnector1">
            <a:avLst/>
          </a:prstGeom>
          <a:solidFill>
            <a:schemeClr val="accent2">
              <a:alpha val="100000"/>
            </a:schemeClr>
          </a:solidFill>
          <a:ln w="25400" cap="flat" cmpd="sng">
            <a:solidFill>
              <a:schemeClr val="accent1">
                <a:alpha val="100000"/>
              </a:schemeClr>
            </a:solidFill>
            <a:prstDash val="solid"/>
            <a:round/>
            <a:headEnd type="none" w="lg" len="lg"/>
            <a:tailEnd type="none" w="lg" len="lg"/>
          </a:ln>
        </p:spPr>
      </p:cxnSp>
      <p:sp>
        <p:nvSpPr>
          <p:cNvPr id="24" name="标题 23"/>
          <p:cNvSpPr>
            <a:spLocks noGrp="1"/>
          </p:cNvSpPr>
          <p:nvPr>
            <p:ph type="title"/>
            <p:custDataLst>
              <p:tags r:id="rId14"/>
            </p:custDataLst>
          </p:nvPr>
        </p:nvSpPr>
        <p:spPr/>
        <p:txBody>
          <a:bodyPr vert="horz" wrap="square" lIns="0" tIns="0" rIns="0" bIns="0" rtlCol="0" anchor="b">
            <a:normAutofit/>
          </a:bodyPr>
          <a:lstStyle/>
          <a:p>
            <a:pPr lvl="0" algn="l">
              <a:buClrTx/>
              <a:buSzTx/>
              <a:buFontTx/>
            </a:pPr>
            <a:r>
              <a:rPr lang="zh-CN" altLang="en-US" dirty="0">
                <a:sym typeface="+mn-ea"/>
              </a:rPr>
              <a:t>Feature Showcase</a:t>
            </a:r>
            <a:r>
              <a:rPr lang="en-US" altLang="zh-CN" dirty="0">
                <a:sym typeface="+mn-ea"/>
              </a:rPr>
              <a:t>/</a:t>
            </a:r>
            <a:r>
              <a:rPr lang="zh-CN" altLang="en-US" dirty="0">
                <a:sym typeface="+mn-ea"/>
              </a:rPr>
              <a:t>功能展示</a:t>
            </a:r>
            <a:endParaRPr lang="zh-CN" altLang="en-US" dirty="0">
              <a:sym typeface="+mn-ea"/>
            </a:endParaRPr>
          </a:p>
        </p:txBody>
      </p:sp>
      <p:sp>
        <p:nvSpPr>
          <p:cNvPr id="28" name="文本框 27"/>
          <p:cNvSpPr txBox="1"/>
          <p:nvPr/>
        </p:nvSpPr>
        <p:spPr>
          <a:xfrm>
            <a:off x="4572000" y="1314450"/>
            <a:ext cx="2282190" cy="626745"/>
          </a:xfrm>
          <a:prstGeom prst="rect">
            <a:avLst/>
          </a:prstGeom>
          <a:noFill/>
        </p:spPr>
        <p:txBody>
          <a:bodyPr wrap="square" rtlCol="0" anchor="t">
            <a:noAutofit/>
          </a:bodyPr>
          <a:p>
            <a:pPr indent="0" algn="l">
              <a:lnSpc>
                <a:spcPct val="125000"/>
              </a:lnSpc>
              <a:defRPr/>
            </a:pPr>
            <a:r>
              <a:rPr lang="en-US" sz="1600" b="1">
                <a:solidFill>
                  <a:schemeClr val="accent1"/>
                </a:solidFill>
                <a:latin typeface="+mn-lt"/>
                <a:ea typeface="+mn-ea"/>
                <a:cs typeface="Poppins"/>
                <a:sym typeface="Poppins"/>
              </a:rPr>
              <a:t>Alarm Reminders</a:t>
            </a:r>
            <a:endParaRPr lang="en-US" sz="1600" b="1" i="0" u="none" strike="noStrike">
              <a:solidFill>
                <a:schemeClr val="accent1"/>
              </a:solidFill>
              <a:latin typeface="+mn-lt"/>
              <a:ea typeface="+mn-ea"/>
              <a:cs typeface="Poppins"/>
              <a:sym typeface="Poppins"/>
            </a:endParaRPr>
          </a:p>
          <a:p>
            <a:pPr indent="0" algn="l">
              <a:lnSpc>
                <a:spcPct val="125000"/>
              </a:lnSpc>
              <a:defRPr/>
            </a:pPr>
            <a:endParaRPr lang="en-US" altLang="en-US" sz="1600" b="1" dirty="0">
              <a:solidFill>
                <a:schemeClr val="accent1"/>
              </a:solidFill>
              <a:latin typeface="+mn-lt"/>
              <a:ea typeface="+mn-ea"/>
              <a:cs typeface="Poppins"/>
              <a:sym typeface="Poppins"/>
            </a:endParaRPr>
          </a:p>
        </p:txBody>
      </p:sp>
      <p:sp>
        <p:nvSpPr>
          <p:cNvPr id="29" name="文本框 28"/>
          <p:cNvSpPr txBox="1"/>
          <p:nvPr/>
        </p:nvSpPr>
        <p:spPr>
          <a:xfrm>
            <a:off x="4133215" y="1643380"/>
            <a:ext cx="5010785" cy="1946275"/>
          </a:xfrm>
          <a:prstGeom prst="rect">
            <a:avLst/>
          </a:prstGeom>
          <a:noFill/>
        </p:spPr>
        <p:txBody>
          <a:bodyPr wrap="square" rtlCol="0" anchor="t">
            <a:noAutofit/>
          </a:bodyPr>
          <a:p>
            <a:pPr indent="0" algn="l">
              <a:lnSpc>
                <a:spcPct val="125000"/>
              </a:lnSpc>
              <a:defRPr/>
            </a:pPr>
            <a:r>
              <a:rPr lang="en-US" sz="1200">
                <a:solidFill>
                  <a:schemeClr val="tx1"/>
                </a:solidFill>
                <a:latin typeface="+mn-lt"/>
                <a:ea typeface="+mn-ea"/>
                <a:cs typeface="Poppins"/>
                <a:sym typeface="Poppins"/>
              </a:rPr>
              <a:t>Humanized notifications for to-do items.</a:t>
            </a:r>
            <a:endParaRPr lang="en-US" sz="1200" b="0" i="0" u="none" strike="noStrike">
              <a:solidFill>
                <a:schemeClr val="tx1"/>
              </a:solidFill>
              <a:latin typeface="+mn-lt"/>
              <a:ea typeface="+mn-ea"/>
              <a:cs typeface="Poppins"/>
              <a:sym typeface="Poppins"/>
            </a:endParaRPr>
          </a:p>
          <a:p>
            <a:pPr indent="0" algn="l">
              <a:lnSpc>
                <a:spcPct val="125000"/>
              </a:lnSpc>
              <a:defRPr/>
            </a:pPr>
            <a:r>
              <a:rPr lang="en-US" altLang="zh-CN" sz="1200" dirty="0">
                <a:solidFill>
                  <a:schemeClr val="tx1"/>
                </a:solidFill>
                <a:latin typeface="+mn-lt"/>
                <a:ea typeface="+mn-ea"/>
                <a:cs typeface="Poppins"/>
                <a:sym typeface="Poppins"/>
              </a:rPr>
              <a:t>“</a:t>
            </a:r>
            <a:r>
              <a:rPr lang="zh-CN" altLang="en-US" sz="1200" dirty="0">
                <a:solidFill>
                  <a:schemeClr val="tx1"/>
                </a:solidFill>
                <a:latin typeface="+mn-lt"/>
                <a:ea typeface="+mn-ea"/>
                <a:cs typeface="Poppins"/>
                <a:sym typeface="Poppins"/>
              </a:rPr>
              <a:t>待办事项的个性化通知</a:t>
            </a:r>
            <a:r>
              <a:rPr lang="en-US" altLang="zh-CN" sz="1200" dirty="0">
                <a:solidFill>
                  <a:schemeClr val="tx1"/>
                </a:solidFill>
                <a:latin typeface="+mn-lt"/>
                <a:ea typeface="+mn-ea"/>
                <a:cs typeface="Poppins"/>
                <a:sym typeface="Poppins"/>
              </a:rPr>
              <a:t>” </a:t>
            </a:r>
            <a:r>
              <a:rPr lang="zh-CN" altLang="en-US" sz="1200" dirty="0">
                <a:solidFill>
                  <a:schemeClr val="tx1"/>
                </a:solidFill>
                <a:latin typeface="+mn-lt"/>
                <a:ea typeface="+mn-ea"/>
                <a:cs typeface="Poppins"/>
                <a:sym typeface="Poppins"/>
              </a:rPr>
              <a:t>或</a:t>
            </a:r>
            <a:r>
              <a:rPr lang="en-US" altLang="zh-CN" sz="1200" dirty="0">
                <a:solidFill>
                  <a:schemeClr val="tx1"/>
                </a:solidFill>
                <a:latin typeface="+mn-lt"/>
                <a:ea typeface="+mn-ea"/>
                <a:cs typeface="Poppins"/>
                <a:sym typeface="Poppins"/>
              </a:rPr>
              <a:t> “</a:t>
            </a:r>
            <a:r>
              <a:rPr lang="zh-CN" altLang="en-US" sz="1200" dirty="0">
                <a:solidFill>
                  <a:schemeClr val="tx1"/>
                </a:solidFill>
                <a:latin typeface="+mn-lt"/>
                <a:ea typeface="+mn-ea"/>
                <a:cs typeface="Poppins"/>
                <a:sym typeface="Poppins"/>
              </a:rPr>
              <a:t>人性化的待</a:t>
            </a:r>
            <a:endParaRPr lang="zh-CN" altLang="en-US" sz="1200" dirty="0">
              <a:solidFill>
                <a:schemeClr val="tx1"/>
              </a:solidFill>
              <a:latin typeface="+mn-lt"/>
              <a:ea typeface="+mn-ea"/>
              <a:cs typeface="Poppins"/>
              <a:sym typeface="Poppins"/>
            </a:endParaRPr>
          </a:p>
          <a:p>
            <a:pPr indent="0" algn="l">
              <a:lnSpc>
                <a:spcPct val="125000"/>
              </a:lnSpc>
              <a:defRPr/>
            </a:pPr>
            <a:r>
              <a:rPr lang="zh-CN" altLang="en-US" sz="1200" dirty="0">
                <a:solidFill>
                  <a:schemeClr val="tx1"/>
                </a:solidFill>
                <a:latin typeface="+mn-lt"/>
                <a:ea typeface="+mn-ea"/>
                <a:cs typeface="Poppins"/>
                <a:sym typeface="Poppins"/>
              </a:rPr>
              <a:t>办事项提醒</a:t>
            </a:r>
            <a:r>
              <a:rPr lang="en-US" altLang="zh-CN" sz="1200" dirty="0">
                <a:solidFill>
                  <a:schemeClr val="tx1"/>
                </a:solidFill>
                <a:latin typeface="+mn-lt"/>
                <a:ea typeface="+mn-ea"/>
                <a:cs typeface="Poppins"/>
                <a:sym typeface="Poppins"/>
              </a:rPr>
              <a:t>”</a:t>
            </a:r>
            <a:r>
              <a:rPr lang="zh-CN" altLang="en-US" sz="1200" dirty="0">
                <a:solidFill>
                  <a:schemeClr val="tx1"/>
                </a:solidFill>
                <a:latin typeface="+mn-lt"/>
                <a:ea typeface="+mn-ea"/>
                <a:cs typeface="Poppins"/>
                <a:sym typeface="Poppins"/>
              </a:rPr>
              <a:t>。</a:t>
            </a:r>
            <a:endParaRPr lang="zh-CN" altLang="en-US" sz="1200" dirty="0">
              <a:solidFill>
                <a:schemeClr val="tx1"/>
              </a:solidFill>
              <a:latin typeface="+mn-lt"/>
              <a:ea typeface="+mn-ea"/>
              <a:cs typeface="Poppins"/>
              <a:sym typeface="Poppins"/>
            </a:endParaRPr>
          </a:p>
        </p:txBody>
      </p:sp>
      <p:pic>
        <p:nvPicPr>
          <p:cNvPr id="17" name="Picture 17"/>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244600" y="1376680"/>
            <a:ext cx="406400" cy="406400"/>
          </a:xfrm>
          <a:prstGeom prst="rect">
            <a:avLst/>
          </a:prstGeom>
        </p:spPr>
      </p:pic>
      <p:pic>
        <p:nvPicPr>
          <p:cNvPr id="11" name="Picture 11"/>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4165600" y="1306195"/>
            <a:ext cx="406400" cy="406400"/>
          </a:xfrm>
          <a:prstGeom prst="rect">
            <a:avLst/>
          </a:prstGeom>
        </p:spPr>
      </p:pic>
      <p:pic>
        <p:nvPicPr>
          <p:cNvPr id="20" name="Picture 20"/>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7732395" y="1305560"/>
            <a:ext cx="406400" cy="406400"/>
          </a:xfrm>
          <a:prstGeom prst="rect">
            <a:avLst/>
          </a:prstGeom>
        </p:spPr>
      </p:pic>
      <p:pic>
        <p:nvPicPr>
          <p:cNvPr id="2" name="图片 1"/>
          <p:cNvPicPr>
            <a:picLocks noChangeAspect="1"/>
          </p:cNvPicPr>
          <p:nvPr/>
        </p:nvPicPr>
        <p:blipFill>
          <a:blip r:embed="rId21"/>
          <a:stretch>
            <a:fillRect/>
          </a:stretch>
        </p:blipFill>
        <p:spPr>
          <a:xfrm>
            <a:off x="1139825" y="2506980"/>
            <a:ext cx="2369185" cy="4172585"/>
          </a:xfrm>
          <a:prstGeom prst="rect">
            <a:avLst/>
          </a:prstGeom>
        </p:spPr>
      </p:pic>
      <p:sp>
        <p:nvSpPr>
          <p:cNvPr id="3" name="文本框 2"/>
          <p:cNvSpPr txBox="1"/>
          <p:nvPr/>
        </p:nvSpPr>
        <p:spPr>
          <a:xfrm>
            <a:off x="4260215" y="1778000"/>
            <a:ext cx="5010785" cy="630555"/>
          </a:xfrm>
          <a:prstGeom prst="rect">
            <a:avLst/>
          </a:prstGeom>
          <a:noFill/>
        </p:spPr>
        <p:txBody>
          <a:bodyPr wrap="square" rtlCol="0" anchor="t">
            <a:noAutofit/>
          </a:bodyPr>
          <a:p>
            <a:pPr indent="0" algn="l">
              <a:lnSpc>
                <a:spcPct val="125000"/>
              </a:lnSpc>
              <a:defRPr/>
            </a:pPr>
            <a:endParaRPr lang="en-US" altLang="en-US" sz="1200" dirty="0">
              <a:solidFill>
                <a:schemeClr val="tx1"/>
              </a:solidFill>
              <a:latin typeface="+mn-lt"/>
              <a:ea typeface="+mn-ea"/>
              <a:cs typeface="Poppins"/>
              <a:sym typeface="Poppins"/>
            </a:endParaRPr>
          </a:p>
        </p:txBody>
      </p:sp>
      <p:pic>
        <p:nvPicPr>
          <p:cNvPr id="4" name="图片 3"/>
          <p:cNvPicPr>
            <a:picLocks noChangeAspect="1"/>
          </p:cNvPicPr>
          <p:nvPr/>
        </p:nvPicPr>
        <p:blipFill>
          <a:blip r:embed="rId22"/>
          <a:stretch>
            <a:fillRect/>
          </a:stretch>
        </p:blipFill>
        <p:spPr>
          <a:xfrm>
            <a:off x="4260850" y="2506980"/>
            <a:ext cx="2639060" cy="4171315"/>
          </a:xfrm>
          <a:prstGeom prst="rect">
            <a:avLst/>
          </a:prstGeom>
        </p:spPr>
      </p:pic>
      <p:pic>
        <p:nvPicPr>
          <p:cNvPr id="8" name="图片 7"/>
          <p:cNvPicPr>
            <a:picLocks noChangeAspect="1"/>
          </p:cNvPicPr>
          <p:nvPr/>
        </p:nvPicPr>
        <p:blipFill>
          <a:blip r:embed="rId23"/>
          <a:stretch>
            <a:fillRect/>
          </a:stretch>
        </p:blipFill>
        <p:spPr>
          <a:xfrm>
            <a:off x="7636510" y="2506345"/>
            <a:ext cx="2491105" cy="4169410"/>
          </a:xfrm>
          <a:prstGeom prst="rect">
            <a:avLst/>
          </a:prstGeom>
        </p:spPr>
      </p:pic>
    </p:spTree>
    <p:custDataLst>
      <p:tags r:id="rId24"/>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EF5EB">
            <a:alpha val="100000"/>
          </a:srgbClr>
        </a:solidFill>
        <a:effectLst/>
      </p:bgPr>
    </p:bg>
    <p:spTree>
      <p:nvGrpSpPr>
        <p:cNvPr id="1" name=""/>
        <p:cNvGrpSpPr/>
        <p:nvPr/>
      </p:nvGrpSpPr>
      <p:grpSpPr>
        <a:xfrm>
          <a:off x="0" y="0"/>
          <a:ext cx="0" cy="0"/>
          <a:chOff x="0" y="0"/>
          <a:chExt cx="0" cy="0"/>
        </a:xfrm>
      </p:grpSpPr>
      <p:sp>
        <p:nvSpPr>
          <p:cNvPr id="2" name="Freeform 2"/>
          <p:cNvSpPr/>
          <p:nvPr/>
        </p:nvSpPr>
        <p:spPr>
          <a:xfrm>
            <a:off x="0" y="3733800"/>
            <a:ext cx="4420057" cy="3123705"/>
          </a:xfrm>
          <a:custGeom>
            <a:avLst/>
            <a:gdLst/>
            <a:ahLst/>
            <a:cxnLst/>
            <a:rect l="l" t="t" r="r" b="b"/>
            <a:pathLst>
              <a:path w="4420057" h="3123705">
                <a:moveTo>
                  <a:pt x="4420057" y="3123705"/>
                </a:moveTo>
                <a:lnTo>
                  <a:pt x="0" y="3123705"/>
                </a:lnTo>
                <a:lnTo>
                  <a:pt x="0" y="149468"/>
                </a:lnTo>
                <a:cubicBezTo>
                  <a:pt x="317679" y="52288"/>
                  <a:pt x="654966" y="0"/>
                  <a:pt x="1004466" y="0"/>
                </a:cubicBezTo>
                <a:cubicBezTo>
                  <a:pt x="2795359" y="0"/>
                  <a:pt x="4265600" y="1372934"/>
                  <a:pt x="4420057" y="3123705"/>
                </a:cubicBezTo>
              </a:path>
            </a:pathLst>
          </a:custGeom>
          <a:solidFill>
            <a:srgbClr val="F29D38">
              <a:alpha val="2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rot="1620000">
            <a:off x="2159000" y="3822700"/>
            <a:ext cx="1930400" cy="2260600"/>
          </a:xfrm>
          <a:prstGeom prst="roundRect">
            <a:avLst>
              <a:gd name="adj" fmla="val 0"/>
            </a:avLst>
          </a:prstGeom>
          <a:solidFill>
            <a:srgbClr val="91C8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rot="1620000">
            <a:off x="2247900" y="3467100"/>
            <a:ext cx="406400" cy="2260600"/>
          </a:xfrm>
          <a:prstGeom prst="roundRect">
            <a:avLst>
              <a:gd name="adj" fmla="val 0"/>
            </a:avLst>
          </a:prstGeom>
          <a:solidFill>
            <a:srgbClr val="285460">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rot="1620000">
            <a:off x="3009900" y="4394200"/>
            <a:ext cx="965200" cy="533400"/>
          </a:xfrm>
          <a:prstGeom prst="roundRect">
            <a:avLst>
              <a:gd name="adj" fmla="val 14285"/>
            </a:avLst>
          </a:prstGeom>
          <a:solidFill>
            <a:srgbClr val="FFFFFF">
              <a:alpha val="80000"/>
            </a:srgbClr>
          </a:solidFill>
          <a:ln w="25400" cap="flat" cmpd="sng">
            <a:noFill/>
            <a:prstDash val="solid"/>
            <a:round/>
          </a:ln>
        </p:spPr>
        <p:txBody>
          <a:bodyPr vert="horz" wrap="square" lIns="63500" tIns="63500" rIns="63500" bIns="63500" rtlCol="0" anchor="ctr"/>
          <a:lstStyle/>
          <a:p>
            <a:pPr algn="ctr">
              <a:defRPr/>
            </a:pPr>
          </a:p>
        </p:txBody>
      </p:sp>
      <p:sp>
        <p:nvSpPr>
          <p:cNvPr id="6" name="Freeform 6"/>
          <p:cNvSpPr/>
          <p:nvPr/>
        </p:nvSpPr>
        <p:spPr>
          <a:xfrm>
            <a:off x="0" y="5337922"/>
            <a:ext cx="1031820" cy="1101104"/>
          </a:xfrm>
          <a:custGeom>
            <a:avLst/>
            <a:gdLst/>
            <a:ahLst/>
            <a:cxnLst/>
            <a:rect l="l" t="t" r="r" b="b"/>
            <a:pathLst>
              <a:path w="1031820" h="1101104">
                <a:moveTo>
                  <a:pt x="0" y="910045"/>
                </a:moveTo>
                <a:lnTo>
                  <a:pt x="724351" y="1097218"/>
                </a:lnTo>
                <a:cubicBezTo>
                  <a:pt x="739388" y="1101104"/>
                  <a:pt x="754728" y="1092064"/>
                  <a:pt x="758613" y="1077027"/>
                </a:cubicBezTo>
                <a:lnTo>
                  <a:pt x="1025543" y="44023"/>
                </a:lnTo>
                <a:cubicBezTo>
                  <a:pt x="1031820" y="19729"/>
                  <a:pt x="1005549" y="0"/>
                  <a:pt x="983969" y="12803"/>
                </a:cubicBezTo>
                <a:lnTo>
                  <a:pt x="0" y="596507"/>
                </a:lnTo>
                <a:lnTo>
                  <a:pt x="0" y="910045"/>
                </a:lnTo>
                <a:moveTo>
                  <a:pt x="595598" y="833345"/>
                </a:moveTo>
                <a:lnTo>
                  <a:pt x="697539" y="438841"/>
                </a:lnTo>
                <a:lnTo>
                  <a:pt x="201093" y="731404"/>
                </a:lnTo>
                <a:lnTo>
                  <a:pt x="595598" y="833345"/>
                </a:lnTo>
              </a:path>
            </a:pathLst>
          </a:custGeom>
          <a:solidFill>
            <a:srgbClr val="F05F42">
              <a:alpha val="69000"/>
            </a:srgbClr>
          </a:soli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0" y="5867400"/>
            <a:ext cx="898992" cy="567948"/>
          </a:xfrm>
          <a:custGeom>
            <a:avLst/>
            <a:gdLst/>
            <a:ahLst/>
            <a:cxnLst/>
            <a:rect l="l" t="t" r="r" b="b"/>
            <a:pathLst>
              <a:path w="898992" h="567948">
                <a:moveTo>
                  <a:pt x="0" y="376094"/>
                </a:moveTo>
                <a:lnTo>
                  <a:pt x="0" y="258944"/>
                </a:lnTo>
                <a:lnTo>
                  <a:pt x="207908" y="199059"/>
                </a:lnTo>
                <a:lnTo>
                  <a:pt x="595520" y="299747"/>
                </a:lnTo>
                <a:lnTo>
                  <a:pt x="655149" y="69745"/>
                </a:lnTo>
                <a:lnTo>
                  <a:pt x="898992" y="0"/>
                </a:lnTo>
                <a:lnTo>
                  <a:pt x="761064" y="538674"/>
                </a:lnTo>
                <a:cubicBezTo>
                  <a:pt x="756383" y="556952"/>
                  <a:pt x="737739" y="567948"/>
                  <a:pt x="719479" y="563199"/>
                </a:cubicBezTo>
                <a:lnTo>
                  <a:pt x="0" y="376094"/>
                </a:lnTo>
              </a:path>
            </a:pathLst>
          </a:custGeom>
          <a:solidFill>
            <a:srgbClr val="000000">
              <a:alpha val="1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11696700" y="812800"/>
            <a:ext cx="495300" cy="1008140"/>
          </a:xfrm>
          <a:custGeom>
            <a:avLst/>
            <a:gdLst/>
            <a:ahLst/>
            <a:cxnLst/>
            <a:rect l="l" t="t" r="r" b="b"/>
            <a:pathLst>
              <a:path w="495300" h="1008140">
                <a:moveTo>
                  <a:pt x="495300" y="0"/>
                </a:moveTo>
                <a:lnTo>
                  <a:pt x="495300" y="1008140"/>
                </a:lnTo>
                <a:cubicBezTo>
                  <a:pt x="220948" y="1003417"/>
                  <a:pt x="0" y="779544"/>
                  <a:pt x="0" y="504076"/>
                </a:cubicBezTo>
                <a:cubicBezTo>
                  <a:pt x="0" y="228596"/>
                  <a:pt x="220948" y="4723"/>
                  <a:pt x="495300" y="0"/>
                </a:cubicBezTo>
              </a:path>
            </a:pathLst>
          </a:custGeom>
          <a:solidFill>
            <a:srgbClr val="91C8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5943512" y="0"/>
            <a:ext cx="95247" cy="533545"/>
          </a:xfrm>
          <a:custGeom>
            <a:avLst/>
            <a:gdLst/>
            <a:ahLst/>
            <a:cxnLst/>
            <a:rect l="l" t="t" r="r" b="b"/>
            <a:pathLst>
              <a:path w="95247" h="533545">
                <a:moveTo>
                  <a:pt x="58565" y="0"/>
                </a:moveTo>
                <a:cubicBezTo>
                  <a:pt x="58461" y="17565"/>
                  <a:pt x="58349" y="34836"/>
                  <a:pt x="58229" y="51788"/>
                </a:cubicBezTo>
                <a:cubicBezTo>
                  <a:pt x="57221" y="194848"/>
                  <a:pt x="55708" y="315283"/>
                  <a:pt x="54447" y="399953"/>
                </a:cubicBezTo>
                <a:cubicBezTo>
                  <a:pt x="53817" y="442289"/>
                  <a:pt x="53250" y="475684"/>
                  <a:pt x="52840" y="498495"/>
                </a:cubicBezTo>
                <a:cubicBezTo>
                  <a:pt x="52750" y="503498"/>
                  <a:pt x="52669" y="507990"/>
                  <a:pt x="52594" y="511957"/>
                </a:cubicBezTo>
                <a:cubicBezTo>
                  <a:pt x="52500" y="517037"/>
                  <a:pt x="52420" y="521254"/>
                  <a:pt x="52356" y="524572"/>
                </a:cubicBezTo>
                <a:lnTo>
                  <a:pt x="52224" y="531274"/>
                </a:lnTo>
                <a:lnTo>
                  <a:pt x="52190" y="532972"/>
                </a:lnTo>
                <a:lnTo>
                  <a:pt x="52181" y="533400"/>
                </a:lnTo>
                <a:lnTo>
                  <a:pt x="52180" y="533508"/>
                </a:lnTo>
                <a:lnTo>
                  <a:pt x="52178" y="533535"/>
                </a:lnTo>
                <a:cubicBezTo>
                  <a:pt x="52178" y="533541"/>
                  <a:pt x="52178" y="533545"/>
                  <a:pt x="45183" y="533400"/>
                </a:cubicBezTo>
                <a:cubicBezTo>
                  <a:pt x="0" y="533255"/>
                  <a:pt x="0" y="533253"/>
                  <a:pt x="95248" y="533246"/>
                </a:cubicBezTo>
                <a:lnTo>
                  <a:pt x="77516" y="533221"/>
                </a:lnTo>
                <a:lnTo>
                  <a:pt x="38191" y="533114"/>
                </a:lnTo>
                <a:lnTo>
                  <a:pt x="38199" y="532688"/>
                </a:lnTo>
                <a:lnTo>
                  <a:pt x="38232" y="530993"/>
                </a:lnTo>
                <a:lnTo>
                  <a:pt x="38365" y="524302"/>
                </a:lnTo>
                <a:cubicBezTo>
                  <a:pt x="38479" y="518399"/>
                  <a:pt x="38644" y="509645"/>
                  <a:pt x="38848" y="498244"/>
                </a:cubicBezTo>
                <a:cubicBezTo>
                  <a:pt x="39259" y="475445"/>
                  <a:pt x="39825" y="442064"/>
                  <a:pt x="40456" y="399745"/>
                </a:cubicBezTo>
                <a:cubicBezTo>
                  <a:pt x="41716" y="315105"/>
                  <a:pt x="43229" y="194708"/>
                  <a:pt x="44236" y="51690"/>
                </a:cubicBezTo>
                <a:cubicBezTo>
                  <a:pt x="44355" y="34769"/>
                  <a:pt x="44467" y="17532"/>
                  <a:pt x="44571" y="0"/>
                </a:cubicBezTo>
                <a:lnTo>
                  <a:pt x="58565" y="0"/>
                </a:lnTo>
              </a:path>
            </a:pathLst>
          </a:custGeom>
          <a:solidFill>
            <a:srgbClr val="8C5009">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5613400" y="1333500"/>
            <a:ext cx="736600" cy="736600"/>
          </a:xfrm>
          <a:custGeom>
            <a:avLst/>
            <a:gdLst/>
            <a:ahLst/>
            <a:cxnLst/>
            <a:rect l="l" t="t" r="r" b="b"/>
            <a:pathLst>
              <a:path w="736600" h="736600">
                <a:moveTo>
                  <a:pt x="372387" y="0"/>
                </a:moveTo>
                <a:cubicBezTo>
                  <a:pt x="578053" y="0"/>
                  <a:pt x="736600" y="166721"/>
                  <a:pt x="736600" y="372387"/>
                </a:cubicBezTo>
                <a:cubicBezTo>
                  <a:pt x="736600" y="578053"/>
                  <a:pt x="578053" y="736600"/>
                  <a:pt x="372387" y="736600"/>
                </a:cubicBezTo>
                <a:cubicBezTo>
                  <a:pt x="166721" y="736600"/>
                  <a:pt x="0" y="578053"/>
                  <a:pt x="0" y="372387"/>
                </a:cubicBezTo>
                <a:cubicBezTo>
                  <a:pt x="0" y="166721"/>
                  <a:pt x="166721" y="0"/>
                  <a:pt x="372387" y="0"/>
                </a:cubicBezTo>
              </a:path>
            </a:pathLst>
          </a:custGeom>
          <a:solidFill>
            <a:srgbClr val="F29D38">
              <a:alpha val="8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5016500" y="482600"/>
            <a:ext cx="1930400" cy="1308100"/>
          </a:xfrm>
          <a:custGeom>
            <a:avLst/>
            <a:gdLst/>
            <a:ahLst/>
            <a:cxnLst/>
            <a:rect l="l" t="t" r="r" b="b"/>
            <a:pathLst>
              <a:path w="1930400" h="1308100">
                <a:moveTo>
                  <a:pt x="969258" y="0"/>
                </a:moveTo>
                <a:cubicBezTo>
                  <a:pt x="1504569" y="0"/>
                  <a:pt x="1930400" y="436902"/>
                  <a:pt x="1930400" y="975855"/>
                </a:cubicBezTo>
                <a:cubicBezTo>
                  <a:pt x="1930400" y="1093112"/>
                  <a:pt x="1912366" y="1308100"/>
                  <a:pt x="1912366" y="1308100"/>
                </a:cubicBezTo>
                <a:lnTo>
                  <a:pt x="27048" y="1308100"/>
                </a:lnTo>
                <a:cubicBezTo>
                  <a:pt x="27048" y="1308100"/>
                  <a:pt x="0" y="1099712"/>
                  <a:pt x="0" y="975855"/>
                </a:cubicBezTo>
                <a:cubicBezTo>
                  <a:pt x="0" y="436902"/>
                  <a:pt x="433948" y="0"/>
                  <a:pt x="969258" y="0"/>
                </a:cubicBezTo>
              </a:path>
            </a:pathLst>
          </a:custGeom>
          <a:solidFill>
            <a:srgbClr val="F8C77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5715000" y="660400"/>
            <a:ext cx="1231900" cy="1130300"/>
          </a:xfrm>
          <a:custGeom>
            <a:avLst/>
            <a:gdLst/>
            <a:ahLst/>
            <a:cxnLst/>
            <a:rect l="l" t="t" r="r" b="b"/>
            <a:pathLst>
              <a:path w="1231900" h="1130300">
                <a:moveTo>
                  <a:pt x="831150" y="0"/>
                </a:moveTo>
                <a:cubicBezTo>
                  <a:pt x="831150" y="0"/>
                  <a:pt x="890158" y="42222"/>
                  <a:pt x="913178" y="62851"/>
                </a:cubicBezTo>
                <a:cubicBezTo>
                  <a:pt x="1109698" y="246113"/>
                  <a:pt x="1231900" y="505017"/>
                  <a:pt x="1231900" y="797592"/>
                </a:cubicBezTo>
                <a:cubicBezTo>
                  <a:pt x="1231900" y="915333"/>
                  <a:pt x="1213030" y="1130300"/>
                  <a:pt x="1213030" y="1130300"/>
                </a:cubicBezTo>
                <a:lnTo>
                  <a:pt x="0" y="1130300"/>
                </a:lnTo>
                <a:cubicBezTo>
                  <a:pt x="0" y="1130300"/>
                  <a:pt x="387838" y="1096127"/>
                  <a:pt x="701760" y="683650"/>
                </a:cubicBezTo>
                <a:cubicBezTo>
                  <a:pt x="973642" y="345745"/>
                  <a:pt x="831150" y="0"/>
                  <a:pt x="831150" y="0"/>
                </a:cubicBezTo>
              </a:path>
            </a:pathLst>
          </a:custGeom>
          <a:solidFill>
            <a:srgbClr val="000000">
              <a:alpha val="5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762000" y="1143000"/>
            <a:ext cx="3556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5600" b="1" i="0" u="none" strike="noStrike">
                <a:solidFill>
                  <a:srgbClr val="285460"/>
                </a:solidFill>
                <a:latin typeface="微软雅黑" panose="020B0503020204020204" charset="-122"/>
                <a:ea typeface="微软雅黑" panose="020B0503020204020204" charset="-122"/>
                <a:cs typeface="微软雅黑" panose="020B0503020204020204" charset="-122"/>
                <a:sym typeface="微软雅黑" panose="020B0503020204020204" charset="-122"/>
              </a:rPr>
              <a:t>PROJECT</a:t>
            </a:r>
            <a:endParaRPr lang="en-US" sz="1100"/>
          </a:p>
        </p:txBody>
      </p:sp>
      <p:sp>
        <p:nvSpPr>
          <p:cNvPr id="14" name="AutoShape 14"/>
          <p:cNvSpPr/>
          <p:nvPr/>
        </p:nvSpPr>
        <p:spPr>
          <a:xfrm>
            <a:off x="762000" y="2413000"/>
            <a:ext cx="3556000" cy="165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0000" b="1" i="0" u="none" strike="noStrike">
                <a:solidFill>
                  <a:srgbClr val="F29D38"/>
                </a:solidFill>
                <a:latin typeface="微软雅黑" panose="020B0503020204020204" charset="-122"/>
                <a:ea typeface="微软雅黑" panose="020B0503020204020204" charset="-122"/>
                <a:cs typeface="微软雅黑" panose="020B0503020204020204" charset="-122"/>
                <a:sym typeface="微软雅黑" panose="020B0503020204020204" charset="-122"/>
              </a:rPr>
              <a:t>02</a:t>
            </a:r>
            <a:endParaRPr lang="en-US" sz="1100"/>
          </a:p>
        </p:txBody>
      </p:sp>
      <p:sp>
        <p:nvSpPr>
          <p:cNvPr id="15" name="AutoShape 15"/>
          <p:cNvSpPr/>
          <p:nvPr/>
        </p:nvSpPr>
        <p:spPr>
          <a:xfrm>
            <a:off x="762000" y="4191000"/>
            <a:ext cx="355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969696"/>
                </a:solidFill>
                <a:latin typeface="Arial" panose="020B0604020202020204"/>
                <a:ea typeface="Arial" panose="020B0604020202020204"/>
                <a:cs typeface="Arial" panose="020B0604020202020204"/>
                <a:sym typeface="Arial" panose="020B0604020202020204"/>
              </a:rPr>
              <a:t>INITIAL STAGE</a:t>
            </a:r>
            <a:endParaRPr lang="en-US" sz="1100"/>
          </a:p>
        </p:txBody>
      </p:sp>
      <p:sp>
        <p:nvSpPr>
          <p:cNvPr id="16" name="AutoShape 16"/>
          <p:cNvSpPr/>
          <p:nvPr/>
        </p:nvSpPr>
        <p:spPr>
          <a:xfrm>
            <a:off x="4699000" y="2286000"/>
            <a:ext cx="76200" cy="1905000"/>
          </a:xfrm>
          <a:prstGeom prst="roundRect">
            <a:avLst>
              <a:gd name="adj" fmla="val 0"/>
            </a:avLst>
          </a:prstGeom>
          <a:solidFill>
            <a:srgbClr val="91C8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5016500" y="2286000"/>
            <a:ext cx="6350000" cy="1143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endParaRPr lang="en-US" sz="3400" b="1">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00000"/>
              </a:lnSpc>
              <a:defRPr/>
            </a:pPr>
            <a:r>
              <a:rPr lang="en-US" sz="3600" b="1">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Technical Framework</a:t>
            </a:r>
            <a:endParaRPr lang="en-US" sz="3600">
              <a:latin typeface="微软雅黑" panose="020B0503020204020204" charset="-122"/>
              <a:ea typeface="微软雅黑" panose="020B0503020204020204" charset="-122"/>
            </a:endParaRPr>
          </a:p>
          <a:p>
            <a:pPr indent="0" algn="l">
              <a:lnSpc>
                <a:spcPct val="100000"/>
              </a:lnSpc>
              <a:defRPr/>
            </a:pPr>
            <a:endParaRPr lang="en-US" sz="3600">
              <a:latin typeface="微软雅黑" panose="020B0503020204020204" charset="-122"/>
              <a:ea typeface="微软雅黑" panose="020B0503020204020204" charset="-122"/>
            </a:endParaRPr>
          </a:p>
        </p:txBody>
      </p:sp>
      <p:sp>
        <p:nvSpPr>
          <p:cNvPr id="18" name="AutoShape 18"/>
          <p:cNvSpPr/>
          <p:nvPr/>
        </p:nvSpPr>
        <p:spPr>
          <a:xfrm>
            <a:off x="5016500" y="3556000"/>
            <a:ext cx="6350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2800">
                <a:ea typeface="宋体" panose="02010600030101010101" pitchFamily="2" charset="-122"/>
              </a:rPr>
              <a:t>技术框架</a:t>
            </a:r>
            <a:endParaRPr lang="zh-CN" altLang="en-US" sz="2800">
              <a:ea typeface="宋体" panose="02010600030101010101" pitchFamily="2" charset="-122"/>
            </a:endParaRPr>
          </a:p>
        </p:txBody>
      </p:sp>
      <p:sp>
        <p:nvSpPr>
          <p:cNvPr id="19" name="AutoShape 19"/>
          <p:cNvSpPr/>
          <p:nvPr/>
        </p:nvSpPr>
        <p:spPr>
          <a:xfrm>
            <a:off x="5016500" y="4445000"/>
            <a:ext cx="6096000" cy="762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300" b="0" i="0" u="none" strike="noStrike">
                <a:solidFill>
                  <a:srgbClr val="80808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EF5EB">
            <a:alpha val="100000"/>
          </a:srgbClr>
        </a:solidFill>
        <a:effectLst/>
      </p:bgPr>
    </p:bg>
    <p:spTree>
      <p:nvGrpSpPr>
        <p:cNvPr id="1" name=""/>
        <p:cNvGrpSpPr/>
        <p:nvPr/>
      </p:nvGrpSpPr>
      <p:grpSpPr>
        <a:xfrm>
          <a:off x="0" y="0"/>
          <a:ext cx="0" cy="0"/>
          <a:chOff x="0" y="0"/>
          <a:chExt cx="0" cy="0"/>
        </a:xfrm>
      </p:grpSpPr>
      <p:sp>
        <p:nvSpPr>
          <p:cNvPr id="2" name="Freeform 2"/>
          <p:cNvSpPr/>
          <p:nvPr/>
        </p:nvSpPr>
        <p:spPr>
          <a:xfrm>
            <a:off x="0" y="0"/>
            <a:ext cx="1352004" cy="723845"/>
          </a:xfrm>
          <a:custGeom>
            <a:avLst/>
            <a:gdLst/>
            <a:ahLst/>
            <a:cxnLst/>
            <a:rect l="l" t="t" r="r" b="b"/>
            <a:pathLst>
              <a:path w="1352004" h="723845">
                <a:moveTo>
                  <a:pt x="1352004" y="0"/>
                </a:moveTo>
                <a:lnTo>
                  <a:pt x="0" y="0"/>
                </a:lnTo>
                <a:lnTo>
                  <a:pt x="0" y="665932"/>
                </a:lnTo>
                <a:cubicBezTo>
                  <a:pt x="112118" y="703563"/>
                  <a:pt x="232852" y="723845"/>
                  <a:pt x="358658" y="723845"/>
                </a:cubicBezTo>
                <a:cubicBezTo>
                  <a:pt x="839042" y="723845"/>
                  <a:pt x="1224599" y="428121"/>
                  <a:pt x="1352004" y="0"/>
                </a:cubicBezTo>
              </a:path>
            </a:pathLst>
          </a:custGeom>
          <a:solidFill>
            <a:srgbClr val="F29D38">
              <a:alpha val="20000"/>
            </a:srgbClr>
          </a:solidFill>
          <a:ln w="25400" cap="flat" cmpd="sng">
            <a:noFill/>
            <a:prstDash val="solid"/>
            <a:round/>
          </a:ln>
        </p:spPr>
        <p:txBody>
          <a:bodyPr vert="horz" wrap="square" lIns="63500" tIns="63500" rIns="63500" bIns="63500" rtlCol="0" anchor="ctr"/>
          <a:lstStyle/>
          <a:p>
            <a:pPr algn="ctr">
              <a:defRPr/>
            </a:pPr>
          </a:p>
        </p:txBody>
      </p:sp>
      <p:sp>
        <p:nvSpPr>
          <p:cNvPr id="3" name="Freeform 3"/>
          <p:cNvSpPr/>
          <p:nvPr/>
        </p:nvSpPr>
        <p:spPr>
          <a:xfrm>
            <a:off x="9664700" y="5321300"/>
            <a:ext cx="2533256" cy="1536700"/>
          </a:xfrm>
          <a:custGeom>
            <a:avLst/>
            <a:gdLst/>
            <a:ahLst/>
            <a:cxnLst/>
            <a:rect l="l" t="t" r="r" b="b"/>
            <a:pathLst>
              <a:path w="2533256" h="1536700">
                <a:moveTo>
                  <a:pt x="2533256" y="11605"/>
                </a:moveTo>
                <a:lnTo>
                  <a:pt x="2533256" y="1536700"/>
                </a:lnTo>
                <a:lnTo>
                  <a:pt x="0" y="1536700"/>
                </a:lnTo>
                <a:cubicBezTo>
                  <a:pt x="370125" y="635006"/>
                  <a:pt x="1256883" y="0"/>
                  <a:pt x="2291956" y="0"/>
                </a:cubicBezTo>
                <a:cubicBezTo>
                  <a:pt x="2373363" y="0"/>
                  <a:pt x="2453856" y="3928"/>
                  <a:pt x="2533256" y="11605"/>
                </a:cubicBezTo>
              </a:path>
            </a:pathLst>
          </a:custGeom>
          <a:solidFill>
            <a:srgbClr val="F29D38">
              <a:alpha val="2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444500"/>
            <a:ext cx="7620000" cy="635000"/>
          </a:xfrm>
          <a:prstGeom prst="roundRect">
            <a:avLst>
              <a:gd name="adj" fmla="val 0"/>
            </a:avLst>
          </a:prstGeom>
          <a:noFill/>
          <a:ln w="254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57A4B9"/>
                </a:solidFill>
                <a:latin typeface="Arial" panose="020B0604020202020204"/>
                <a:ea typeface="Arial" panose="020B0604020202020204"/>
                <a:cs typeface="Arial" panose="020B0604020202020204"/>
                <a:sym typeface="Arial" panose="020B0604020202020204"/>
              </a:rPr>
              <a:t>Technical Framework Overview</a:t>
            </a:r>
            <a:endParaRPr lang="en-US" sz="1100"/>
          </a:p>
        </p:txBody>
      </p:sp>
      <p:sp>
        <p:nvSpPr>
          <p:cNvPr id="5" name="AutoShape 5"/>
          <p:cNvSpPr/>
          <p:nvPr/>
        </p:nvSpPr>
        <p:spPr>
          <a:xfrm>
            <a:off x="762000" y="1079500"/>
            <a:ext cx="7620000" cy="381000"/>
          </a:xfrm>
          <a:prstGeom prst="roundRect">
            <a:avLst>
              <a:gd name="adj" fmla="val 0"/>
            </a:avLst>
          </a:prstGeom>
          <a:noFill/>
          <a:ln w="25400" cap="flat" cmpd="sng">
            <a:noFill/>
            <a:prstDash val="solid"/>
            <a:round/>
          </a:ln>
        </p:spPr>
        <p:txBody>
          <a:bodyPr vert="horz" wrap="none" lIns="0" tIns="0" rIns="0" bIns="0" rtlCol="0" anchor="ctr" anchorCtr="0"/>
          <a:lstStyle/>
          <a:p>
            <a:pPr indent="0" algn="l">
              <a:lnSpc>
                <a:spcPct val="125000"/>
              </a:lnSpc>
              <a:defRPr/>
            </a:pPr>
            <a:r>
              <a:rPr lang="en-US" sz="18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技术框架概览</a:t>
            </a:r>
            <a:endParaRPr lang="en-US" sz="1100"/>
          </a:p>
        </p:txBody>
      </p:sp>
      <p:sp>
        <p:nvSpPr>
          <p:cNvPr id="6" name="AutoShape 6"/>
          <p:cNvSpPr/>
          <p:nvPr/>
        </p:nvSpPr>
        <p:spPr>
          <a:xfrm>
            <a:off x="762000" y="1651000"/>
            <a:ext cx="5080000" cy="1143000"/>
          </a:xfrm>
          <a:prstGeom prst="roundRect">
            <a:avLst>
              <a:gd name="adj" fmla="val 11111"/>
            </a:avLst>
          </a:prstGeom>
          <a:solidFill>
            <a:srgbClr val="FFFFFF">
              <a:alpha val="90000"/>
            </a:srgbClr>
          </a:solidFill>
          <a:ln w="25400" cap="flat" cmpd="sng">
            <a:noFill/>
            <a:prstDash val="solid"/>
            <a:round/>
          </a:ln>
          <a:effectLst>
            <a:outerShdw blurRad="127000" dist="50800" dir="5400000" algn="tl" rotWithShape="0">
              <a:srgbClr val="000000">
                <a:alpha val="10000"/>
              </a:srgbClr>
            </a:outerShdw>
          </a:effectLst>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1"/>
          <a:srcRect/>
          <a:stretch>
            <a:fillRect/>
          </a:stretch>
        </p:blipFill>
        <p:spPr>
          <a:xfrm>
            <a:off x="1016000" y="1968500"/>
            <a:ext cx="508000" cy="508000"/>
          </a:xfrm>
          <a:prstGeom prst="rect">
            <a:avLst/>
          </a:prstGeom>
          <a:noFill/>
          <a:ln w="25400" cap="flat" cmpd="sng">
            <a:noFill/>
            <a:prstDash val="solid"/>
            <a:round/>
          </a:ln>
        </p:spPr>
      </p:pic>
      <p:sp>
        <p:nvSpPr>
          <p:cNvPr id="8" name="AutoShape 8"/>
          <p:cNvSpPr/>
          <p:nvPr/>
        </p:nvSpPr>
        <p:spPr>
          <a:xfrm>
            <a:off x="1714500" y="1778000"/>
            <a:ext cx="3937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57A4B9"/>
                </a:solidFill>
                <a:latin typeface="Arial" panose="020B0604020202020204"/>
                <a:ea typeface="Arial" panose="020B0604020202020204"/>
                <a:cs typeface="Arial" panose="020B0604020202020204"/>
                <a:sym typeface="Arial" panose="020B0604020202020204"/>
              </a:rPr>
              <a:t>Language / 编程语言</a:t>
            </a:r>
            <a:endParaRPr lang="en-US" sz="1100"/>
          </a:p>
        </p:txBody>
      </p:sp>
      <p:sp>
        <p:nvSpPr>
          <p:cNvPr id="9" name="AutoShape 9"/>
          <p:cNvSpPr/>
          <p:nvPr/>
        </p:nvSpPr>
        <p:spPr>
          <a:xfrm>
            <a:off x="1714500" y="2222500"/>
            <a:ext cx="3937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Java (Android 平台首选开发语言)</a:t>
            </a:r>
            <a:endParaRPr lang="en-US" sz="1100"/>
          </a:p>
        </p:txBody>
      </p:sp>
      <p:sp>
        <p:nvSpPr>
          <p:cNvPr id="10" name="AutoShape 10"/>
          <p:cNvSpPr/>
          <p:nvPr/>
        </p:nvSpPr>
        <p:spPr>
          <a:xfrm>
            <a:off x="762000" y="2984500"/>
            <a:ext cx="5080000" cy="1270000"/>
          </a:xfrm>
          <a:prstGeom prst="roundRect">
            <a:avLst>
              <a:gd name="adj" fmla="val 10000"/>
            </a:avLst>
          </a:prstGeom>
          <a:solidFill>
            <a:srgbClr val="FFFFFF">
              <a:alpha val="90000"/>
            </a:srgbClr>
          </a:solidFill>
          <a:ln w="25400" cap="flat" cmpd="sng">
            <a:noFill/>
            <a:prstDash val="solid"/>
            <a:round/>
          </a:ln>
          <a:effectLst>
            <a:outerShdw blurRad="127000" dist="50800" dir="5400000" algn="tl" rotWithShape="0">
              <a:srgbClr val="000000">
                <a:alpha val="10000"/>
              </a:srgbClr>
            </a:outerShdw>
          </a:effectLst>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2"/>
          <a:srcRect/>
          <a:stretch>
            <a:fillRect/>
          </a:stretch>
        </p:blipFill>
        <p:spPr>
          <a:xfrm>
            <a:off x="1016000" y="3365500"/>
            <a:ext cx="508000" cy="508000"/>
          </a:xfrm>
          <a:prstGeom prst="rect">
            <a:avLst/>
          </a:prstGeom>
          <a:noFill/>
          <a:ln w="25400" cap="flat" cmpd="sng">
            <a:noFill/>
            <a:prstDash val="solid"/>
            <a:round/>
          </a:ln>
        </p:spPr>
      </p:pic>
      <p:sp>
        <p:nvSpPr>
          <p:cNvPr id="12" name="AutoShape 12"/>
          <p:cNvSpPr/>
          <p:nvPr/>
        </p:nvSpPr>
        <p:spPr>
          <a:xfrm>
            <a:off x="1714500" y="3111500"/>
            <a:ext cx="3937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57A4B9"/>
                </a:solidFill>
                <a:latin typeface="Arial" panose="020B0604020202020204"/>
                <a:ea typeface="Arial" panose="020B0604020202020204"/>
                <a:cs typeface="Arial" panose="020B0604020202020204"/>
                <a:sym typeface="Arial" panose="020B0604020202020204"/>
              </a:rPr>
              <a:t>Architecture / 架构模式</a:t>
            </a:r>
            <a:endParaRPr lang="en-US" sz="1100"/>
          </a:p>
        </p:txBody>
      </p:sp>
      <p:sp>
        <p:nvSpPr>
          <p:cNvPr id="13" name="AutoShape 13"/>
          <p:cNvSpPr/>
          <p:nvPr/>
        </p:nvSpPr>
        <p:spPr>
          <a:xfrm>
            <a:off x="1714500" y="3556000"/>
            <a:ext cx="3937000" cy="508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MVC (Model-View-Controller) - 关注点分离设计</a:t>
            </a:r>
            <a:endParaRPr lang="en-US" sz="1100"/>
          </a:p>
        </p:txBody>
      </p:sp>
      <p:sp>
        <p:nvSpPr>
          <p:cNvPr id="14" name="AutoShape 14"/>
          <p:cNvSpPr/>
          <p:nvPr/>
        </p:nvSpPr>
        <p:spPr>
          <a:xfrm>
            <a:off x="762000" y="4445000"/>
            <a:ext cx="5080000" cy="1778000"/>
          </a:xfrm>
          <a:prstGeom prst="roundRect">
            <a:avLst>
              <a:gd name="adj" fmla="val 7142"/>
            </a:avLst>
          </a:prstGeom>
          <a:solidFill>
            <a:srgbClr val="FFFFFF">
              <a:alpha val="90000"/>
            </a:srgbClr>
          </a:solidFill>
          <a:ln w="25400" cap="flat" cmpd="sng">
            <a:noFill/>
            <a:prstDash val="solid"/>
            <a:round/>
          </a:ln>
          <a:effectLst>
            <a:outerShdw blurRad="127000" dist="50800" dir="5400000" algn="tl" rotWithShape="0">
              <a:srgbClr val="000000">
                <a:alpha val="10000"/>
              </a:srgbClr>
            </a:outerShdw>
          </a:effectLst>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3"/>
          <a:srcRect/>
          <a:stretch>
            <a:fillRect/>
          </a:stretch>
        </p:blipFill>
        <p:spPr>
          <a:xfrm>
            <a:off x="1016000" y="4699000"/>
            <a:ext cx="508000" cy="508000"/>
          </a:xfrm>
          <a:prstGeom prst="rect">
            <a:avLst/>
          </a:prstGeom>
          <a:noFill/>
          <a:ln w="25400" cap="flat" cmpd="sng">
            <a:noFill/>
            <a:prstDash val="solid"/>
            <a:round/>
          </a:ln>
        </p:spPr>
      </p:pic>
      <p:sp>
        <p:nvSpPr>
          <p:cNvPr id="16" name="AutoShape 16"/>
          <p:cNvSpPr/>
          <p:nvPr/>
        </p:nvSpPr>
        <p:spPr>
          <a:xfrm>
            <a:off x="1714500" y="4572000"/>
            <a:ext cx="3937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57A4B9"/>
                </a:solidFill>
                <a:latin typeface="Arial" panose="020B0604020202020204"/>
                <a:ea typeface="Arial" panose="020B0604020202020204"/>
                <a:cs typeface="Arial" panose="020B0604020202020204"/>
                <a:sym typeface="Arial" panose="020B0604020202020204"/>
              </a:rPr>
              <a:t>Core Libs / 核心框架库</a:t>
            </a:r>
            <a:endParaRPr lang="en-US" sz="1100"/>
          </a:p>
        </p:txBody>
      </p:sp>
      <p:sp>
        <p:nvSpPr>
          <p:cNvPr id="17" name="AutoShape 17"/>
          <p:cNvSpPr/>
          <p:nvPr/>
        </p:nvSpPr>
        <p:spPr>
          <a:xfrm>
            <a:off x="1714500" y="5016500"/>
            <a:ext cx="3937000" cy="1079500"/>
          </a:xfrm>
          <a:prstGeom prst="roundRect">
            <a:avLst>
              <a:gd name="adj" fmla="val 0"/>
            </a:avLst>
          </a:prstGeom>
          <a:noFill/>
          <a:ln w="25400" cap="flat" cmpd="sng">
            <a:noFill/>
            <a:prstDash val="solid"/>
            <a:round/>
          </a:ln>
        </p:spPr>
        <p:txBody>
          <a:bodyPr vert="horz" wrap="square" lIns="0" tIns="0" rIns="0" bIns="0" rtlCol="0" anchor="ctr" anchorCtr="0"/>
          <a:lstStyle/>
          <a:p>
            <a:pPr marL="139700" indent="-139700" algn="l">
              <a:lnSpc>
                <a:spcPct val="125000"/>
              </a:lnSpc>
              <a:buClr>
                <a:srgbClr val="5A5A5A"/>
              </a:buClr>
              <a:buChar char="•"/>
              <a:defRPr/>
            </a:pPr>
            <a:r>
              <a:rPr lang="en-US" sz="1100" b="0" i="0" u="none" strike="noStrike">
                <a:solidFill>
                  <a:srgbClr val="5A5A5A"/>
                </a:solidFill>
                <a:latin typeface="Noto Sans SC" panose="020B0200000000000000" charset="-122"/>
                <a:ea typeface="Noto Sans SC" panose="020B0200000000000000" charset="-122"/>
                <a:cs typeface="Noto Sans SC" panose="020B0200000000000000" charset="-122"/>
                <a:sym typeface="Noto Sans SC" panose="020B0200000000000000" charset="-122"/>
              </a:rPr>
              <a:t>AndroidX Support Libraries (官方兼容支持库)</a:t>
            </a:r>
            <a:endParaRPr lang="en-US" sz="1100"/>
          </a:p>
          <a:p>
            <a:pPr marL="139700" indent="-139700" algn="l">
              <a:lnSpc>
                <a:spcPct val="125000"/>
              </a:lnSpc>
              <a:buClr>
                <a:srgbClr val="5A5A5A"/>
              </a:buClr>
              <a:buChar char="•"/>
            </a:pPr>
            <a:r>
              <a:rPr lang="en-US" sz="1100" b="0" i="0" u="none" strike="noStrike">
                <a:solidFill>
                  <a:srgbClr val="5A5A5A"/>
                </a:solidFill>
                <a:latin typeface="Noto Sans SC" panose="020B0200000000000000" charset="-122"/>
                <a:ea typeface="Noto Sans SC" panose="020B0200000000000000" charset="-122"/>
                <a:cs typeface="Noto Sans SC" panose="020B0200000000000000" charset="-122"/>
                <a:sym typeface="Noto Sans SC" panose="020B0200000000000000" charset="-122"/>
              </a:rPr>
              <a:t>WorkManager (后台任务调度) / RecyclerView (高效列表)</a:t>
            </a:r>
            <a:endParaRPr lang="en-US" sz="1100" b="0" i="0" u="none" strike="noStrike">
              <a:solidFill>
                <a:srgbClr val="5A5A5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139700" indent="-139700" algn="l">
              <a:lnSpc>
                <a:spcPct val="125000"/>
              </a:lnSpc>
              <a:buClr>
                <a:srgbClr val="5A5A5A"/>
              </a:buClr>
              <a:buChar char="•"/>
            </a:pPr>
            <a:r>
              <a:rPr lang="en-US" sz="1100" b="0" i="0" u="none" strike="noStrike">
                <a:solidFill>
                  <a:srgbClr val="5A5A5A"/>
                </a:solidFill>
                <a:latin typeface="Noto Sans SC" panose="020B0200000000000000" charset="-122"/>
                <a:ea typeface="Noto Sans SC" panose="020B0200000000000000" charset="-122"/>
                <a:cs typeface="Noto Sans SC" panose="020B0200000000000000" charset="-122"/>
                <a:sym typeface="Noto Sans SC" panose="020B0200000000000000" charset="-122"/>
              </a:rPr>
              <a:t>ViewPager2 (页面导航切换) / Material Design Components</a:t>
            </a:r>
            <a:endParaRPr lang="en-US" sz="1100" b="0" i="0" u="none" strike="noStrike">
              <a:solidFill>
                <a:srgbClr val="5A5A5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 name="AutoShape 18"/>
          <p:cNvSpPr/>
          <p:nvPr/>
        </p:nvSpPr>
        <p:spPr>
          <a:xfrm>
            <a:off x="6223000" y="1658620"/>
            <a:ext cx="4826000" cy="4572000"/>
          </a:xfrm>
          <a:prstGeom prst="roundRect">
            <a:avLst>
              <a:gd name="adj" fmla="val 2777"/>
            </a:avLst>
          </a:prstGeom>
          <a:solidFill>
            <a:srgbClr val="FFFFFF">
              <a:alpha val="95000"/>
            </a:srgbClr>
          </a:solidFill>
          <a:ln w="25400" cap="flat" cmpd="sng">
            <a:noFill/>
            <a:prstDash val="solid"/>
            <a:round/>
          </a:ln>
          <a:effectLst>
            <a:outerShdw blurRad="190500" dist="76200" dir="5400000" algn="tl" rotWithShape="0">
              <a:srgbClr val="000000">
                <a:alpha val="12000"/>
              </a:srgbClr>
            </a:outerShdw>
          </a:effectLst>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4"/>
          <a:srcRect/>
          <a:stretch>
            <a:fillRect/>
          </a:stretch>
        </p:blipFill>
        <p:spPr>
          <a:xfrm>
            <a:off x="8191500" y="1905000"/>
            <a:ext cx="889000" cy="889000"/>
          </a:xfrm>
          <a:prstGeom prst="rect">
            <a:avLst/>
          </a:prstGeom>
          <a:noFill/>
          <a:ln w="25400" cap="flat" cmpd="sng">
            <a:noFill/>
            <a:prstDash val="solid"/>
            <a:round/>
          </a:ln>
        </p:spPr>
      </p:pic>
      <p:sp>
        <p:nvSpPr>
          <p:cNvPr id="20" name="AutoShape 20"/>
          <p:cNvSpPr/>
          <p:nvPr/>
        </p:nvSpPr>
        <p:spPr>
          <a:xfrm>
            <a:off x="6477000" y="2921000"/>
            <a:ext cx="4318000" cy="508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B788E"/>
                </a:solidFill>
                <a:latin typeface="Arial" panose="020B0604020202020204"/>
                <a:ea typeface="Arial" panose="020B0604020202020204"/>
                <a:cs typeface="Arial" panose="020B0604020202020204"/>
                <a:sym typeface="Arial" panose="020B0604020202020204"/>
              </a:rPr>
              <a:t>Robust &amp; Maintainable</a:t>
            </a:r>
            <a:endParaRPr lang="en-US" sz="1100"/>
          </a:p>
          <a:p>
            <a:pPr indent="0" algn="ctr">
              <a:lnSpc>
                <a:spcPct val="125000"/>
              </a:lnSpc>
            </a:pPr>
            <a:r>
              <a:rPr lang="en-US" sz="1400" b="0" i="0" u="none" strike="noStrike">
                <a:solidFill>
                  <a:srgbClr val="0B788E"/>
                </a:solidFill>
                <a:latin typeface="Noto Sans SC" panose="020B0200000000000000" charset="-122"/>
                <a:ea typeface="Noto Sans SC" panose="020B0200000000000000" charset="-122"/>
                <a:cs typeface="Noto Sans SC" panose="020B0200000000000000" charset="-122"/>
                <a:sym typeface="Noto Sans SC" panose="020B0200000000000000" charset="-122"/>
              </a:rPr>
              <a:t>健壮性与可维护性</a:t>
            </a:r>
            <a:endParaRPr lang="en-US" sz="1400" b="0" i="0" u="none" strike="noStrike">
              <a:solidFill>
                <a:srgbClr val="0B788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1" name="AutoShape 21"/>
          <p:cNvSpPr/>
          <p:nvPr/>
        </p:nvSpPr>
        <p:spPr>
          <a:xfrm>
            <a:off x="6540500" y="3810000"/>
            <a:ext cx="4191000" cy="1524000"/>
          </a:xfrm>
          <a:prstGeom prst="roundRect">
            <a:avLst>
              <a:gd name="adj" fmla="val 0"/>
            </a:avLst>
          </a:prstGeom>
          <a:noFill/>
          <a:ln w="25400" cap="flat" cmpd="sng">
            <a:noFill/>
            <a:prstDash val="solid"/>
            <a:round/>
          </a:ln>
        </p:spPr>
        <p:txBody>
          <a:bodyPr vert="horz" wrap="square" lIns="101600" tIns="63500" rIns="101600" bIns="63500" rtlCol="0" anchor="ctr" anchorCtr="0"/>
          <a:lstStyle/>
          <a:p>
            <a:pPr indent="0" algn="just">
              <a:lnSpc>
                <a:spcPct val="117000"/>
              </a:lnSpc>
              <a:defRPr/>
            </a:pPr>
            <a:r>
              <a:rPr lang="en-US" sz="12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         该技术基础确保了应用的</a:t>
            </a:r>
            <a:r>
              <a:rPr lang="en-US" sz="1200" b="1"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向后兼容性</a:t>
            </a:r>
            <a:r>
              <a:rPr lang="en-US" sz="12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与</a:t>
            </a:r>
            <a:r>
              <a:rPr lang="en-US" sz="1200" b="1"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高效后台处理</a:t>
            </a:r>
            <a:r>
              <a:rPr lang="en-US" sz="12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能力。通过标准化的组件化开发，在不同功能模块间实现了流畅的用户交互体验，同时保证了代码的长期可维护性与扩展能力。</a:t>
            </a:r>
            <a:endParaRPr lang="en-US" sz="12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just">
              <a:lnSpc>
                <a:spcPct val="117000"/>
              </a:lnSpc>
              <a:defRPr/>
            </a:pPr>
            <a:r>
              <a:rPr lang="en-US" altLang="zh-CN" sz="1100"/>
              <a:t>        This technical foundation ensures the application's backward compatibility and efficient background processing capabilities. Through standardized component-based development, it achieves a smooth user interaction experience across different functional modules, while guaranteeing long-term code maintainability and scalability.</a:t>
            </a:r>
            <a:endParaRPr lang="en-US" altLang="zh-CN" sz="1100"/>
          </a:p>
        </p:txBody>
      </p:sp>
      <p:sp>
        <p:nvSpPr>
          <p:cNvPr id="22" name="AutoShape 22"/>
          <p:cNvSpPr/>
          <p:nvPr/>
        </p:nvSpPr>
        <p:spPr>
          <a:xfrm>
            <a:off x="6540500" y="5461000"/>
            <a:ext cx="4191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EF5EB">
            <a:alpha val="100000"/>
          </a:srgbClr>
        </a:solidFill>
        <a:effectLst/>
      </p:bgPr>
    </p:bg>
    <p:spTree>
      <p:nvGrpSpPr>
        <p:cNvPr id="1" name=""/>
        <p:cNvGrpSpPr/>
        <p:nvPr/>
      </p:nvGrpSpPr>
      <p:grpSpPr>
        <a:xfrm>
          <a:off x="0" y="0"/>
          <a:ext cx="0" cy="0"/>
          <a:chOff x="0" y="0"/>
          <a:chExt cx="0" cy="0"/>
        </a:xfrm>
      </p:grpSpPr>
      <p:sp>
        <p:nvSpPr>
          <p:cNvPr id="2" name="Freeform 2"/>
          <p:cNvSpPr/>
          <p:nvPr/>
        </p:nvSpPr>
        <p:spPr>
          <a:xfrm>
            <a:off x="0" y="0"/>
            <a:ext cx="1352004" cy="723845"/>
          </a:xfrm>
          <a:custGeom>
            <a:avLst/>
            <a:gdLst/>
            <a:ahLst/>
            <a:cxnLst/>
            <a:rect l="l" t="t" r="r" b="b"/>
            <a:pathLst>
              <a:path w="1352004" h="723845">
                <a:moveTo>
                  <a:pt x="1352004" y="0"/>
                </a:moveTo>
                <a:lnTo>
                  <a:pt x="0" y="0"/>
                </a:lnTo>
                <a:lnTo>
                  <a:pt x="0" y="665932"/>
                </a:lnTo>
                <a:cubicBezTo>
                  <a:pt x="112118" y="703563"/>
                  <a:pt x="232852" y="723845"/>
                  <a:pt x="358658" y="723845"/>
                </a:cubicBezTo>
                <a:cubicBezTo>
                  <a:pt x="839042" y="723845"/>
                  <a:pt x="1224599" y="428121"/>
                  <a:pt x="1352004" y="0"/>
                </a:cubicBezTo>
              </a:path>
            </a:pathLst>
          </a:custGeom>
          <a:solidFill>
            <a:srgbClr val="F29D38">
              <a:alpha val="20000"/>
            </a:srgbClr>
          </a:solidFill>
          <a:ln w="25400" cap="flat" cmpd="sng">
            <a:noFill/>
            <a:prstDash val="solid"/>
            <a:round/>
          </a:ln>
        </p:spPr>
        <p:txBody>
          <a:bodyPr vert="horz" wrap="square" lIns="63500" tIns="63500" rIns="63500" bIns="63500" rtlCol="0" anchor="ctr"/>
          <a:lstStyle/>
          <a:p>
            <a:pPr algn="ctr">
              <a:defRPr/>
            </a:pPr>
          </a:p>
        </p:txBody>
      </p:sp>
      <p:sp>
        <p:nvSpPr>
          <p:cNvPr id="3" name="Freeform 3"/>
          <p:cNvSpPr/>
          <p:nvPr/>
        </p:nvSpPr>
        <p:spPr>
          <a:xfrm>
            <a:off x="9664700" y="5321300"/>
            <a:ext cx="2533256" cy="1536700"/>
          </a:xfrm>
          <a:custGeom>
            <a:avLst/>
            <a:gdLst/>
            <a:ahLst/>
            <a:cxnLst/>
            <a:rect l="l" t="t" r="r" b="b"/>
            <a:pathLst>
              <a:path w="2533256" h="1536700">
                <a:moveTo>
                  <a:pt x="2533256" y="11605"/>
                </a:moveTo>
                <a:lnTo>
                  <a:pt x="2533256" y="1536700"/>
                </a:lnTo>
                <a:lnTo>
                  <a:pt x="0" y="1536700"/>
                </a:lnTo>
                <a:cubicBezTo>
                  <a:pt x="370125" y="635006"/>
                  <a:pt x="1256883" y="0"/>
                  <a:pt x="2291956" y="0"/>
                </a:cubicBezTo>
                <a:cubicBezTo>
                  <a:pt x="2373363" y="0"/>
                  <a:pt x="2453856" y="3928"/>
                  <a:pt x="2533256" y="11605"/>
                </a:cubicBezTo>
              </a:path>
            </a:pathLst>
          </a:custGeom>
          <a:solidFill>
            <a:srgbClr val="F29D38">
              <a:alpha val="2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698500" y="254000"/>
            <a:ext cx="10795000" cy="1016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3200" b="1" i="0" u="none" strike="noStrike">
                <a:solidFill>
                  <a:srgbClr val="000000"/>
                </a:solidFill>
                <a:latin typeface="Arial" panose="020B0604020202020204"/>
                <a:ea typeface="Arial" panose="020B0604020202020204"/>
                <a:cs typeface="Arial" panose="020B0604020202020204"/>
                <a:sym typeface="Arial" panose="020B0604020202020204"/>
              </a:rPr>
              <a:t>Development &amp; Runtime Platforms</a:t>
            </a:r>
            <a:endParaRPr lang="en-US" sz="1100"/>
          </a:p>
          <a:p>
            <a:pPr indent="0" algn="l">
              <a:lnSpc>
                <a:spcPct val="100000"/>
              </a:lnSpc>
            </a:pPr>
            <a:r>
              <a:rPr lang="en-US" sz="1800" b="1"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开发与运行平台</a:t>
            </a:r>
            <a:endParaRPr lang="en-US" sz="1800" b="1"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 name="AutoShape 5"/>
          <p:cNvSpPr/>
          <p:nvPr>
            <p:custDataLst>
              <p:tags r:id="rId1"/>
            </p:custDataLst>
          </p:nvPr>
        </p:nvSpPr>
        <p:spPr>
          <a:xfrm>
            <a:off x="762000" y="1397000"/>
            <a:ext cx="5080000" cy="2413000"/>
          </a:xfrm>
          <a:prstGeom prst="roundRect">
            <a:avLst>
              <a:gd name="adj" fmla="val 5263"/>
            </a:avLst>
          </a:prstGeom>
          <a:solidFill>
            <a:srgbClr val="FFFFFF">
              <a:alpha val="90000"/>
            </a:srgbClr>
          </a:solidFill>
          <a:ln w="25400" cap="flat" cmpd="sng">
            <a:noFill/>
            <a:prstDash val="solid"/>
            <a:round/>
          </a:ln>
          <a:effectLst>
            <a:outerShdw blurRad="127000" dist="50800" dir="5400000" algn="tl" rotWithShape="0">
              <a:srgbClr val="000000">
                <a:alpha val="10000"/>
              </a:srgbClr>
            </a:outerShdw>
          </a:effectLst>
        </p:spPr>
        <p:txBody>
          <a:bodyPr vert="horz" wrap="square" lIns="63500" tIns="63500" rIns="63500" bIns="63500" rtlCol="0" anchor="ctr"/>
          <a:lstStyle/>
          <a:p>
            <a:pPr algn="ctr">
              <a:defRPr/>
            </a:pPr>
          </a:p>
        </p:txBody>
      </p:sp>
      <p:pic>
        <p:nvPicPr>
          <p:cNvPr id="6" name="Picture 6"/>
          <p:cNvPicPr>
            <a:picLocks noChangeAspect="1"/>
          </p:cNvPicPr>
          <p:nvPr>
            <p:custDataLst>
              <p:tags r:id="rId2"/>
            </p:custDataLst>
          </p:nvPr>
        </p:nvPicPr>
        <p:blipFill>
          <a:blip r:embed="rId3"/>
          <a:srcRect/>
          <a:stretch>
            <a:fillRect/>
          </a:stretch>
        </p:blipFill>
        <p:spPr>
          <a:xfrm>
            <a:off x="1016000" y="1651000"/>
            <a:ext cx="406400" cy="406400"/>
          </a:xfrm>
          <a:prstGeom prst="rect">
            <a:avLst/>
          </a:prstGeom>
          <a:noFill/>
          <a:ln w="25400" cap="flat" cmpd="sng">
            <a:noFill/>
            <a:prstDash val="solid"/>
            <a:round/>
          </a:ln>
        </p:spPr>
      </p:pic>
      <p:sp>
        <p:nvSpPr>
          <p:cNvPr id="7" name="AutoShape 7"/>
          <p:cNvSpPr/>
          <p:nvPr>
            <p:custDataLst>
              <p:tags r:id="rId4"/>
            </p:custDataLst>
          </p:nvPr>
        </p:nvSpPr>
        <p:spPr>
          <a:xfrm>
            <a:off x="1524000" y="1587500"/>
            <a:ext cx="4064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0000"/>
                </a:solidFill>
                <a:latin typeface="Arial" panose="020B0604020202020204"/>
                <a:ea typeface="Arial" panose="020B0604020202020204"/>
                <a:cs typeface="Arial" panose="020B0604020202020204"/>
                <a:sym typeface="Arial" panose="020B0604020202020204"/>
              </a:rPr>
              <a:t>Development Environment</a:t>
            </a:r>
            <a:endParaRPr lang="en-US" sz="1100"/>
          </a:p>
          <a:p>
            <a:pPr indent="0" algn="l">
              <a:lnSpc>
                <a:spcPct val="125000"/>
              </a:lnSpc>
            </a:pPr>
            <a:r>
              <a:rPr lang="en-US" sz="1300" b="0" i="0" u="none" strike="noStrike">
                <a:solidFill>
                  <a:srgbClr val="6E6E6E"/>
                </a:solidFill>
                <a:latin typeface="Noto Sans SC" panose="020B0200000000000000" charset="-122"/>
                <a:ea typeface="Noto Sans SC" panose="020B0200000000000000" charset="-122"/>
                <a:cs typeface="Noto Sans SC" panose="020B0200000000000000" charset="-122"/>
                <a:sym typeface="Noto Sans SC" panose="020B0200000000000000" charset="-122"/>
              </a:rPr>
              <a:t>开发环境</a:t>
            </a:r>
            <a:endParaRPr lang="en-US" sz="1300" b="0" i="0" u="none" strike="noStrike">
              <a:solidFill>
                <a:srgbClr val="6E6E6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custDataLst>
              <p:tags r:id="rId5"/>
            </p:custDataLst>
          </p:nvPr>
        </p:nvSpPr>
        <p:spPr>
          <a:xfrm>
            <a:off x="1016000" y="2286000"/>
            <a:ext cx="4572000" cy="1270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600" b="0" i="0" u="none" strike="noStrike">
                <a:solidFill>
                  <a:schemeClr val="tx1"/>
                </a:solidFill>
                <a:latin typeface="Arial" panose="020B0604020202020204"/>
                <a:ea typeface="Arial" panose="020B0604020202020204"/>
                <a:cs typeface="Arial" panose="020B0604020202020204"/>
                <a:sym typeface="Arial" panose="020B0604020202020204"/>
              </a:rPr>
              <a:t>• Android Studio as the primary IDE</a:t>
            </a:r>
            <a:br>
              <a:rPr lang="en-US" sz="16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6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以 Android Studio 作为主要集成开发环境（IDE）</a:t>
            </a:r>
            <a:endParaRPr lang="en-US" sz="1600">
              <a:solidFill>
                <a:schemeClr val="tx1"/>
              </a:solidFill>
            </a:endParaRPr>
          </a:p>
          <a:p>
            <a:pPr indent="0" algn="l">
              <a:lnSpc>
                <a:spcPct val="108000"/>
              </a:lnSpc>
            </a:pPr>
            <a:r>
              <a:rPr lang="en-US" sz="1600" b="0" i="0" u="none" strike="noStrike">
                <a:solidFill>
                  <a:schemeClr val="tx1"/>
                </a:solidFill>
                <a:latin typeface="Arial" panose="020B0604020202020204"/>
                <a:ea typeface="Arial" panose="020B0604020202020204"/>
                <a:cs typeface="Arial" panose="020B0604020202020204"/>
                <a:sym typeface="Arial" panose="020B0604020202020204"/>
              </a:rPr>
              <a:t>• Gradle for build automation &amp; dependency management</a:t>
            </a:r>
            <a:br>
              <a:rPr lang="en-US" sz="16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6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使用 Gradle 进行构建自动化和依赖管理</a:t>
            </a:r>
            <a:endParaRPr lang="en-US" sz="16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6350000" y="1397000"/>
            <a:ext cx="5080000" cy="2413000"/>
          </a:xfrm>
          <a:prstGeom prst="roundRect">
            <a:avLst>
              <a:gd name="adj" fmla="val 5263"/>
            </a:avLst>
          </a:prstGeom>
          <a:solidFill>
            <a:srgbClr val="FFFFFF">
              <a:alpha val="90000"/>
            </a:srgbClr>
          </a:solidFill>
          <a:ln w="25400" cap="flat" cmpd="sng">
            <a:noFill/>
            <a:prstDash val="solid"/>
            <a:round/>
          </a:ln>
          <a:effectLst>
            <a:outerShdw blurRad="127000" dist="50800" dir="5400000" algn="tl" rotWithShape="0">
              <a:srgbClr val="000000">
                <a:alpha val="10000"/>
              </a:srgbClr>
            </a:outerShdw>
          </a:effectLst>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6"/>
          <a:srcRect/>
          <a:stretch>
            <a:fillRect/>
          </a:stretch>
        </p:blipFill>
        <p:spPr>
          <a:xfrm>
            <a:off x="6604000" y="1651000"/>
            <a:ext cx="406400" cy="406400"/>
          </a:xfrm>
          <a:prstGeom prst="rect">
            <a:avLst/>
          </a:prstGeom>
          <a:noFill/>
          <a:ln w="25400" cap="flat" cmpd="sng">
            <a:noFill/>
            <a:prstDash val="solid"/>
            <a:round/>
          </a:ln>
        </p:spPr>
      </p:pic>
      <p:sp>
        <p:nvSpPr>
          <p:cNvPr id="11" name="AutoShape 11"/>
          <p:cNvSpPr/>
          <p:nvPr/>
        </p:nvSpPr>
        <p:spPr>
          <a:xfrm>
            <a:off x="7112000" y="1587500"/>
            <a:ext cx="4064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0000"/>
                </a:solidFill>
                <a:latin typeface="Arial" panose="020B0604020202020204"/>
                <a:ea typeface="Arial" panose="020B0604020202020204"/>
                <a:cs typeface="Arial" panose="020B0604020202020204"/>
                <a:sym typeface="Arial" panose="020B0604020202020204"/>
              </a:rPr>
              <a:t>Runtime Requirements</a:t>
            </a:r>
            <a:endParaRPr lang="en-US" sz="1100"/>
          </a:p>
          <a:p>
            <a:pPr indent="0" algn="l">
              <a:lnSpc>
                <a:spcPct val="125000"/>
              </a:lnSpc>
            </a:pPr>
            <a:r>
              <a:rPr lang="en-US" sz="1300" b="0" i="0" u="none" strike="noStrike">
                <a:solidFill>
                  <a:srgbClr val="6E6E6E"/>
                </a:solidFill>
                <a:latin typeface="Noto Sans SC" panose="020B0200000000000000" charset="-122"/>
                <a:ea typeface="Noto Sans SC" panose="020B0200000000000000" charset="-122"/>
                <a:cs typeface="Noto Sans SC" panose="020B0200000000000000" charset="-122"/>
                <a:sym typeface="Noto Sans SC" panose="020B0200000000000000" charset="-122"/>
              </a:rPr>
              <a:t>运行时要求</a:t>
            </a:r>
            <a:endParaRPr lang="en-US" sz="1300" b="0" i="0" u="none" strike="noStrike">
              <a:solidFill>
                <a:srgbClr val="6E6E6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nvSpPr>
        <p:spPr>
          <a:xfrm>
            <a:off x="6604000" y="2286000"/>
            <a:ext cx="4572000" cy="1397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600" b="0" i="0" u="none" strike="noStrike">
                <a:solidFill>
                  <a:schemeClr val="tx1"/>
                </a:solidFill>
                <a:latin typeface="Arial" panose="020B0604020202020204"/>
                <a:ea typeface="Arial" panose="020B0604020202020204"/>
                <a:cs typeface="Arial" panose="020B0604020202020204"/>
                <a:sym typeface="Arial" panose="020B0604020202020204"/>
              </a:rPr>
              <a:t>• Min: Android 7.0 (API 24)</a:t>
            </a:r>
            <a:r>
              <a:rPr lang="en-US" sz="16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 最低支持：Android 7.0</a:t>
            </a:r>
            <a:endParaRPr lang="en-US" sz="1600">
              <a:solidFill>
                <a:schemeClr val="tx1"/>
              </a:solidFill>
            </a:endParaRPr>
          </a:p>
          <a:p>
            <a:pPr indent="0" algn="l">
              <a:lnSpc>
                <a:spcPct val="100000"/>
              </a:lnSpc>
            </a:pPr>
            <a:r>
              <a:rPr lang="en-US" sz="1600" b="0" i="0" u="none" strike="noStrike">
                <a:solidFill>
                  <a:schemeClr val="tx1"/>
                </a:solidFill>
                <a:latin typeface="Arial" panose="020B0604020202020204"/>
                <a:ea typeface="Arial" panose="020B0604020202020204"/>
                <a:cs typeface="Arial" panose="020B0604020202020204"/>
                <a:sym typeface="Arial" panose="020B0604020202020204"/>
              </a:rPr>
              <a:t>• Target: Android 15 (API 36)</a:t>
            </a:r>
            <a:r>
              <a:rPr lang="en-US" sz="16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 目标版本：Android 15</a:t>
            </a:r>
            <a:endParaRPr lang="en-US" sz="16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0000"/>
              </a:lnSpc>
            </a:pPr>
            <a:r>
              <a:rPr lang="en-US" sz="1600" b="0" i="0" u="none" strike="noStrike">
                <a:solidFill>
                  <a:schemeClr val="tx1"/>
                </a:solidFill>
                <a:latin typeface="Arial" panose="020B0604020202020204"/>
                <a:ea typeface="Arial" panose="020B0604020202020204"/>
                <a:cs typeface="Arial" panose="020B0604020202020204"/>
                <a:sym typeface="Arial" panose="020B0604020202020204"/>
              </a:rPr>
              <a:t>• Compile SDK: API 36</a:t>
            </a:r>
            <a:r>
              <a:rPr lang="en-US" sz="16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 编译 SDK：API 36</a:t>
            </a:r>
            <a:endParaRPr lang="en-US" sz="16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762000" y="4056380"/>
            <a:ext cx="10668000" cy="2032000"/>
          </a:xfrm>
          <a:prstGeom prst="roundRect">
            <a:avLst>
              <a:gd name="adj" fmla="val 6250"/>
            </a:avLst>
          </a:prstGeom>
          <a:solidFill>
            <a:srgbClr val="FFFFFF">
              <a:alpha val="90000"/>
            </a:srgbClr>
          </a:solidFill>
          <a:ln w="25400" cap="flat" cmpd="sng">
            <a:noFill/>
            <a:prstDash val="solid"/>
            <a:round/>
          </a:ln>
          <a:effectLst>
            <a:outerShdw blurRad="127000" dist="50800" dir="5400000" algn="tl" rotWithShape="0">
              <a:srgbClr val="000000">
                <a:alpha val="10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custDataLst>
              <p:tags r:id="rId7"/>
            </p:custDataLst>
          </p:nvPr>
        </p:nvPicPr>
        <p:blipFill>
          <a:blip r:embed="rId8"/>
          <a:srcRect/>
          <a:stretch>
            <a:fillRect/>
          </a:stretch>
        </p:blipFill>
        <p:spPr>
          <a:xfrm>
            <a:off x="1016000" y="4318000"/>
            <a:ext cx="406400" cy="406400"/>
          </a:xfrm>
          <a:prstGeom prst="rect">
            <a:avLst/>
          </a:prstGeom>
          <a:noFill/>
          <a:ln w="25400" cap="flat" cmpd="sng">
            <a:noFill/>
            <a:prstDash val="solid"/>
            <a:round/>
          </a:ln>
        </p:spPr>
      </p:pic>
      <p:sp>
        <p:nvSpPr>
          <p:cNvPr id="15" name="AutoShape 15"/>
          <p:cNvSpPr/>
          <p:nvPr>
            <p:custDataLst>
              <p:tags r:id="rId9"/>
            </p:custDataLst>
          </p:nvPr>
        </p:nvSpPr>
        <p:spPr>
          <a:xfrm>
            <a:off x="1524000" y="4254500"/>
            <a:ext cx="8890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0000"/>
                </a:solidFill>
                <a:latin typeface="Arial" panose="020B0604020202020204"/>
                <a:ea typeface="Arial" panose="020B0604020202020204"/>
                <a:cs typeface="Arial" panose="020B0604020202020204"/>
                <a:sym typeface="Arial" panose="020B0604020202020204"/>
              </a:rPr>
              <a:t>Dependency Management</a:t>
            </a:r>
            <a:endParaRPr lang="en-US" sz="1100"/>
          </a:p>
          <a:p>
            <a:pPr indent="0" algn="l">
              <a:lnSpc>
                <a:spcPct val="125000"/>
              </a:lnSpc>
            </a:pPr>
            <a:r>
              <a:rPr lang="en-US" sz="1300" b="0" i="0" u="none" strike="noStrike">
                <a:solidFill>
                  <a:srgbClr val="6E6E6E"/>
                </a:solidFill>
                <a:latin typeface="Noto Sans SC" panose="020B0200000000000000" charset="-122"/>
                <a:ea typeface="Noto Sans SC" panose="020B0200000000000000" charset="-122"/>
                <a:cs typeface="Noto Sans SC" panose="020B0200000000000000" charset="-122"/>
                <a:sym typeface="Noto Sans SC" panose="020B0200000000000000" charset="-122"/>
              </a:rPr>
              <a:t>依赖管理</a:t>
            </a:r>
            <a:endParaRPr lang="en-US" sz="1300" b="0" i="0" u="none" strike="noStrike">
              <a:solidFill>
                <a:srgbClr val="6E6E6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16"/>
          <p:cNvSpPr/>
          <p:nvPr>
            <p:custDataLst>
              <p:tags r:id="rId10"/>
            </p:custDataLst>
          </p:nvPr>
        </p:nvSpPr>
        <p:spPr>
          <a:xfrm>
            <a:off x="1016000" y="4953000"/>
            <a:ext cx="10160000" cy="1143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600" b="1" i="0" u="none" strike="noStrike">
                <a:solidFill>
                  <a:srgbClr val="57A4B9"/>
                </a:solidFill>
                <a:latin typeface="Arial" panose="020B0604020202020204"/>
                <a:ea typeface="Arial" panose="020B0604020202020204"/>
                <a:cs typeface="Arial" panose="020B0604020202020204"/>
                <a:sym typeface="Arial" panose="020B0604020202020204"/>
              </a:rPr>
              <a:t>• Material Design Components:</a:t>
            </a:r>
            <a:r>
              <a:rPr lang="en-US" sz="1600" b="0" i="0" u="none" strike="noStrike">
                <a:solidFill>
                  <a:srgbClr val="3C3C3C"/>
                </a:solidFill>
                <a:latin typeface="Arial" panose="020B0604020202020204"/>
                <a:ea typeface="Arial" panose="020B0604020202020204"/>
                <a:cs typeface="Arial" panose="020B0604020202020204"/>
                <a:sym typeface="Arial" panose="020B0604020202020204"/>
              </a:rPr>
              <a:t>Modern UI elements</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6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使用 Material Design 组件构建符合现代审美的 UI 界面</a:t>
            </a:r>
            <a:endParaRPr lang="en-US" sz="1600"/>
          </a:p>
          <a:p>
            <a:pPr indent="0" algn="l">
              <a:lnSpc>
                <a:spcPct val="108000"/>
              </a:lnSpc>
            </a:pPr>
            <a:r>
              <a:rPr lang="en-US" sz="1600" b="1" i="0" u="none" strike="noStrike">
                <a:solidFill>
                  <a:srgbClr val="57A4B9"/>
                </a:solidFill>
                <a:latin typeface="Arial" panose="020B0604020202020204"/>
                <a:ea typeface="Arial" panose="020B0604020202020204"/>
                <a:cs typeface="Arial" panose="020B0604020202020204"/>
                <a:sym typeface="Arial" panose="020B0604020202020204"/>
              </a:rPr>
              <a:t>• RxJava:</a:t>
            </a:r>
            <a:r>
              <a:rPr lang="en-US" sz="1600" b="0" i="0" u="none" strike="noStrike">
                <a:solidFill>
                  <a:srgbClr val="3C3C3C"/>
                </a:solidFill>
                <a:latin typeface="Arial" panose="020B0604020202020204"/>
                <a:ea typeface="Arial" panose="020B0604020202020204"/>
                <a:cs typeface="Arial" panose="020B0604020202020204"/>
                <a:sym typeface="Arial" panose="020B0604020202020204"/>
              </a:rPr>
              <a:t>Reactive programming &amp; async operations</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6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使用 RxJava 框架处理复杂的异步任务与响应式数据流</a:t>
            </a:r>
            <a:endParaRPr lang="en-US" sz="16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EF5EB">
            <a:alpha val="100000"/>
          </a:srgbClr>
        </a:solidFill>
        <a:effectLst/>
      </p:bgPr>
    </p:bg>
    <p:spTree>
      <p:nvGrpSpPr>
        <p:cNvPr id="1" name=""/>
        <p:cNvGrpSpPr/>
        <p:nvPr/>
      </p:nvGrpSpPr>
      <p:grpSpPr>
        <a:xfrm>
          <a:off x="0" y="0"/>
          <a:ext cx="0" cy="0"/>
          <a:chOff x="0" y="0"/>
          <a:chExt cx="0" cy="0"/>
        </a:xfrm>
      </p:grpSpPr>
      <p:sp>
        <p:nvSpPr>
          <p:cNvPr id="2" name="Freeform 2"/>
          <p:cNvSpPr/>
          <p:nvPr/>
        </p:nvSpPr>
        <p:spPr>
          <a:xfrm>
            <a:off x="0" y="0"/>
            <a:ext cx="1352004" cy="723845"/>
          </a:xfrm>
          <a:custGeom>
            <a:avLst/>
            <a:gdLst/>
            <a:ahLst/>
            <a:cxnLst/>
            <a:rect l="l" t="t" r="r" b="b"/>
            <a:pathLst>
              <a:path w="1352004" h="723845">
                <a:moveTo>
                  <a:pt x="1352004" y="0"/>
                </a:moveTo>
                <a:lnTo>
                  <a:pt x="0" y="0"/>
                </a:lnTo>
                <a:lnTo>
                  <a:pt x="0" y="665932"/>
                </a:lnTo>
                <a:cubicBezTo>
                  <a:pt x="112118" y="703563"/>
                  <a:pt x="232852" y="723845"/>
                  <a:pt x="358658" y="723845"/>
                </a:cubicBezTo>
                <a:cubicBezTo>
                  <a:pt x="839042" y="723845"/>
                  <a:pt x="1224599" y="428121"/>
                  <a:pt x="1352004" y="0"/>
                </a:cubicBezTo>
              </a:path>
            </a:pathLst>
          </a:custGeom>
          <a:solidFill>
            <a:srgbClr val="F29D38">
              <a:alpha val="20000"/>
            </a:srgbClr>
          </a:solidFill>
          <a:ln w="25400" cap="flat" cmpd="sng">
            <a:noFill/>
            <a:prstDash val="solid"/>
            <a:round/>
          </a:ln>
        </p:spPr>
        <p:txBody>
          <a:bodyPr vert="horz" wrap="square" lIns="63500" tIns="63500" rIns="63500" bIns="63500" rtlCol="0" anchor="ctr"/>
          <a:lstStyle/>
          <a:p>
            <a:pPr algn="ctr">
              <a:defRPr/>
            </a:pPr>
          </a:p>
        </p:txBody>
      </p:sp>
      <p:sp>
        <p:nvSpPr>
          <p:cNvPr id="3" name="Freeform 3"/>
          <p:cNvSpPr/>
          <p:nvPr/>
        </p:nvSpPr>
        <p:spPr>
          <a:xfrm>
            <a:off x="9664700" y="5321300"/>
            <a:ext cx="2533256" cy="1536700"/>
          </a:xfrm>
          <a:custGeom>
            <a:avLst/>
            <a:gdLst/>
            <a:ahLst/>
            <a:cxnLst/>
            <a:rect l="l" t="t" r="r" b="b"/>
            <a:pathLst>
              <a:path w="2533256" h="1536700">
                <a:moveTo>
                  <a:pt x="2533256" y="11605"/>
                </a:moveTo>
                <a:lnTo>
                  <a:pt x="2533256" y="1536700"/>
                </a:lnTo>
                <a:lnTo>
                  <a:pt x="0" y="1536700"/>
                </a:lnTo>
                <a:cubicBezTo>
                  <a:pt x="370125" y="635006"/>
                  <a:pt x="1256883" y="0"/>
                  <a:pt x="2291956" y="0"/>
                </a:cubicBezTo>
                <a:cubicBezTo>
                  <a:pt x="2373363" y="0"/>
                  <a:pt x="2453856" y="3928"/>
                  <a:pt x="2533256" y="11605"/>
                </a:cubicBezTo>
              </a:path>
            </a:pathLst>
          </a:custGeom>
          <a:solidFill>
            <a:srgbClr val="F29D38">
              <a:alpha val="2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698500" y="317500"/>
            <a:ext cx="10795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00000"/>
                </a:solidFill>
                <a:latin typeface="Arial" panose="020B0604020202020204"/>
                <a:ea typeface="Arial" panose="020B0604020202020204"/>
                <a:cs typeface="Arial" panose="020B0604020202020204"/>
                <a:sym typeface="Arial" panose="020B0604020202020204"/>
              </a:rPr>
              <a:t>Data Sources &amp; Storage Solution</a:t>
            </a:r>
            <a:endParaRPr lang="en-US" sz="1100"/>
          </a:p>
          <a:p>
            <a:pPr indent="0" algn="l">
              <a:lnSpc>
                <a:spcPct val="125000"/>
              </a:lnSpc>
            </a:pPr>
            <a:r>
              <a:rPr lang="en-US" sz="1800" b="1" i="0" u="none" strike="noStrike">
                <a:solidFill>
                  <a:srgbClr val="57A4B9"/>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数据源与存储方案</a:t>
            </a:r>
            <a:endParaRPr lang="en-US" sz="1800" b="1" i="0" u="none" strike="noStrike">
              <a:solidFill>
                <a:srgbClr val="57A4B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 name="AutoShape 5"/>
          <p:cNvSpPr/>
          <p:nvPr/>
        </p:nvSpPr>
        <p:spPr>
          <a:xfrm>
            <a:off x="762000" y="1397000"/>
            <a:ext cx="5080000" cy="4064000"/>
          </a:xfrm>
          <a:prstGeom prst="roundRect">
            <a:avLst>
              <a:gd name="adj" fmla="val 3125"/>
            </a:avLst>
          </a:prstGeom>
          <a:solidFill>
            <a:srgbClr val="FFFFFF">
              <a:alpha val="95000"/>
            </a:srgbClr>
          </a:solidFill>
          <a:ln w="12700" cap="flat" cmpd="sng">
            <a:solidFill>
              <a:srgbClr val="57A4B9">
                <a:alpha val="30000"/>
              </a:srgbClr>
            </a:solidFill>
            <a:prstDash val="solid"/>
            <a:round/>
          </a:ln>
          <a:effectLst>
            <a:outerShdw blurRad="127000" dist="50800" dir="5400000" algn="tl" rotWithShape="0">
              <a:srgbClr val="000000">
                <a:alpha val="10000"/>
              </a:srgbClr>
            </a:outerShdw>
          </a:effectLst>
        </p:spPr>
        <p:txBody>
          <a:bodyPr vert="horz" wrap="square" lIns="63500" tIns="63500" rIns="63500" bIns="63500" rtlCol="0" anchor="ctr"/>
          <a:lstStyle/>
          <a:p>
            <a:pPr algn="ctr">
              <a:defRPr/>
            </a:pPr>
          </a:p>
        </p:txBody>
      </p:sp>
      <p:sp>
        <p:nvSpPr>
          <p:cNvPr id="6" name="AutoShape 6"/>
          <p:cNvSpPr/>
          <p:nvPr/>
        </p:nvSpPr>
        <p:spPr>
          <a:xfrm>
            <a:off x="1016000" y="1587500"/>
            <a:ext cx="4572000" cy="635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57A4B9"/>
                </a:solidFill>
                <a:latin typeface="Arial" panose="020B0604020202020204"/>
                <a:ea typeface="Arial" panose="020B0604020202020204"/>
                <a:cs typeface="Arial" panose="020B0604020202020204"/>
                <a:sym typeface="Arial" panose="020B0604020202020204"/>
              </a:rPr>
              <a:t>Data Storage Architecture</a:t>
            </a:r>
            <a:endParaRPr lang="en-US" sz="1100"/>
          </a:p>
          <a:p>
            <a:pPr indent="0" algn="l">
              <a:lnSpc>
                <a:spcPct val="125000"/>
              </a:lnSpc>
            </a:pPr>
            <a:r>
              <a:rPr lang="en-US" sz="13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数据存储架构</a:t>
            </a:r>
            <a:endParaRPr lang="en-US" sz="13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7" name="Connector 7"/>
          <p:cNvCxnSpPr/>
          <p:nvPr/>
        </p:nvCxnSpPr>
        <p:spPr>
          <a:xfrm rot="-9549">
            <a:off x="1016009" y="2216150"/>
            <a:ext cx="4572000" cy="12700"/>
          </a:xfrm>
          <a:prstGeom prst="line">
            <a:avLst/>
          </a:prstGeom>
          <a:solidFill>
            <a:srgbClr val="DEE0E3">
              <a:alpha val="100000"/>
            </a:srgbClr>
          </a:solidFill>
          <a:ln w="12700" cap="flat" cmpd="sng">
            <a:solidFill>
              <a:srgbClr val="4E9C98">
                <a:alpha val="30000"/>
              </a:srgbClr>
            </a:solidFill>
            <a:prstDash val="solid"/>
            <a:round/>
            <a:headEnd type="none" w="med" len="med"/>
            <a:tailEnd type="none" w="med" len="med"/>
          </a:ln>
        </p:spPr>
      </p:cxnSp>
      <p:pic>
        <p:nvPicPr>
          <p:cNvPr id="8" name="Picture 8"/>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2413000"/>
            <a:ext cx="355600" cy="355600"/>
          </a:xfrm>
          <a:prstGeom prst="rect">
            <a:avLst/>
          </a:prstGeom>
        </p:spPr>
      </p:pic>
      <p:sp>
        <p:nvSpPr>
          <p:cNvPr id="9" name="AutoShape 9"/>
          <p:cNvSpPr/>
          <p:nvPr/>
        </p:nvSpPr>
        <p:spPr>
          <a:xfrm>
            <a:off x="1524000" y="2413000"/>
            <a:ext cx="4191000" cy="889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8000"/>
              </a:lnSpc>
              <a:defRPr/>
            </a:pPr>
            <a:r>
              <a:rPr lang="en-US" sz="1500" b="1" i="0" u="none" strike="noStrike">
                <a:solidFill>
                  <a:srgbClr val="1F2329"/>
                </a:solidFill>
                <a:latin typeface="Arial" panose="020B0604020202020204"/>
                <a:ea typeface="Arial" panose="020B0604020202020204"/>
                <a:cs typeface="Arial" panose="020B0604020202020204"/>
                <a:sym typeface="Arial" panose="020B0604020202020204"/>
              </a:rPr>
              <a:t>SQLite Database</a:t>
            </a:r>
            <a:endParaRPr lang="zh-CN" altLang="en-US" sz="1100"/>
          </a:p>
          <a:p>
            <a:pPr indent="0" algn="l">
              <a:lnSpc>
                <a:spcPct val="108000"/>
              </a:lnSpc>
            </a:pPr>
            <a:r>
              <a:rPr lang="en-US" altLang="zh-CN" sz="11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The core information for storing structured data, such as notes and to-do items/</a:t>
            </a:r>
            <a:r>
              <a:rPr lang="en-US" sz="11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存储结构化数据，如笔记、待办事项的核心信息。</a:t>
            </a:r>
            <a:endParaRPr lang="en-US" sz="11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429000"/>
            <a:ext cx="355600" cy="355600"/>
          </a:xfrm>
          <a:prstGeom prst="rect">
            <a:avLst/>
          </a:prstGeom>
        </p:spPr>
      </p:pic>
      <p:sp>
        <p:nvSpPr>
          <p:cNvPr id="11" name="AutoShape 11"/>
          <p:cNvSpPr/>
          <p:nvPr/>
        </p:nvSpPr>
        <p:spPr>
          <a:xfrm>
            <a:off x="1524000" y="3429000"/>
            <a:ext cx="4191000" cy="889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8000"/>
              </a:lnSpc>
              <a:defRPr/>
            </a:pPr>
            <a:r>
              <a:rPr lang="en-US" sz="1500" b="1" i="0" u="none" strike="noStrike">
                <a:solidFill>
                  <a:srgbClr val="1F2329"/>
                </a:solidFill>
                <a:latin typeface="Arial" panose="020B0604020202020204"/>
                <a:ea typeface="Arial" panose="020B0604020202020204"/>
                <a:cs typeface="Arial" panose="020B0604020202020204"/>
                <a:sym typeface="Arial" panose="020B0604020202020204"/>
              </a:rPr>
              <a:t>Local File Storage</a:t>
            </a:r>
            <a:endParaRPr lang="en-US" sz="1100"/>
          </a:p>
          <a:p>
            <a:pPr indent="0" algn="l">
              <a:lnSpc>
                <a:spcPct val="108000"/>
              </a:lnSpc>
            </a:pPr>
            <a:r>
              <a:rPr lang="en-US" altLang="zh-CN" sz="11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Store static resource files such as theme images and user avatars/</a:t>
            </a:r>
            <a:r>
              <a:rPr lang="en-US" sz="11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存储主题图片、用户头像等静态资源文件。</a:t>
            </a:r>
            <a:endParaRPr lang="en-US" sz="11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445000"/>
            <a:ext cx="355600" cy="355600"/>
          </a:xfrm>
          <a:prstGeom prst="rect">
            <a:avLst/>
          </a:prstGeom>
        </p:spPr>
      </p:pic>
      <p:sp>
        <p:nvSpPr>
          <p:cNvPr id="13" name="AutoShape 13"/>
          <p:cNvSpPr/>
          <p:nvPr/>
        </p:nvSpPr>
        <p:spPr>
          <a:xfrm>
            <a:off x="1524000" y="4445000"/>
            <a:ext cx="4191000" cy="889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8000"/>
              </a:lnSpc>
              <a:defRPr/>
            </a:pPr>
            <a:r>
              <a:rPr lang="en-US" sz="1500" b="1" i="0" u="none" strike="noStrike">
                <a:solidFill>
                  <a:srgbClr val="1F2329"/>
                </a:solidFill>
                <a:latin typeface="Arial" panose="020B0604020202020204"/>
                <a:ea typeface="Arial" panose="020B0604020202020204"/>
                <a:cs typeface="Arial" panose="020B0604020202020204"/>
                <a:sym typeface="Arial" panose="020B0604020202020204"/>
              </a:rPr>
              <a:t>SharedPreferences</a:t>
            </a:r>
            <a:endParaRPr lang="en-US" sz="1100"/>
          </a:p>
          <a:p>
            <a:pPr indent="0" algn="l">
              <a:lnSpc>
                <a:spcPct val="108000"/>
              </a:lnSpc>
            </a:pPr>
            <a:r>
              <a:rPr lang="en-US" altLang="zh-CN" sz="11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Lightweight storage for saving application configuration items and user personalization settings/</a:t>
            </a:r>
            <a:r>
              <a:rPr lang="en-US" sz="11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轻量级存储，用于保存应用配置项和用户个性化设置。</a:t>
            </a:r>
            <a:endParaRPr lang="en-US" sz="11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nvSpPr>
        <p:spPr>
          <a:xfrm>
            <a:off x="6350000" y="1397000"/>
            <a:ext cx="5080000" cy="4064000"/>
          </a:xfrm>
          <a:prstGeom prst="roundRect">
            <a:avLst>
              <a:gd name="adj" fmla="val 3125"/>
            </a:avLst>
          </a:prstGeom>
          <a:solidFill>
            <a:srgbClr val="FFFFFF">
              <a:alpha val="95000"/>
            </a:srgbClr>
          </a:solidFill>
          <a:ln w="12700" cap="flat" cmpd="sng">
            <a:solidFill>
              <a:srgbClr val="57A4B9">
                <a:alpha val="30000"/>
              </a:srgbClr>
            </a:solidFill>
            <a:prstDash val="solid"/>
            <a:round/>
          </a:ln>
          <a:effectLst>
            <a:outerShdw blurRad="127000" dist="50800" dir="5400000" algn="tl" rotWithShape="0">
              <a:srgbClr val="000000">
                <a:alpha val="10000"/>
              </a:srgbClr>
            </a:outerShdw>
          </a:effectLst>
        </p:spPr>
        <p:txBody>
          <a:bodyPr vert="horz" wrap="square" lIns="63500" tIns="63500" rIns="63500" bIns="63500" rtlCol="0" anchor="ctr"/>
          <a:lstStyle/>
          <a:p>
            <a:pPr algn="ctr">
              <a:defRPr/>
            </a:pPr>
          </a:p>
        </p:txBody>
      </p:sp>
      <p:sp>
        <p:nvSpPr>
          <p:cNvPr id="15" name="AutoShape 15"/>
          <p:cNvSpPr/>
          <p:nvPr/>
        </p:nvSpPr>
        <p:spPr>
          <a:xfrm>
            <a:off x="6604000" y="1587500"/>
            <a:ext cx="4572000" cy="635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57A4B9"/>
                </a:solidFill>
                <a:latin typeface="Arial" panose="020B0604020202020204"/>
                <a:ea typeface="Arial" panose="020B0604020202020204"/>
                <a:cs typeface="Arial" panose="020B0604020202020204"/>
                <a:sym typeface="Arial" panose="020B0604020202020204"/>
              </a:rPr>
              <a:t>Core Data Entities</a:t>
            </a:r>
            <a:endParaRPr lang="en-US" sz="1100"/>
          </a:p>
          <a:p>
            <a:pPr indent="0" algn="l">
              <a:lnSpc>
                <a:spcPct val="125000"/>
              </a:lnSpc>
            </a:pPr>
            <a:r>
              <a:rPr lang="en-US" sz="13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核心数据实体定义</a:t>
            </a:r>
            <a:endParaRPr lang="en-US" sz="13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6" name="Connector 16"/>
          <p:cNvCxnSpPr/>
          <p:nvPr/>
        </p:nvCxnSpPr>
        <p:spPr>
          <a:xfrm rot="-9549">
            <a:off x="6604009" y="2216150"/>
            <a:ext cx="4572000" cy="12700"/>
          </a:xfrm>
          <a:prstGeom prst="line">
            <a:avLst/>
          </a:prstGeom>
          <a:solidFill>
            <a:srgbClr val="DEE0E3">
              <a:alpha val="100000"/>
            </a:srgbClr>
          </a:solidFill>
          <a:ln w="12700" cap="flat" cmpd="sng">
            <a:solidFill>
              <a:srgbClr val="4E9C98">
                <a:alpha val="30000"/>
              </a:srgbClr>
            </a:solidFill>
            <a:prstDash val="solid"/>
            <a:round/>
            <a:headEnd type="none" w="med" len="med"/>
            <a:tailEnd type="none" w="med" len="med"/>
          </a:ln>
        </p:spPr>
      </p:cxnSp>
      <p:pic>
        <p:nvPicPr>
          <p:cNvPr id="17" name="Picture 17"/>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04000" y="2413000"/>
            <a:ext cx="355600" cy="355600"/>
          </a:xfrm>
          <a:prstGeom prst="rect">
            <a:avLst/>
          </a:prstGeom>
        </p:spPr>
      </p:pic>
      <p:sp>
        <p:nvSpPr>
          <p:cNvPr id="18" name="AutoShape 18"/>
          <p:cNvSpPr/>
          <p:nvPr/>
        </p:nvSpPr>
        <p:spPr>
          <a:xfrm>
            <a:off x="7112000" y="2413000"/>
            <a:ext cx="4191000" cy="889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8000"/>
              </a:lnSpc>
              <a:defRPr/>
            </a:pPr>
            <a:r>
              <a:rPr lang="en-US" sz="1500" b="1" i="0" u="none" strike="noStrike">
                <a:solidFill>
                  <a:srgbClr val="1F2329"/>
                </a:solidFill>
                <a:latin typeface="Arial" panose="020B0604020202020204"/>
                <a:ea typeface="Arial" panose="020B0604020202020204"/>
                <a:cs typeface="Arial" panose="020B0604020202020204"/>
                <a:sym typeface="Arial" panose="020B0604020202020204"/>
              </a:rPr>
              <a:t>Note Entity</a:t>
            </a:r>
            <a:endParaRPr lang="en-US" sz="1100"/>
          </a:p>
          <a:p>
            <a:pPr indent="0" algn="l">
              <a:lnSpc>
                <a:spcPct val="108000"/>
              </a:lnSpc>
            </a:pPr>
            <a:r>
              <a:rPr lang="en-US" altLang="zh-CN" sz="11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Represents an independent note, containing attributes such as body text, creation/modification time, and rich text formatting/</a:t>
            </a:r>
            <a:r>
              <a:rPr lang="en-US" sz="11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代表一条独立的笔记，包含正文、创建/修改时间、富文本格式等属性。</a:t>
            </a:r>
            <a:endParaRPr lang="en-US" sz="11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9" name="Picture 19"/>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604000" y="3429000"/>
            <a:ext cx="355600" cy="355600"/>
          </a:xfrm>
          <a:prstGeom prst="rect">
            <a:avLst/>
          </a:prstGeom>
        </p:spPr>
      </p:pic>
      <p:sp>
        <p:nvSpPr>
          <p:cNvPr id="20" name="AutoShape 20"/>
          <p:cNvSpPr/>
          <p:nvPr/>
        </p:nvSpPr>
        <p:spPr>
          <a:xfrm>
            <a:off x="7112000" y="3429000"/>
            <a:ext cx="4191000" cy="889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8000"/>
              </a:lnSpc>
              <a:defRPr/>
            </a:pPr>
            <a:r>
              <a:rPr lang="en-US" sz="1500" b="1" i="0" u="none" strike="noStrike">
                <a:solidFill>
                  <a:srgbClr val="1F2329"/>
                </a:solidFill>
                <a:latin typeface="Arial" panose="020B0604020202020204"/>
                <a:ea typeface="Arial" panose="020B0604020202020204"/>
                <a:cs typeface="Arial" panose="020B0604020202020204"/>
                <a:sym typeface="Arial" panose="020B0604020202020204"/>
              </a:rPr>
              <a:t>Todo Entity</a:t>
            </a:r>
            <a:endParaRPr lang="en-US" sz="1100"/>
          </a:p>
          <a:p>
            <a:pPr indent="0" algn="l">
              <a:lnSpc>
                <a:spcPct val="108000"/>
              </a:lnSpc>
            </a:pPr>
            <a:r>
              <a:rPr lang="en-US" altLang="zh-CN" sz="11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Model a task, containing core fields such as title, completion status, and due date/</a:t>
            </a:r>
            <a:r>
              <a:rPr lang="en-US" sz="11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对任务进行建模，包含标题、完成状态、截止日期等核心字段。</a:t>
            </a:r>
            <a:endParaRPr lang="en-US" sz="11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1" name="Picture 21"/>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604000" y="4445000"/>
            <a:ext cx="355600" cy="355600"/>
          </a:xfrm>
          <a:prstGeom prst="rect">
            <a:avLst/>
          </a:prstGeom>
        </p:spPr>
      </p:pic>
      <p:sp>
        <p:nvSpPr>
          <p:cNvPr id="22" name="AutoShape 22"/>
          <p:cNvSpPr/>
          <p:nvPr/>
        </p:nvSpPr>
        <p:spPr>
          <a:xfrm>
            <a:off x="7112000" y="4445000"/>
            <a:ext cx="4191000" cy="889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8000"/>
              </a:lnSpc>
              <a:defRPr/>
            </a:pPr>
            <a:r>
              <a:rPr lang="en-US" sz="1500" b="1" i="0" u="none" strike="noStrike">
                <a:solidFill>
                  <a:srgbClr val="1F2329"/>
                </a:solidFill>
                <a:latin typeface="Arial" panose="020B0604020202020204"/>
                <a:ea typeface="Arial" panose="020B0604020202020204"/>
                <a:cs typeface="Arial" panose="020B0604020202020204"/>
                <a:sym typeface="Arial" panose="020B0604020202020204"/>
              </a:rPr>
              <a:t>Category Entity</a:t>
            </a:r>
            <a:endParaRPr lang="en-US" sz="1100"/>
          </a:p>
          <a:p>
            <a:pPr indent="0" algn="l">
              <a:lnSpc>
                <a:spcPct val="108000"/>
              </a:lnSpc>
            </a:pPr>
            <a:r>
              <a:rPr lang="en-US" altLang="zh-CN" sz="11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Acts as an organizational unit to logically group and manage related notes and to-do items/</a:t>
            </a:r>
            <a:r>
              <a:rPr lang="en-US" sz="11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作为组织单元，将相关联的笔记和待办事项进行逻辑分组管理。</a:t>
            </a:r>
            <a:endParaRPr lang="en-US" sz="11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3" name="AutoShape 23"/>
          <p:cNvSpPr/>
          <p:nvPr/>
        </p:nvSpPr>
        <p:spPr>
          <a:xfrm>
            <a:off x="762000" y="5715000"/>
            <a:ext cx="10668000" cy="508000"/>
          </a:xfrm>
          <a:prstGeom prst="roundRect">
            <a:avLst>
              <a:gd name="adj" fmla="val 25000"/>
            </a:avLst>
          </a:prstGeom>
          <a:solidFill>
            <a:srgbClr val="57A4B9">
              <a:alpha val="1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762000" y="5816600"/>
            <a:ext cx="10668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57A4B9"/>
                </a:solidFill>
                <a:latin typeface="Arial" panose="020B0604020202020204"/>
                <a:ea typeface="Arial" panose="020B0604020202020204"/>
                <a:cs typeface="Arial" panose="020B0604020202020204"/>
                <a:sym typeface="Arial" panose="020B0604020202020204"/>
              </a:rPr>
              <a:t>Offline-First Strategy: Ensuring Data Integrity &amp; Performance ｜ 离线优先策略：确保数据完整性与极致性能</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EF5EB">
            <a:alpha val="100000"/>
          </a:srgbClr>
        </a:solidFill>
        <a:effectLst/>
      </p:bgPr>
    </p:bg>
    <p:spTree>
      <p:nvGrpSpPr>
        <p:cNvPr id="1" name=""/>
        <p:cNvGrpSpPr/>
        <p:nvPr/>
      </p:nvGrpSpPr>
      <p:grpSpPr>
        <a:xfrm>
          <a:off x="0" y="0"/>
          <a:ext cx="0" cy="0"/>
          <a:chOff x="0" y="0"/>
          <a:chExt cx="0" cy="0"/>
        </a:xfrm>
      </p:grpSpPr>
      <p:sp>
        <p:nvSpPr>
          <p:cNvPr id="2" name="Freeform 2"/>
          <p:cNvSpPr/>
          <p:nvPr/>
        </p:nvSpPr>
        <p:spPr>
          <a:xfrm>
            <a:off x="0" y="3733800"/>
            <a:ext cx="4420057" cy="3123705"/>
          </a:xfrm>
          <a:custGeom>
            <a:avLst/>
            <a:gdLst/>
            <a:ahLst/>
            <a:cxnLst/>
            <a:rect l="l" t="t" r="r" b="b"/>
            <a:pathLst>
              <a:path w="4420057" h="3123705">
                <a:moveTo>
                  <a:pt x="4420057" y="3123705"/>
                </a:moveTo>
                <a:lnTo>
                  <a:pt x="0" y="3123705"/>
                </a:lnTo>
                <a:lnTo>
                  <a:pt x="0" y="149468"/>
                </a:lnTo>
                <a:cubicBezTo>
                  <a:pt x="317679" y="52288"/>
                  <a:pt x="654966" y="0"/>
                  <a:pt x="1004466" y="0"/>
                </a:cubicBezTo>
                <a:cubicBezTo>
                  <a:pt x="2795359" y="0"/>
                  <a:pt x="4265600" y="1372934"/>
                  <a:pt x="4420057" y="3123705"/>
                </a:cubicBezTo>
              </a:path>
            </a:pathLst>
          </a:custGeom>
          <a:solidFill>
            <a:srgbClr val="F29D38">
              <a:alpha val="2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rot="1620000">
            <a:off x="2159000" y="3822700"/>
            <a:ext cx="1930400" cy="2260600"/>
          </a:xfrm>
          <a:prstGeom prst="roundRect">
            <a:avLst>
              <a:gd name="adj" fmla="val 0"/>
            </a:avLst>
          </a:prstGeom>
          <a:solidFill>
            <a:srgbClr val="91C8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rot="1620000">
            <a:off x="2247900" y="3467100"/>
            <a:ext cx="406400" cy="2260600"/>
          </a:xfrm>
          <a:prstGeom prst="roundRect">
            <a:avLst>
              <a:gd name="adj" fmla="val 0"/>
            </a:avLst>
          </a:prstGeom>
          <a:solidFill>
            <a:srgbClr val="285460">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rot="1620000">
            <a:off x="3009900" y="4394200"/>
            <a:ext cx="965200" cy="533400"/>
          </a:xfrm>
          <a:prstGeom prst="roundRect">
            <a:avLst>
              <a:gd name="adj" fmla="val 14285"/>
            </a:avLst>
          </a:prstGeom>
          <a:solidFill>
            <a:srgbClr val="FFFFFF">
              <a:alpha val="80000"/>
            </a:srgbClr>
          </a:solidFill>
          <a:ln w="25400" cap="flat" cmpd="sng">
            <a:noFill/>
            <a:prstDash val="solid"/>
            <a:round/>
          </a:ln>
        </p:spPr>
        <p:txBody>
          <a:bodyPr vert="horz" wrap="square" lIns="63500" tIns="63500" rIns="63500" bIns="63500" rtlCol="0" anchor="ctr"/>
          <a:lstStyle/>
          <a:p>
            <a:pPr algn="ctr">
              <a:defRPr/>
            </a:pPr>
          </a:p>
        </p:txBody>
      </p:sp>
      <p:sp>
        <p:nvSpPr>
          <p:cNvPr id="6" name="Freeform 6"/>
          <p:cNvSpPr/>
          <p:nvPr/>
        </p:nvSpPr>
        <p:spPr>
          <a:xfrm>
            <a:off x="0" y="5337922"/>
            <a:ext cx="1031820" cy="1101104"/>
          </a:xfrm>
          <a:custGeom>
            <a:avLst/>
            <a:gdLst/>
            <a:ahLst/>
            <a:cxnLst/>
            <a:rect l="l" t="t" r="r" b="b"/>
            <a:pathLst>
              <a:path w="1031820" h="1101104">
                <a:moveTo>
                  <a:pt x="0" y="910045"/>
                </a:moveTo>
                <a:lnTo>
                  <a:pt x="724351" y="1097218"/>
                </a:lnTo>
                <a:cubicBezTo>
                  <a:pt x="739388" y="1101104"/>
                  <a:pt x="754728" y="1092064"/>
                  <a:pt x="758613" y="1077027"/>
                </a:cubicBezTo>
                <a:lnTo>
                  <a:pt x="1025543" y="44023"/>
                </a:lnTo>
                <a:cubicBezTo>
                  <a:pt x="1031820" y="19729"/>
                  <a:pt x="1005549" y="0"/>
                  <a:pt x="983969" y="12803"/>
                </a:cubicBezTo>
                <a:lnTo>
                  <a:pt x="0" y="596507"/>
                </a:lnTo>
                <a:lnTo>
                  <a:pt x="0" y="910045"/>
                </a:lnTo>
                <a:moveTo>
                  <a:pt x="595598" y="833345"/>
                </a:moveTo>
                <a:lnTo>
                  <a:pt x="697539" y="438841"/>
                </a:lnTo>
                <a:lnTo>
                  <a:pt x="201093" y="731404"/>
                </a:lnTo>
                <a:lnTo>
                  <a:pt x="595598" y="833345"/>
                </a:lnTo>
              </a:path>
            </a:pathLst>
          </a:custGeom>
          <a:solidFill>
            <a:srgbClr val="F05F42">
              <a:alpha val="69000"/>
            </a:srgbClr>
          </a:soli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0" y="5867400"/>
            <a:ext cx="898992" cy="567948"/>
          </a:xfrm>
          <a:custGeom>
            <a:avLst/>
            <a:gdLst/>
            <a:ahLst/>
            <a:cxnLst/>
            <a:rect l="l" t="t" r="r" b="b"/>
            <a:pathLst>
              <a:path w="898992" h="567948">
                <a:moveTo>
                  <a:pt x="0" y="376094"/>
                </a:moveTo>
                <a:lnTo>
                  <a:pt x="0" y="258944"/>
                </a:lnTo>
                <a:lnTo>
                  <a:pt x="207908" y="199059"/>
                </a:lnTo>
                <a:lnTo>
                  <a:pt x="595520" y="299747"/>
                </a:lnTo>
                <a:lnTo>
                  <a:pt x="655149" y="69745"/>
                </a:lnTo>
                <a:lnTo>
                  <a:pt x="898992" y="0"/>
                </a:lnTo>
                <a:lnTo>
                  <a:pt x="761064" y="538674"/>
                </a:lnTo>
                <a:cubicBezTo>
                  <a:pt x="756383" y="556952"/>
                  <a:pt x="737739" y="567948"/>
                  <a:pt x="719479" y="563199"/>
                </a:cubicBezTo>
                <a:lnTo>
                  <a:pt x="0" y="376094"/>
                </a:lnTo>
              </a:path>
            </a:pathLst>
          </a:custGeom>
          <a:solidFill>
            <a:srgbClr val="000000">
              <a:alpha val="1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11696700" y="812800"/>
            <a:ext cx="495300" cy="1008140"/>
          </a:xfrm>
          <a:custGeom>
            <a:avLst/>
            <a:gdLst/>
            <a:ahLst/>
            <a:cxnLst/>
            <a:rect l="l" t="t" r="r" b="b"/>
            <a:pathLst>
              <a:path w="495300" h="1008140">
                <a:moveTo>
                  <a:pt x="495300" y="0"/>
                </a:moveTo>
                <a:lnTo>
                  <a:pt x="495300" y="1008140"/>
                </a:lnTo>
                <a:cubicBezTo>
                  <a:pt x="220948" y="1003417"/>
                  <a:pt x="0" y="779544"/>
                  <a:pt x="0" y="504076"/>
                </a:cubicBezTo>
                <a:cubicBezTo>
                  <a:pt x="0" y="228596"/>
                  <a:pt x="220948" y="4723"/>
                  <a:pt x="495300" y="0"/>
                </a:cubicBezTo>
              </a:path>
            </a:pathLst>
          </a:custGeom>
          <a:solidFill>
            <a:srgbClr val="91C8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5943512" y="0"/>
            <a:ext cx="95247" cy="533545"/>
          </a:xfrm>
          <a:custGeom>
            <a:avLst/>
            <a:gdLst/>
            <a:ahLst/>
            <a:cxnLst/>
            <a:rect l="l" t="t" r="r" b="b"/>
            <a:pathLst>
              <a:path w="95247" h="533545">
                <a:moveTo>
                  <a:pt x="58565" y="0"/>
                </a:moveTo>
                <a:cubicBezTo>
                  <a:pt x="58461" y="17565"/>
                  <a:pt x="58349" y="34836"/>
                  <a:pt x="58229" y="51788"/>
                </a:cubicBezTo>
                <a:cubicBezTo>
                  <a:pt x="57221" y="194848"/>
                  <a:pt x="55708" y="315283"/>
                  <a:pt x="54447" y="399953"/>
                </a:cubicBezTo>
                <a:cubicBezTo>
                  <a:pt x="53817" y="442289"/>
                  <a:pt x="53250" y="475684"/>
                  <a:pt x="52840" y="498495"/>
                </a:cubicBezTo>
                <a:cubicBezTo>
                  <a:pt x="52750" y="503498"/>
                  <a:pt x="52669" y="507990"/>
                  <a:pt x="52594" y="511957"/>
                </a:cubicBezTo>
                <a:cubicBezTo>
                  <a:pt x="52500" y="517037"/>
                  <a:pt x="52420" y="521254"/>
                  <a:pt x="52356" y="524572"/>
                </a:cubicBezTo>
                <a:lnTo>
                  <a:pt x="52224" y="531274"/>
                </a:lnTo>
                <a:lnTo>
                  <a:pt x="52190" y="532972"/>
                </a:lnTo>
                <a:lnTo>
                  <a:pt x="52181" y="533400"/>
                </a:lnTo>
                <a:lnTo>
                  <a:pt x="52180" y="533508"/>
                </a:lnTo>
                <a:lnTo>
                  <a:pt x="52178" y="533535"/>
                </a:lnTo>
                <a:cubicBezTo>
                  <a:pt x="52178" y="533541"/>
                  <a:pt x="52178" y="533545"/>
                  <a:pt x="45183" y="533400"/>
                </a:cubicBezTo>
                <a:cubicBezTo>
                  <a:pt x="0" y="533255"/>
                  <a:pt x="0" y="533253"/>
                  <a:pt x="95248" y="533246"/>
                </a:cubicBezTo>
                <a:lnTo>
                  <a:pt x="77516" y="533221"/>
                </a:lnTo>
                <a:lnTo>
                  <a:pt x="38191" y="533114"/>
                </a:lnTo>
                <a:lnTo>
                  <a:pt x="38199" y="532688"/>
                </a:lnTo>
                <a:lnTo>
                  <a:pt x="38232" y="530993"/>
                </a:lnTo>
                <a:lnTo>
                  <a:pt x="38365" y="524302"/>
                </a:lnTo>
                <a:cubicBezTo>
                  <a:pt x="38479" y="518399"/>
                  <a:pt x="38644" y="509645"/>
                  <a:pt x="38848" y="498244"/>
                </a:cubicBezTo>
                <a:cubicBezTo>
                  <a:pt x="39259" y="475445"/>
                  <a:pt x="39825" y="442064"/>
                  <a:pt x="40456" y="399745"/>
                </a:cubicBezTo>
                <a:cubicBezTo>
                  <a:pt x="41716" y="315105"/>
                  <a:pt x="43229" y="194708"/>
                  <a:pt x="44236" y="51690"/>
                </a:cubicBezTo>
                <a:cubicBezTo>
                  <a:pt x="44355" y="34769"/>
                  <a:pt x="44467" y="17532"/>
                  <a:pt x="44571" y="0"/>
                </a:cubicBezTo>
                <a:lnTo>
                  <a:pt x="58565" y="0"/>
                </a:lnTo>
              </a:path>
            </a:pathLst>
          </a:custGeom>
          <a:solidFill>
            <a:srgbClr val="8C5009">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5613400" y="1333500"/>
            <a:ext cx="736600" cy="736600"/>
          </a:xfrm>
          <a:custGeom>
            <a:avLst/>
            <a:gdLst/>
            <a:ahLst/>
            <a:cxnLst/>
            <a:rect l="l" t="t" r="r" b="b"/>
            <a:pathLst>
              <a:path w="736600" h="736600">
                <a:moveTo>
                  <a:pt x="372387" y="0"/>
                </a:moveTo>
                <a:cubicBezTo>
                  <a:pt x="578053" y="0"/>
                  <a:pt x="736600" y="166721"/>
                  <a:pt x="736600" y="372387"/>
                </a:cubicBezTo>
                <a:cubicBezTo>
                  <a:pt x="736600" y="578053"/>
                  <a:pt x="578053" y="736600"/>
                  <a:pt x="372387" y="736600"/>
                </a:cubicBezTo>
                <a:cubicBezTo>
                  <a:pt x="166721" y="736600"/>
                  <a:pt x="0" y="578053"/>
                  <a:pt x="0" y="372387"/>
                </a:cubicBezTo>
                <a:cubicBezTo>
                  <a:pt x="0" y="166721"/>
                  <a:pt x="166721" y="0"/>
                  <a:pt x="372387" y="0"/>
                </a:cubicBezTo>
              </a:path>
            </a:pathLst>
          </a:custGeom>
          <a:solidFill>
            <a:srgbClr val="F29D38">
              <a:alpha val="8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5016500" y="482600"/>
            <a:ext cx="1930400" cy="1308100"/>
          </a:xfrm>
          <a:custGeom>
            <a:avLst/>
            <a:gdLst/>
            <a:ahLst/>
            <a:cxnLst/>
            <a:rect l="l" t="t" r="r" b="b"/>
            <a:pathLst>
              <a:path w="1930400" h="1308100">
                <a:moveTo>
                  <a:pt x="969258" y="0"/>
                </a:moveTo>
                <a:cubicBezTo>
                  <a:pt x="1504569" y="0"/>
                  <a:pt x="1930400" y="436902"/>
                  <a:pt x="1930400" y="975855"/>
                </a:cubicBezTo>
                <a:cubicBezTo>
                  <a:pt x="1930400" y="1093112"/>
                  <a:pt x="1912366" y="1308100"/>
                  <a:pt x="1912366" y="1308100"/>
                </a:cubicBezTo>
                <a:lnTo>
                  <a:pt x="27048" y="1308100"/>
                </a:lnTo>
                <a:cubicBezTo>
                  <a:pt x="27048" y="1308100"/>
                  <a:pt x="0" y="1099712"/>
                  <a:pt x="0" y="975855"/>
                </a:cubicBezTo>
                <a:cubicBezTo>
                  <a:pt x="0" y="436902"/>
                  <a:pt x="433948" y="0"/>
                  <a:pt x="969258" y="0"/>
                </a:cubicBezTo>
              </a:path>
            </a:pathLst>
          </a:custGeom>
          <a:solidFill>
            <a:srgbClr val="F8C77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5715000" y="660400"/>
            <a:ext cx="1231900" cy="1130300"/>
          </a:xfrm>
          <a:custGeom>
            <a:avLst/>
            <a:gdLst/>
            <a:ahLst/>
            <a:cxnLst/>
            <a:rect l="l" t="t" r="r" b="b"/>
            <a:pathLst>
              <a:path w="1231900" h="1130300">
                <a:moveTo>
                  <a:pt x="831150" y="0"/>
                </a:moveTo>
                <a:cubicBezTo>
                  <a:pt x="831150" y="0"/>
                  <a:pt x="890158" y="42222"/>
                  <a:pt x="913178" y="62851"/>
                </a:cubicBezTo>
                <a:cubicBezTo>
                  <a:pt x="1109698" y="246113"/>
                  <a:pt x="1231900" y="505017"/>
                  <a:pt x="1231900" y="797592"/>
                </a:cubicBezTo>
                <a:cubicBezTo>
                  <a:pt x="1231900" y="915333"/>
                  <a:pt x="1213030" y="1130300"/>
                  <a:pt x="1213030" y="1130300"/>
                </a:cubicBezTo>
                <a:lnTo>
                  <a:pt x="0" y="1130300"/>
                </a:lnTo>
                <a:cubicBezTo>
                  <a:pt x="0" y="1130300"/>
                  <a:pt x="387838" y="1096127"/>
                  <a:pt x="701760" y="683650"/>
                </a:cubicBezTo>
                <a:cubicBezTo>
                  <a:pt x="973642" y="345745"/>
                  <a:pt x="831150" y="0"/>
                  <a:pt x="831150" y="0"/>
                </a:cubicBezTo>
              </a:path>
            </a:pathLst>
          </a:custGeom>
          <a:solidFill>
            <a:srgbClr val="000000">
              <a:alpha val="5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762000" y="1143000"/>
            <a:ext cx="3556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5600" b="1" i="0" u="none" strike="noStrike">
                <a:solidFill>
                  <a:srgbClr val="285460"/>
                </a:solidFill>
                <a:latin typeface="微软雅黑" panose="020B0503020204020204" charset="-122"/>
                <a:ea typeface="微软雅黑" panose="020B0503020204020204" charset="-122"/>
                <a:cs typeface="微软雅黑" panose="020B0503020204020204" charset="-122"/>
                <a:sym typeface="微软雅黑" panose="020B0503020204020204" charset="-122"/>
              </a:rPr>
              <a:t>PROJECT</a:t>
            </a:r>
            <a:endParaRPr lang="en-US" sz="1100"/>
          </a:p>
        </p:txBody>
      </p:sp>
      <p:sp>
        <p:nvSpPr>
          <p:cNvPr id="14" name="AutoShape 14"/>
          <p:cNvSpPr/>
          <p:nvPr/>
        </p:nvSpPr>
        <p:spPr>
          <a:xfrm>
            <a:off x="762000" y="2413000"/>
            <a:ext cx="3556000" cy="165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0000" b="1" i="0" u="none" strike="noStrike">
                <a:solidFill>
                  <a:srgbClr val="F29D38"/>
                </a:solidFill>
                <a:latin typeface="微软雅黑" panose="020B0503020204020204" charset="-122"/>
                <a:ea typeface="微软雅黑" panose="020B0503020204020204" charset="-122"/>
                <a:cs typeface="微软雅黑" panose="020B0503020204020204" charset="-122"/>
                <a:sym typeface="微软雅黑" panose="020B0503020204020204" charset="-122"/>
              </a:rPr>
              <a:t>03</a:t>
            </a:r>
            <a:endParaRPr lang="en-US" sz="1100"/>
          </a:p>
        </p:txBody>
      </p:sp>
      <p:sp>
        <p:nvSpPr>
          <p:cNvPr id="15" name="AutoShape 15"/>
          <p:cNvSpPr/>
          <p:nvPr/>
        </p:nvSpPr>
        <p:spPr>
          <a:xfrm>
            <a:off x="762000" y="4191000"/>
            <a:ext cx="355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969696"/>
                </a:solidFill>
                <a:latin typeface="Arial" panose="020B0604020202020204"/>
                <a:ea typeface="Arial" panose="020B0604020202020204"/>
                <a:cs typeface="Arial" panose="020B0604020202020204"/>
                <a:sym typeface="Arial" panose="020B0604020202020204"/>
              </a:rPr>
              <a:t>INITIAL STAGE</a:t>
            </a:r>
            <a:endParaRPr lang="en-US" sz="1100"/>
          </a:p>
        </p:txBody>
      </p:sp>
      <p:sp>
        <p:nvSpPr>
          <p:cNvPr id="16" name="AutoShape 16"/>
          <p:cNvSpPr/>
          <p:nvPr/>
        </p:nvSpPr>
        <p:spPr>
          <a:xfrm>
            <a:off x="4699000" y="2286000"/>
            <a:ext cx="76200" cy="1905000"/>
          </a:xfrm>
          <a:prstGeom prst="roundRect">
            <a:avLst>
              <a:gd name="adj" fmla="val 0"/>
            </a:avLst>
          </a:prstGeom>
          <a:solidFill>
            <a:srgbClr val="91C8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4883150" y="2160270"/>
            <a:ext cx="6483350" cy="126873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3600" spc="400">
              <a:solidFill>
                <a:srgbClr val="595959"/>
              </a:solidFill>
              <a:latin typeface="微软雅黑" panose="020B0503020204020204" charset="-122"/>
              <a:ea typeface="微软雅黑" panose="020B0503020204020204" charset="-122"/>
              <a:sym typeface="Arial" panose="020B0604020202020204"/>
            </a:endParaRPr>
          </a:p>
          <a:p>
            <a:pPr indent="0" algn="ctr">
              <a:lnSpc>
                <a:spcPct val="125000"/>
              </a:lnSpc>
              <a:defRPr/>
            </a:pPr>
            <a:r>
              <a:rPr lang="en-US" sz="3600" spc="400">
                <a:solidFill>
                  <a:srgbClr val="595959"/>
                </a:solidFill>
                <a:latin typeface="微软雅黑" panose="020B0503020204020204" charset="-122"/>
                <a:ea typeface="微软雅黑" panose="020B0503020204020204" charset="-122"/>
                <a:sym typeface="Arial" panose="020B0604020202020204"/>
              </a:rPr>
              <a:t>SUMMARY &amp;OUTLOOK</a:t>
            </a:r>
            <a:endParaRPr lang="en-US" sz="3600" i="0" u="none" strike="noStrike" spc="400">
              <a:solidFill>
                <a:srgbClr val="595959"/>
              </a:solidFill>
              <a:latin typeface="微软雅黑" panose="020B0503020204020204" charset="-122"/>
              <a:ea typeface="微软雅黑" panose="020B0503020204020204" charset="-122"/>
              <a:cs typeface="Arial" panose="020B0604020202020204"/>
              <a:sym typeface="Arial" panose="020B0604020202020204"/>
            </a:endParaRPr>
          </a:p>
          <a:p>
            <a:pPr indent="0" algn="l">
              <a:lnSpc>
                <a:spcPct val="100000"/>
              </a:lnSpc>
              <a:defRPr/>
            </a:pPr>
            <a:endParaRPr lang="en-US" sz="3600">
              <a:latin typeface="微软雅黑" panose="020B0503020204020204" charset="-122"/>
              <a:ea typeface="微软雅黑" panose="020B0503020204020204" charset="-122"/>
            </a:endParaRPr>
          </a:p>
        </p:txBody>
      </p:sp>
      <p:sp>
        <p:nvSpPr>
          <p:cNvPr id="18" name="AutoShape 18"/>
          <p:cNvSpPr/>
          <p:nvPr/>
        </p:nvSpPr>
        <p:spPr>
          <a:xfrm>
            <a:off x="5016500" y="3556000"/>
            <a:ext cx="6350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3600">
                <a:ea typeface="宋体" panose="02010600030101010101" pitchFamily="2" charset="-122"/>
              </a:rPr>
              <a:t>总结与展望</a:t>
            </a:r>
            <a:endParaRPr lang="zh-CN" altLang="en-US" sz="3600">
              <a:ea typeface="宋体" panose="02010600030101010101" pitchFamily="2" charset="-122"/>
            </a:endParaRPr>
          </a:p>
        </p:txBody>
      </p:sp>
      <p:sp>
        <p:nvSpPr>
          <p:cNvPr id="19" name="AutoShape 19"/>
          <p:cNvSpPr/>
          <p:nvPr/>
        </p:nvSpPr>
        <p:spPr>
          <a:xfrm>
            <a:off x="5016500" y="4445000"/>
            <a:ext cx="6096000" cy="762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300" b="0" i="0" u="none" strike="noStrike">
                <a:solidFill>
                  <a:srgbClr val="80808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EF5EB">
            <a:alpha val="100000"/>
          </a:srgbClr>
        </a:solidFill>
        <a:effectLst/>
      </p:bgPr>
    </p:bg>
    <p:spTree>
      <p:nvGrpSpPr>
        <p:cNvPr id="1" name=""/>
        <p:cNvGrpSpPr/>
        <p:nvPr/>
      </p:nvGrpSpPr>
      <p:grpSpPr>
        <a:xfrm>
          <a:off x="0" y="0"/>
          <a:ext cx="0" cy="0"/>
          <a:chOff x="0" y="0"/>
          <a:chExt cx="0" cy="0"/>
        </a:xfrm>
      </p:grpSpPr>
      <p:sp>
        <p:nvSpPr>
          <p:cNvPr id="2" name="Freeform 2"/>
          <p:cNvSpPr/>
          <p:nvPr/>
        </p:nvSpPr>
        <p:spPr>
          <a:xfrm>
            <a:off x="0" y="0"/>
            <a:ext cx="1352004" cy="723845"/>
          </a:xfrm>
          <a:custGeom>
            <a:avLst/>
            <a:gdLst/>
            <a:ahLst/>
            <a:cxnLst/>
            <a:rect l="l" t="t" r="r" b="b"/>
            <a:pathLst>
              <a:path w="1352004" h="723845">
                <a:moveTo>
                  <a:pt x="1352004" y="0"/>
                </a:moveTo>
                <a:lnTo>
                  <a:pt x="0" y="0"/>
                </a:lnTo>
                <a:lnTo>
                  <a:pt x="0" y="665932"/>
                </a:lnTo>
                <a:cubicBezTo>
                  <a:pt x="112118" y="703563"/>
                  <a:pt x="232852" y="723845"/>
                  <a:pt x="358658" y="723845"/>
                </a:cubicBezTo>
                <a:cubicBezTo>
                  <a:pt x="839042" y="723845"/>
                  <a:pt x="1224599" y="428121"/>
                  <a:pt x="1352004" y="0"/>
                </a:cubicBezTo>
              </a:path>
            </a:pathLst>
          </a:custGeom>
          <a:solidFill>
            <a:srgbClr val="F29D38">
              <a:alpha val="20000"/>
            </a:srgbClr>
          </a:solidFill>
          <a:ln w="25400" cap="flat" cmpd="sng">
            <a:noFill/>
            <a:prstDash val="solid"/>
            <a:round/>
          </a:ln>
        </p:spPr>
        <p:txBody>
          <a:bodyPr vert="horz" wrap="square" lIns="63500" tIns="63500" rIns="63500" bIns="63500" rtlCol="0" anchor="ctr"/>
          <a:lstStyle/>
          <a:p>
            <a:pPr algn="ctr">
              <a:defRPr/>
            </a:pPr>
          </a:p>
        </p:txBody>
      </p:sp>
      <p:sp>
        <p:nvSpPr>
          <p:cNvPr id="3" name="Freeform 3"/>
          <p:cNvSpPr/>
          <p:nvPr/>
        </p:nvSpPr>
        <p:spPr>
          <a:xfrm>
            <a:off x="9664700" y="5321300"/>
            <a:ext cx="2533256" cy="1536700"/>
          </a:xfrm>
          <a:custGeom>
            <a:avLst/>
            <a:gdLst/>
            <a:ahLst/>
            <a:cxnLst/>
            <a:rect l="l" t="t" r="r" b="b"/>
            <a:pathLst>
              <a:path w="2533256" h="1536700">
                <a:moveTo>
                  <a:pt x="2533256" y="11605"/>
                </a:moveTo>
                <a:lnTo>
                  <a:pt x="2533256" y="1536700"/>
                </a:lnTo>
                <a:lnTo>
                  <a:pt x="0" y="1536700"/>
                </a:lnTo>
                <a:cubicBezTo>
                  <a:pt x="370125" y="635006"/>
                  <a:pt x="1256883" y="0"/>
                  <a:pt x="2291956" y="0"/>
                </a:cubicBezTo>
                <a:cubicBezTo>
                  <a:pt x="2373363" y="0"/>
                  <a:pt x="2453856" y="3928"/>
                  <a:pt x="2533256" y="11605"/>
                </a:cubicBezTo>
              </a:path>
            </a:pathLst>
          </a:custGeom>
          <a:solidFill>
            <a:srgbClr val="F29D38">
              <a:alpha val="2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698500" y="381000"/>
            <a:ext cx="10795000" cy="1016000"/>
          </a:xfrm>
          <a:prstGeom prst="rect">
            <a:avLst/>
          </a:prstGeom>
          <a:noFill/>
          <a:ln w="12700" cap="flat" cmpd="sng">
            <a:noFill/>
            <a:prstDash val="solid"/>
            <a:round/>
          </a:ln>
        </p:spPr>
        <p:txBody>
          <a:bodyPr vert="horz" wrap="square" lIns="0" tIns="0" rIns="0" bIns="0" rtlCol="0" anchor="ctr" anchorCtr="0"/>
          <a:lstStyle/>
          <a:p>
            <a:pPr indent="0" algn="l">
              <a:lnSpc>
                <a:spcPct val="92000"/>
              </a:lnSpc>
              <a:defRPr/>
            </a:pPr>
            <a:r>
              <a:rPr lang="en-US" sz="3200" b="1" i="0" u="none" strike="noStrike">
                <a:solidFill>
                  <a:srgbClr val="000000"/>
                </a:solidFill>
                <a:latin typeface="Arial" panose="020B0604020202020204"/>
                <a:ea typeface="Arial" panose="020B0604020202020204"/>
                <a:cs typeface="Arial" panose="020B0604020202020204"/>
                <a:sym typeface="Arial" panose="020B0604020202020204"/>
              </a:rPr>
              <a:t>Achievements</a:t>
            </a:r>
            <a:endParaRPr lang="en-US" sz="1100"/>
          </a:p>
          <a:p>
            <a:pPr indent="0" algn="l">
              <a:lnSpc>
                <a:spcPct val="92000"/>
              </a:lnSpc>
            </a:pPr>
            <a:r>
              <a:rPr lang="en-US" sz="20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项目成果回顾</a:t>
            </a:r>
            <a:endParaRPr lang="en-US" sz="20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 name="AutoShape 5"/>
          <p:cNvSpPr/>
          <p:nvPr>
            <p:custDataLst>
              <p:tags r:id="rId1"/>
            </p:custDataLst>
          </p:nvPr>
        </p:nvSpPr>
        <p:spPr>
          <a:xfrm>
            <a:off x="762000" y="1651000"/>
            <a:ext cx="3302000" cy="4064000"/>
          </a:xfrm>
          <a:prstGeom prst="roundRect">
            <a:avLst>
              <a:gd name="adj" fmla="val 4615"/>
            </a:avLst>
          </a:prstGeom>
          <a:solidFill>
            <a:srgbClr val="FFFFFF">
              <a:alpha val="100000"/>
            </a:srgbClr>
          </a:solidFill>
          <a:ln w="25400" cap="flat" cmpd="sng">
            <a:noFill/>
            <a:prstDash val="solid"/>
            <a:round/>
          </a:ln>
          <a:effectLst>
            <a:outerShdw blurRad="203200" dist="76200" dir="5400000" algn="tl" rotWithShape="0">
              <a:srgbClr val="000000">
                <a:alpha val="8000"/>
              </a:srgbClr>
            </a:outerShdw>
          </a:effectLst>
        </p:spPr>
        <p:txBody>
          <a:bodyPr vert="horz" wrap="square" lIns="63500" tIns="63500" rIns="63500" bIns="63500" rtlCol="0" anchor="ctr"/>
          <a:lstStyle/>
          <a:p>
            <a:pPr algn="ctr">
              <a:defRPr/>
            </a:pPr>
          </a:p>
        </p:txBody>
      </p:sp>
      <p:pic>
        <p:nvPicPr>
          <p:cNvPr id="6" name="Picture 6"/>
          <p:cNvPicPr>
            <a:picLocks noChangeAspect="1"/>
          </p:cNvPicPr>
          <p:nvPr>
            <p:custDataLst>
              <p:tags r:id="rId2"/>
            </p:custDataLst>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1905000"/>
            <a:ext cx="508000" cy="508000"/>
          </a:xfrm>
          <a:prstGeom prst="rect">
            <a:avLst/>
          </a:prstGeom>
        </p:spPr>
      </p:pic>
      <p:sp>
        <p:nvSpPr>
          <p:cNvPr id="7" name="AutoShape 7"/>
          <p:cNvSpPr/>
          <p:nvPr>
            <p:custDataLst>
              <p:tags r:id="rId5"/>
            </p:custDataLst>
          </p:nvPr>
        </p:nvSpPr>
        <p:spPr>
          <a:xfrm>
            <a:off x="1651000" y="19050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57A4B9"/>
                </a:solidFill>
                <a:latin typeface="Arial" panose="020B0604020202020204"/>
                <a:ea typeface="Arial" panose="020B0604020202020204"/>
                <a:cs typeface="Arial" panose="020B0604020202020204"/>
                <a:sym typeface="Arial" panose="020B0604020202020204"/>
              </a:rPr>
              <a:t>Core modules stable</a:t>
            </a:r>
            <a:endParaRPr lang="en-US" sz="1100"/>
          </a:p>
        </p:txBody>
      </p:sp>
      <p:sp>
        <p:nvSpPr>
          <p:cNvPr id="8" name="AutoShape 8"/>
          <p:cNvSpPr/>
          <p:nvPr>
            <p:custDataLst>
              <p:tags r:id="rId6"/>
            </p:custDataLst>
          </p:nvPr>
        </p:nvSpPr>
        <p:spPr>
          <a:xfrm>
            <a:off x="1651000" y="2413000"/>
            <a:ext cx="228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核心模块运行稳定</a:t>
            </a:r>
            <a:endParaRPr lang="en-US" sz="1100"/>
          </a:p>
        </p:txBody>
      </p:sp>
      <p:cxnSp>
        <p:nvCxnSpPr>
          <p:cNvPr id="9" name="Connector 9"/>
          <p:cNvCxnSpPr/>
          <p:nvPr>
            <p:custDataLst>
              <p:tags r:id="rId7"/>
            </p:custDataLst>
          </p:nvPr>
        </p:nvCxnSpPr>
        <p:spPr>
          <a:xfrm rot="-15626">
            <a:off x="1016014" y="2914650"/>
            <a:ext cx="2794000" cy="12700"/>
          </a:xfrm>
          <a:prstGeom prst="straightConnector1">
            <a:avLst/>
          </a:prstGeom>
          <a:solidFill>
            <a:srgbClr val="DEE0E3">
              <a:alpha val="100000"/>
            </a:srgbClr>
          </a:solidFill>
          <a:ln w="12700" cap="flat" cmpd="sng">
            <a:solidFill>
              <a:srgbClr val="4E9C98">
                <a:alpha val="60000"/>
              </a:srgbClr>
            </a:solidFill>
            <a:prstDash val="solid"/>
            <a:round/>
            <a:headEnd type="none" w="med" len="med"/>
            <a:tailEnd type="none" w="med" len="med"/>
          </a:ln>
        </p:spPr>
      </p:cxnSp>
      <p:sp>
        <p:nvSpPr>
          <p:cNvPr id="10" name="AutoShape 10"/>
          <p:cNvSpPr/>
          <p:nvPr>
            <p:custDataLst>
              <p:tags r:id="rId8"/>
            </p:custDataLst>
          </p:nvPr>
        </p:nvSpPr>
        <p:spPr>
          <a:xfrm>
            <a:off x="1016000" y="3175000"/>
            <a:ext cx="2794000" cy="1524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600" b="0" i="0" u="none" strike="noStrike">
                <a:solidFill>
                  <a:schemeClr val="tx1"/>
                </a:solidFill>
                <a:latin typeface="Arial" panose="020B0604020202020204"/>
                <a:ea typeface="Arial" panose="020B0604020202020204"/>
                <a:cs typeface="Arial" panose="020B0604020202020204"/>
                <a:sym typeface="Arial" panose="020B0604020202020204"/>
              </a:rPr>
              <a:t>Core modules stable, covering notes, to-dos, and categories.</a:t>
            </a:r>
            <a:endParaRPr lang="en-US" sz="1600">
              <a:solidFill>
                <a:schemeClr val="tx1"/>
              </a:solidFill>
            </a:endParaRPr>
          </a:p>
          <a:p>
            <a:pPr indent="0" algn="l">
              <a:lnSpc>
                <a:spcPct val="117000"/>
              </a:lnSpc>
            </a:pPr>
            <a:r>
              <a:rPr lang="en-US" sz="16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核心功能模块（笔记、待办、分类）已全部开发完成并稳定运行，无严重 Crash。</a:t>
            </a:r>
            <a:endParaRPr lang="en-US" sz="16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custDataLst>
              <p:tags r:id="rId9"/>
            </p:custDataLst>
          </p:nvPr>
        </p:nvSpPr>
        <p:spPr>
          <a:xfrm>
            <a:off x="4445000" y="1651000"/>
            <a:ext cx="3302000" cy="4064000"/>
          </a:xfrm>
          <a:prstGeom prst="roundRect">
            <a:avLst>
              <a:gd name="adj" fmla="val 4615"/>
            </a:avLst>
          </a:prstGeom>
          <a:solidFill>
            <a:srgbClr val="FFFFFF">
              <a:alpha val="100000"/>
            </a:srgbClr>
          </a:solidFill>
          <a:ln w="25400" cap="flat" cmpd="sng">
            <a:noFill/>
            <a:prstDash val="solid"/>
            <a:round/>
          </a:ln>
          <a:effectLst>
            <a:outerShdw blurRad="203200" dist="76200" dir="5400000" algn="tl" rotWithShape="0">
              <a:srgbClr val="000000">
                <a:alpha val="8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4699000" y="1905000"/>
            <a:ext cx="508000" cy="508000"/>
          </a:xfrm>
          <a:prstGeom prst="rect">
            <a:avLst/>
          </a:prstGeom>
        </p:spPr>
      </p:pic>
      <p:sp>
        <p:nvSpPr>
          <p:cNvPr id="13" name="AutoShape 13"/>
          <p:cNvSpPr/>
          <p:nvPr>
            <p:custDataLst>
              <p:tags r:id="rId13"/>
            </p:custDataLst>
          </p:nvPr>
        </p:nvSpPr>
        <p:spPr>
          <a:xfrm>
            <a:off x="5334000" y="19050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57A4B9"/>
                </a:solidFill>
                <a:latin typeface="Arial" panose="020B0604020202020204"/>
                <a:ea typeface="Arial" panose="020B0604020202020204"/>
                <a:cs typeface="Arial" panose="020B0604020202020204"/>
                <a:sym typeface="Arial" panose="020B0604020202020204"/>
              </a:rPr>
              <a:t>Architecture robust</a:t>
            </a:r>
            <a:endParaRPr lang="en-US" sz="1100"/>
          </a:p>
        </p:txBody>
      </p:sp>
      <p:sp>
        <p:nvSpPr>
          <p:cNvPr id="14" name="AutoShape 14"/>
          <p:cNvSpPr/>
          <p:nvPr>
            <p:custDataLst>
              <p:tags r:id="rId14"/>
            </p:custDataLst>
          </p:nvPr>
        </p:nvSpPr>
        <p:spPr>
          <a:xfrm>
            <a:off x="5334000" y="2413000"/>
            <a:ext cx="228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架构设计健壮解耦</a:t>
            </a:r>
            <a:endParaRPr lang="en-US" sz="1100"/>
          </a:p>
        </p:txBody>
      </p:sp>
      <p:cxnSp>
        <p:nvCxnSpPr>
          <p:cNvPr id="15" name="Connector 15"/>
          <p:cNvCxnSpPr/>
          <p:nvPr>
            <p:custDataLst>
              <p:tags r:id="rId15"/>
            </p:custDataLst>
          </p:nvPr>
        </p:nvCxnSpPr>
        <p:spPr>
          <a:xfrm rot="-15626">
            <a:off x="4699014" y="2914650"/>
            <a:ext cx="2794000" cy="12700"/>
          </a:xfrm>
          <a:prstGeom prst="straightConnector1">
            <a:avLst/>
          </a:prstGeom>
          <a:solidFill>
            <a:srgbClr val="DEE0E3">
              <a:alpha val="100000"/>
            </a:srgbClr>
          </a:solidFill>
          <a:ln w="12700" cap="flat" cmpd="sng">
            <a:solidFill>
              <a:srgbClr val="4E9C98">
                <a:alpha val="60000"/>
              </a:srgbClr>
            </a:solidFill>
            <a:prstDash val="solid"/>
            <a:round/>
            <a:headEnd type="none" w="med" len="med"/>
            <a:tailEnd type="none" w="med" len="med"/>
          </a:ln>
        </p:spPr>
      </p:cxnSp>
      <p:sp>
        <p:nvSpPr>
          <p:cNvPr id="16" name="AutoShape 16"/>
          <p:cNvSpPr/>
          <p:nvPr>
            <p:custDataLst>
              <p:tags r:id="rId16"/>
            </p:custDataLst>
          </p:nvPr>
        </p:nvSpPr>
        <p:spPr>
          <a:xfrm>
            <a:off x="4699000" y="3175000"/>
            <a:ext cx="2794000" cy="1524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600" b="0" i="0" u="none" strike="noStrike">
                <a:solidFill>
                  <a:schemeClr val="tx1"/>
                </a:solidFill>
                <a:latin typeface="Arial" panose="020B0604020202020204"/>
                <a:ea typeface="Arial" panose="020B0604020202020204"/>
                <a:cs typeface="Arial" panose="020B0604020202020204"/>
                <a:sym typeface="Arial" panose="020B0604020202020204"/>
              </a:rPr>
              <a:t>Architecture robust, Manager pattern decoupling business logic.</a:t>
            </a:r>
            <a:endParaRPr lang="en-US" sz="1600">
              <a:solidFill>
                <a:schemeClr val="tx1"/>
              </a:solidFill>
            </a:endParaRPr>
          </a:p>
          <a:p>
            <a:pPr indent="0" algn="l">
              <a:lnSpc>
                <a:spcPct val="117000"/>
              </a:lnSpc>
            </a:pPr>
            <a:r>
              <a:rPr lang="en-US" sz="16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 Manager 模式重构业务层，实现了 UI 逻辑与业务逻辑的彻底解耦，便于后续迭代维护。</a:t>
            </a:r>
            <a:endParaRPr lang="en-US" sz="16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custDataLst>
              <p:tags r:id="rId17"/>
            </p:custDataLst>
          </p:nvPr>
        </p:nvSpPr>
        <p:spPr>
          <a:xfrm>
            <a:off x="8128000" y="1651000"/>
            <a:ext cx="3302000" cy="4064000"/>
          </a:xfrm>
          <a:prstGeom prst="roundRect">
            <a:avLst>
              <a:gd name="adj" fmla="val 4615"/>
            </a:avLst>
          </a:prstGeom>
          <a:solidFill>
            <a:srgbClr val="FFFFFF">
              <a:alpha val="100000"/>
            </a:srgbClr>
          </a:solidFill>
          <a:ln w="25400" cap="flat" cmpd="sng">
            <a:noFill/>
            <a:prstDash val="solid"/>
            <a:round/>
          </a:ln>
          <a:effectLst>
            <a:outerShdw blurRad="203200" dist="76200" dir="5400000" algn="tl" rotWithShape="0">
              <a:srgbClr val="000000">
                <a:alpha val="8000"/>
              </a:srgbClr>
            </a:outerShdw>
          </a:effectLst>
        </p:spPr>
        <p:txBody>
          <a:bodyPr vert="horz" wrap="square" lIns="63500" tIns="63500" rIns="63500" bIns="63500" rtlCol="0" anchor="ctr"/>
          <a:lstStyle/>
          <a:p>
            <a:pPr algn="ctr">
              <a:defRPr/>
            </a:pPr>
          </a:p>
        </p:txBody>
      </p:sp>
      <p:pic>
        <p:nvPicPr>
          <p:cNvPr id="18" name="Picture 18"/>
          <p:cNvPicPr>
            <a:picLocks noChangeAspect="1"/>
          </p:cNvPicPr>
          <p:nvPr>
            <p:custDataLst>
              <p:tags r:id="rId18"/>
            </p:custDataLst>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8382000" y="1905000"/>
            <a:ext cx="508000" cy="508000"/>
          </a:xfrm>
          <a:prstGeom prst="rect">
            <a:avLst/>
          </a:prstGeom>
        </p:spPr>
      </p:pic>
      <p:sp>
        <p:nvSpPr>
          <p:cNvPr id="19" name="AutoShape 19"/>
          <p:cNvSpPr/>
          <p:nvPr>
            <p:custDataLst>
              <p:tags r:id="rId21"/>
            </p:custDataLst>
          </p:nvPr>
        </p:nvSpPr>
        <p:spPr>
          <a:xfrm>
            <a:off x="9017000" y="19050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57A4B9"/>
                </a:solidFill>
                <a:latin typeface="Arial" panose="020B0604020202020204"/>
                <a:ea typeface="Arial" panose="020B0604020202020204"/>
                <a:cs typeface="Arial" panose="020B0604020202020204"/>
                <a:sym typeface="Arial" panose="020B0604020202020204"/>
              </a:rPr>
              <a:t>Widgets live</a:t>
            </a:r>
            <a:endParaRPr lang="en-US" sz="1100"/>
          </a:p>
        </p:txBody>
      </p:sp>
      <p:sp>
        <p:nvSpPr>
          <p:cNvPr id="20" name="AutoShape 20"/>
          <p:cNvSpPr/>
          <p:nvPr>
            <p:custDataLst>
              <p:tags r:id="rId22"/>
            </p:custDataLst>
          </p:nvPr>
        </p:nvSpPr>
        <p:spPr>
          <a:xfrm>
            <a:off x="9017000" y="2413000"/>
            <a:ext cx="228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桌面小组件正式上线</a:t>
            </a:r>
            <a:endParaRPr lang="en-US" sz="1100"/>
          </a:p>
        </p:txBody>
      </p:sp>
      <p:cxnSp>
        <p:nvCxnSpPr>
          <p:cNvPr id="21" name="Connector 21"/>
          <p:cNvCxnSpPr/>
          <p:nvPr>
            <p:custDataLst>
              <p:tags r:id="rId23"/>
            </p:custDataLst>
          </p:nvPr>
        </p:nvCxnSpPr>
        <p:spPr>
          <a:xfrm rot="-15626">
            <a:off x="8382014" y="2914650"/>
            <a:ext cx="2794000" cy="12700"/>
          </a:xfrm>
          <a:prstGeom prst="straightConnector1">
            <a:avLst/>
          </a:prstGeom>
          <a:solidFill>
            <a:srgbClr val="DEE0E3">
              <a:alpha val="100000"/>
            </a:srgbClr>
          </a:solidFill>
          <a:ln w="12700" cap="flat" cmpd="sng">
            <a:solidFill>
              <a:srgbClr val="4E9C98">
                <a:alpha val="60000"/>
              </a:srgbClr>
            </a:solidFill>
            <a:prstDash val="solid"/>
            <a:round/>
            <a:headEnd type="none" w="med" len="med"/>
            <a:tailEnd type="none" w="med" len="med"/>
          </a:ln>
        </p:spPr>
      </p:cxnSp>
      <p:sp>
        <p:nvSpPr>
          <p:cNvPr id="22" name="AutoShape 22"/>
          <p:cNvSpPr/>
          <p:nvPr>
            <p:custDataLst>
              <p:tags r:id="rId24"/>
            </p:custDataLst>
          </p:nvPr>
        </p:nvSpPr>
        <p:spPr>
          <a:xfrm>
            <a:off x="8382000" y="3175000"/>
            <a:ext cx="2794000" cy="1524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600" b="0" i="0" u="none" strike="noStrike">
                <a:solidFill>
                  <a:schemeClr val="tx1"/>
                </a:solidFill>
                <a:latin typeface="Arial" panose="020B0604020202020204"/>
                <a:ea typeface="Arial" panose="020B0604020202020204"/>
                <a:cs typeface="Arial" panose="020B0604020202020204"/>
                <a:sym typeface="Arial" panose="020B0604020202020204"/>
              </a:rPr>
              <a:t>Widgets live, desktop shortcuts for quick access.</a:t>
            </a:r>
            <a:endParaRPr lang="en-US" sz="1600">
              <a:solidFill>
                <a:schemeClr val="tx1"/>
              </a:solidFill>
            </a:endParaRPr>
          </a:p>
          <a:p>
            <a:pPr indent="0" algn="l">
              <a:lnSpc>
                <a:spcPct val="117000"/>
              </a:lnSpc>
            </a:pPr>
            <a:r>
              <a:rPr lang="en-US" sz="16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用户现在可以在桌面添加小组件，无需打开 App 即可快速查看待办清单和笔记摘要。</a:t>
            </a:r>
            <a:endParaRPr lang="en-US" sz="16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EF5EB">
            <a:alpha val="100000"/>
          </a:srgbClr>
        </a:solidFill>
        <a:effectLst/>
      </p:bgPr>
    </p:bg>
    <p:spTree>
      <p:nvGrpSpPr>
        <p:cNvPr id="1" name=""/>
        <p:cNvGrpSpPr/>
        <p:nvPr/>
      </p:nvGrpSpPr>
      <p:grpSpPr>
        <a:xfrm>
          <a:off x="0" y="0"/>
          <a:ext cx="0" cy="0"/>
          <a:chOff x="0" y="0"/>
          <a:chExt cx="0" cy="0"/>
        </a:xfrm>
      </p:grpSpPr>
      <p:sp>
        <p:nvSpPr>
          <p:cNvPr id="2" name="Freeform 2"/>
          <p:cNvSpPr/>
          <p:nvPr/>
        </p:nvSpPr>
        <p:spPr>
          <a:xfrm>
            <a:off x="0" y="0"/>
            <a:ext cx="1352004" cy="723845"/>
          </a:xfrm>
          <a:custGeom>
            <a:avLst/>
            <a:gdLst/>
            <a:ahLst/>
            <a:cxnLst/>
            <a:rect l="l" t="t" r="r" b="b"/>
            <a:pathLst>
              <a:path w="1352004" h="723845">
                <a:moveTo>
                  <a:pt x="1352004" y="0"/>
                </a:moveTo>
                <a:lnTo>
                  <a:pt x="0" y="0"/>
                </a:lnTo>
                <a:lnTo>
                  <a:pt x="0" y="665932"/>
                </a:lnTo>
                <a:cubicBezTo>
                  <a:pt x="112118" y="703563"/>
                  <a:pt x="232852" y="723845"/>
                  <a:pt x="358658" y="723845"/>
                </a:cubicBezTo>
                <a:cubicBezTo>
                  <a:pt x="839042" y="723845"/>
                  <a:pt x="1224599" y="428121"/>
                  <a:pt x="1352004" y="0"/>
                </a:cubicBezTo>
              </a:path>
            </a:pathLst>
          </a:custGeom>
          <a:solidFill>
            <a:srgbClr val="F29D38">
              <a:alpha val="20000"/>
            </a:srgbClr>
          </a:solidFill>
          <a:ln w="25400" cap="flat" cmpd="sng">
            <a:noFill/>
            <a:prstDash val="solid"/>
            <a:round/>
          </a:ln>
        </p:spPr>
        <p:txBody>
          <a:bodyPr vert="horz" wrap="square" lIns="63500" tIns="63500" rIns="63500" bIns="63500" rtlCol="0" anchor="ctr"/>
          <a:lstStyle/>
          <a:p>
            <a:pPr algn="ctr">
              <a:defRPr/>
            </a:pPr>
          </a:p>
        </p:txBody>
      </p:sp>
      <p:sp>
        <p:nvSpPr>
          <p:cNvPr id="3" name="Freeform 3"/>
          <p:cNvSpPr/>
          <p:nvPr/>
        </p:nvSpPr>
        <p:spPr>
          <a:xfrm>
            <a:off x="9664700" y="5321300"/>
            <a:ext cx="2533256" cy="1536700"/>
          </a:xfrm>
          <a:custGeom>
            <a:avLst/>
            <a:gdLst/>
            <a:ahLst/>
            <a:cxnLst/>
            <a:rect l="l" t="t" r="r" b="b"/>
            <a:pathLst>
              <a:path w="2533256" h="1536700">
                <a:moveTo>
                  <a:pt x="2533256" y="11605"/>
                </a:moveTo>
                <a:lnTo>
                  <a:pt x="2533256" y="1536700"/>
                </a:lnTo>
                <a:lnTo>
                  <a:pt x="0" y="1536700"/>
                </a:lnTo>
                <a:cubicBezTo>
                  <a:pt x="370125" y="635006"/>
                  <a:pt x="1256883" y="0"/>
                  <a:pt x="2291956" y="0"/>
                </a:cubicBezTo>
                <a:cubicBezTo>
                  <a:pt x="2373363" y="0"/>
                  <a:pt x="2453856" y="3928"/>
                  <a:pt x="2533256" y="11605"/>
                </a:cubicBezTo>
              </a:path>
            </a:pathLst>
          </a:custGeom>
          <a:solidFill>
            <a:srgbClr val="F29D38">
              <a:alpha val="2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698500" y="355600"/>
            <a:ext cx="10795000" cy="889000"/>
          </a:xfrm>
          <a:prstGeom prst="rect">
            <a:avLst/>
          </a:prstGeom>
          <a:noFill/>
          <a:ln w="12700" cap="flat" cmpd="sng">
            <a:noFill/>
            <a:prstDash val="solid"/>
            <a:round/>
          </a:ln>
        </p:spPr>
        <p:txBody>
          <a:bodyPr vert="horz" wrap="square" lIns="0" tIns="0" rIns="0" bIns="0" rtlCol="0" anchor="ctr" anchorCtr="0"/>
          <a:lstStyle/>
          <a:p>
            <a:pPr indent="0" algn="l">
              <a:lnSpc>
                <a:spcPct val="92000"/>
              </a:lnSpc>
              <a:defRPr/>
            </a:pPr>
            <a:r>
              <a:rPr lang="en-US" sz="3200" b="1" i="0" u="none" strike="noStrike">
                <a:solidFill>
                  <a:srgbClr val="000000"/>
                </a:solidFill>
                <a:latin typeface="Arial" panose="020B0604020202020204"/>
                <a:ea typeface="Arial" panose="020B0604020202020204"/>
                <a:cs typeface="Arial" panose="020B0604020202020204"/>
                <a:sym typeface="Arial" panose="020B0604020202020204"/>
              </a:rPr>
              <a:t>Improvements</a:t>
            </a:r>
            <a:r>
              <a:rPr lang="en-US" sz="2000" b="1"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 改进之处</a:t>
            </a:r>
            <a:endParaRPr lang="en-US" sz="1100"/>
          </a:p>
        </p:txBody>
      </p:sp>
      <p:sp>
        <p:nvSpPr>
          <p:cNvPr id="5" name="AutoShape 5"/>
          <p:cNvSpPr/>
          <p:nvPr/>
        </p:nvSpPr>
        <p:spPr>
          <a:xfrm>
            <a:off x="952500" y="1397000"/>
            <a:ext cx="4953000" cy="3556000"/>
          </a:xfrm>
          <a:prstGeom prst="roundRect">
            <a:avLst>
              <a:gd name="adj" fmla="val 3571"/>
            </a:avLst>
          </a:prstGeom>
          <a:solidFill>
            <a:srgbClr val="FFFFFF">
              <a:alpha val="100000"/>
            </a:srgbClr>
          </a:solidFill>
          <a:ln w="25400" cap="flat" cmpd="sng">
            <a:noFill/>
            <a:prstDash val="solid"/>
            <a:round/>
          </a:ln>
          <a:effectLst>
            <a:outerShdw blurRad="190500" dist="50800" dir="5400000" algn="tl" rotWithShape="0">
              <a:srgbClr val="000000">
                <a:alpha val="8000"/>
              </a:srgbClr>
            </a:outerShdw>
          </a:effectLst>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06500" y="1651000"/>
            <a:ext cx="406400" cy="406400"/>
          </a:xfrm>
          <a:prstGeom prst="rect">
            <a:avLst/>
          </a:prstGeom>
        </p:spPr>
      </p:pic>
      <p:sp>
        <p:nvSpPr>
          <p:cNvPr id="7" name="AutoShape 7"/>
          <p:cNvSpPr/>
          <p:nvPr/>
        </p:nvSpPr>
        <p:spPr>
          <a:xfrm>
            <a:off x="1778000" y="1651000"/>
            <a:ext cx="3937000" cy="635000"/>
          </a:xfrm>
          <a:prstGeom prst="rect">
            <a:avLst/>
          </a:prstGeom>
          <a:noFill/>
          <a:ln w="12700" cap="flat" cmpd="sng">
            <a:noFill/>
            <a:prstDash val="solid"/>
            <a:round/>
          </a:ln>
        </p:spPr>
        <p:txBody>
          <a:bodyPr vert="horz" wrap="square" lIns="0" tIns="0" rIns="0" bIns="0" rtlCol="0" anchor="ctr" anchorCtr="0"/>
          <a:lstStyle/>
          <a:p>
            <a:pPr indent="0" algn="l">
              <a:lnSpc>
                <a:spcPct val="83000"/>
              </a:lnSpc>
              <a:defRPr/>
            </a:pPr>
            <a:r>
              <a:rPr lang="en-US" sz="2200" b="1" i="0" u="none" strike="noStrike">
                <a:solidFill>
                  <a:srgbClr val="57A4B9"/>
                </a:solidFill>
                <a:latin typeface="Arial" panose="020B0604020202020204"/>
                <a:ea typeface="Arial" panose="020B0604020202020204"/>
                <a:cs typeface="Arial" panose="020B0604020202020204"/>
                <a:sym typeface="Arial" panose="020B0604020202020204"/>
              </a:rPr>
              <a:t>Code Quality</a:t>
            </a:r>
            <a:endParaRPr lang="en-US" sz="1100"/>
          </a:p>
          <a:p>
            <a:pPr indent="0" algn="l">
              <a:lnSpc>
                <a:spcPct val="83000"/>
              </a:lnSpc>
            </a:pPr>
            <a:r>
              <a:rPr lang="en-US" sz="1300" b="0" i="0" u="none" strike="noStrike">
                <a:solidFill>
                  <a:srgbClr val="737373"/>
                </a:solidFill>
                <a:latin typeface="Noto Sans SC" panose="020B0200000000000000" charset="-122"/>
                <a:ea typeface="Noto Sans SC" panose="020B0200000000000000" charset="-122"/>
                <a:cs typeface="Noto Sans SC" panose="020B0200000000000000" charset="-122"/>
                <a:sym typeface="Noto Sans SC" panose="020B0200000000000000" charset="-122"/>
              </a:rPr>
              <a:t>代码质量优化</a:t>
            </a:r>
            <a:endParaRPr lang="en-US" sz="1300" b="0" i="0" u="none" strike="noStrike">
              <a:solidFill>
                <a:srgbClr val="73737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8" name="Connector 8"/>
          <p:cNvCxnSpPr/>
          <p:nvPr/>
        </p:nvCxnSpPr>
        <p:spPr>
          <a:xfrm rot="-9822">
            <a:off x="1206509" y="2406650"/>
            <a:ext cx="4445000" cy="12700"/>
          </a:xfrm>
          <a:prstGeom prst="line">
            <a:avLst/>
          </a:prstGeom>
          <a:solidFill>
            <a:srgbClr val="DEE0E3">
              <a:alpha val="100000"/>
            </a:srgbClr>
          </a:solidFill>
          <a:ln w="12700" cap="flat" cmpd="sng">
            <a:solidFill>
              <a:srgbClr val="57A4B9">
                <a:alpha val="60000"/>
              </a:srgbClr>
            </a:solidFill>
            <a:prstDash val="solid"/>
            <a:round/>
            <a:headEnd type="none" w="med" len="med"/>
            <a:tailEnd type="none" w="med" len="med"/>
          </a:ln>
        </p:spPr>
      </p:cxnSp>
      <p:sp>
        <p:nvSpPr>
          <p:cNvPr id="9" name="AutoShape 9"/>
          <p:cNvSpPr/>
          <p:nvPr/>
        </p:nvSpPr>
        <p:spPr>
          <a:xfrm>
            <a:off x="1206500" y="2603500"/>
            <a:ext cx="4445000" cy="2032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600" b="1" i="0" u="none" strike="noStrike">
                <a:solidFill>
                  <a:schemeClr val="tx1"/>
                </a:solidFill>
                <a:latin typeface="Arial" panose="020B0604020202020204"/>
                <a:ea typeface="Arial" panose="020B0604020202020204"/>
                <a:cs typeface="Arial" panose="020B0604020202020204"/>
                <a:sym typeface="Arial" panose="020B0604020202020204"/>
              </a:rPr>
              <a:t>• Code Refactoring &amp; Tuning</a:t>
            </a:r>
            <a:br>
              <a:rPr lang="en-US" sz="16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6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完成代码重构、异步逻辑优化及性能深度调优。</a:t>
            </a:r>
            <a:endParaRPr lang="en-US" sz="1600">
              <a:solidFill>
                <a:schemeClr val="tx1"/>
              </a:solidFill>
            </a:endParaRPr>
          </a:p>
          <a:p>
            <a:pPr indent="0" algn="l">
              <a:lnSpc>
                <a:spcPct val="117000"/>
              </a:lnSpc>
            </a:pPr>
            <a:r>
              <a:rPr lang="en-US" sz="1600" b="1" i="0" u="none" strike="noStrike">
                <a:solidFill>
                  <a:schemeClr val="tx1"/>
                </a:solidFill>
                <a:latin typeface="Arial" panose="020B0604020202020204"/>
                <a:ea typeface="Arial" panose="020B0604020202020204"/>
                <a:cs typeface="Arial" panose="020B0604020202020204"/>
                <a:sym typeface="Arial" panose="020B0604020202020204"/>
              </a:rPr>
              <a:t>• Core Logic Unit Tests</a:t>
            </a:r>
            <a:br>
              <a:rPr lang="en-US" sz="16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6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覆盖核心业务单元测试，代码覆盖率稳步提升至目标值。</a:t>
            </a:r>
            <a:endParaRPr lang="en-US" sz="16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pPr>
            <a:r>
              <a:rPr lang="en-US" sz="1600" b="1" i="0" u="none" strike="noStrike">
                <a:solidFill>
                  <a:schemeClr val="tx1"/>
                </a:solidFill>
                <a:latin typeface="Arial" panose="020B0604020202020204"/>
                <a:ea typeface="Arial" panose="020B0604020202020204"/>
                <a:cs typeface="Arial" panose="020B0604020202020204"/>
                <a:sym typeface="Arial" panose="020B0604020202020204"/>
              </a:rPr>
              <a:t>• Stability Enhancement</a:t>
            </a:r>
            <a:br>
              <a:rPr lang="en-US" sz="16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6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修复边缘场景崩溃Bug，应用整体稳定性显著改善。</a:t>
            </a:r>
            <a:endParaRPr lang="en-US" sz="16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6286500" y="1397000"/>
            <a:ext cx="4953000" cy="3556000"/>
          </a:xfrm>
          <a:prstGeom prst="roundRect">
            <a:avLst>
              <a:gd name="adj" fmla="val 3571"/>
            </a:avLst>
          </a:prstGeom>
          <a:solidFill>
            <a:srgbClr val="FFFFFF">
              <a:alpha val="100000"/>
            </a:srgbClr>
          </a:solidFill>
          <a:ln w="25400" cap="flat" cmpd="sng">
            <a:noFill/>
            <a:prstDash val="solid"/>
            <a:round/>
          </a:ln>
          <a:effectLst>
            <a:outerShdw blurRad="190500" dist="50800" dir="5400000" algn="tl" rotWithShape="0">
              <a:srgbClr val="000000">
                <a:alpha val="8000"/>
              </a:srgbClr>
            </a:outerShdw>
          </a:effectLst>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40500" y="1651000"/>
            <a:ext cx="406400" cy="406400"/>
          </a:xfrm>
          <a:prstGeom prst="rect">
            <a:avLst/>
          </a:prstGeom>
        </p:spPr>
      </p:pic>
      <p:sp>
        <p:nvSpPr>
          <p:cNvPr id="12" name="AutoShape 12"/>
          <p:cNvSpPr/>
          <p:nvPr/>
        </p:nvSpPr>
        <p:spPr>
          <a:xfrm>
            <a:off x="7112000" y="1651000"/>
            <a:ext cx="3937000" cy="635000"/>
          </a:xfrm>
          <a:prstGeom prst="rect">
            <a:avLst/>
          </a:prstGeom>
          <a:noFill/>
          <a:ln w="12700" cap="flat" cmpd="sng">
            <a:noFill/>
            <a:prstDash val="solid"/>
            <a:round/>
          </a:ln>
        </p:spPr>
        <p:txBody>
          <a:bodyPr vert="horz" wrap="square" lIns="0" tIns="0" rIns="0" bIns="0" rtlCol="0" anchor="ctr" anchorCtr="0"/>
          <a:lstStyle/>
          <a:p>
            <a:pPr indent="0" algn="l">
              <a:lnSpc>
                <a:spcPct val="83000"/>
              </a:lnSpc>
              <a:defRPr/>
            </a:pPr>
            <a:r>
              <a:rPr lang="en-US" sz="2200" b="1" i="0" u="none" strike="noStrike">
                <a:solidFill>
                  <a:srgbClr val="4E9C98"/>
                </a:solidFill>
                <a:latin typeface="Arial" panose="020B0604020202020204"/>
                <a:ea typeface="Arial" panose="020B0604020202020204"/>
                <a:cs typeface="Arial" panose="020B0604020202020204"/>
                <a:sym typeface="Arial" panose="020B0604020202020204"/>
              </a:rPr>
              <a:t>User Experience</a:t>
            </a:r>
            <a:endParaRPr lang="en-US" sz="1100"/>
          </a:p>
          <a:p>
            <a:pPr indent="0" algn="l">
              <a:lnSpc>
                <a:spcPct val="83000"/>
              </a:lnSpc>
            </a:pPr>
            <a:r>
              <a:rPr lang="en-US" sz="1300" b="0" i="0" u="none" strike="noStrike">
                <a:solidFill>
                  <a:srgbClr val="737373"/>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用户体验升级</a:t>
            </a:r>
            <a:endParaRPr lang="en-US" sz="1300" b="0" i="0" u="none" strike="noStrike">
              <a:solidFill>
                <a:srgbClr val="73737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3" name="Connector 13"/>
          <p:cNvCxnSpPr/>
          <p:nvPr/>
        </p:nvCxnSpPr>
        <p:spPr>
          <a:xfrm rot="-9822">
            <a:off x="6540509" y="2406650"/>
            <a:ext cx="4445000" cy="12700"/>
          </a:xfrm>
          <a:prstGeom prst="line">
            <a:avLst/>
          </a:prstGeom>
          <a:solidFill>
            <a:srgbClr val="DEE0E3">
              <a:alpha val="100000"/>
            </a:srgbClr>
          </a:solidFill>
          <a:ln w="12700" cap="flat" cmpd="sng">
            <a:solidFill>
              <a:srgbClr val="4E9C98">
                <a:alpha val="60000"/>
              </a:srgbClr>
            </a:solidFill>
            <a:prstDash val="solid"/>
            <a:round/>
            <a:headEnd type="none" w="med" len="med"/>
            <a:tailEnd type="none" w="med" len="med"/>
          </a:ln>
        </p:spPr>
      </p:cxnSp>
      <p:sp>
        <p:nvSpPr>
          <p:cNvPr id="14" name="AutoShape 14"/>
          <p:cNvSpPr/>
          <p:nvPr/>
        </p:nvSpPr>
        <p:spPr>
          <a:xfrm>
            <a:off x="6540500" y="2603500"/>
            <a:ext cx="4445000" cy="2032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600" b="1" i="0" u="none" strike="noStrike">
                <a:solidFill>
                  <a:schemeClr val="tx1"/>
                </a:solidFill>
                <a:latin typeface="Arial" panose="020B0604020202020204"/>
                <a:ea typeface="Arial" panose="020B0604020202020204"/>
                <a:cs typeface="Arial" panose="020B0604020202020204"/>
                <a:sym typeface="Arial" panose="020B0604020202020204"/>
              </a:rPr>
              <a:t>• Biometric Security Access</a:t>
            </a:r>
            <a:br>
              <a:rPr lang="en-US" sz="16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6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新增生物识别安全机制，支持指纹快速解锁私密笔记。</a:t>
            </a:r>
            <a:endParaRPr lang="en-US" sz="1600">
              <a:solidFill>
                <a:schemeClr val="tx1"/>
              </a:solidFill>
            </a:endParaRPr>
          </a:p>
          <a:p>
            <a:pPr indent="0" algn="l">
              <a:lnSpc>
                <a:spcPct val="117000"/>
              </a:lnSpc>
            </a:pPr>
            <a:r>
              <a:rPr lang="en-US" sz="1600" b="1" i="0" u="none" strike="noStrike">
                <a:solidFill>
                  <a:schemeClr val="tx1"/>
                </a:solidFill>
                <a:latin typeface="Arial" panose="020B0604020202020204"/>
                <a:ea typeface="Arial" panose="020B0604020202020204"/>
                <a:cs typeface="Arial" panose="020B0604020202020204"/>
                <a:sym typeface="Arial" panose="020B0604020202020204"/>
              </a:rPr>
              <a:t>• Modern UI &amp; Dark Mode</a:t>
            </a:r>
            <a:br>
              <a:rPr lang="en-US" sz="16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6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优化UI视觉风格，添加流畅过渡动画及深色模式支持。</a:t>
            </a:r>
            <a:endParaRPr lang="en-US" sz="16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nvSpPr>
        <p:spPr>
          <a:xfrm>
            <a:off x="762000" y="5334000"/>
            <a:ext cx="10668000" cy="889000"/>
          </a:xfrm>
          <a:prstGeom prst="roundRect">
            <a:avLst>
              <a:gd name="adj" fmla="val 14285"/>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1016000" y="5397500"/>
            <a:ext cx="10160000" cy="7620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en-US" sz="1400" b="0" i="1" u="none" strike="noStrike">
                <a:solidFill>
                  <a:srgbClr val="57A4B9"/>
                </a:solidFill>
                <a:latin typeface="Arial" panose="020B0604020202020204"/>
                <a:ea typeface="Arial" panose="020B0604020202020204"/>
                <a:cs typeface="Arial" panose="020B0604020202020204"/>
                <a:sym typeface="Arial" panose="020B0604020202020204"/>
              </a:rPr>
              <a:t>"These lessons will guide our future development roadmap."</a:t>
            </a:r>
            <a:endParaRPr lang="en-US" sz="1100"/>
          </a:p>
          <a:p>
            <a:pPr indent="0" algn="ctr">
              <a:lnSpc>
                <a:spcPct val="108000"/>
              </a:lnSpc>
            </a:pP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“这些宝贵的经验将为我们未来的产品开发路线图提供重要指导。”</a:t>
            </a:r>
            <a:endPar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EF5EB">
            <a:alpha val="100000"/>
          </a:srgbClr>
        </a:solidFill>
        <a:effectLst/>
      </p:bgPr>
    </p:bg>
    <p:spTree>
      <p:nvGrpSpPr>
        <p:cNvPr id="1" name=""/>
        <p:cNvGrpSpPr/>
        <p:nvPr/>
      </p:nvGrpSpPr>
      <p:grpSpPr>
        <a:xfrm>
          <a:off x="0" y="0"/>
          <a:ext cx="0" cy="0"/>
          <a:chOff x="0" y="0"/>
          <a:chExt cx="0" cy="0"/>
        </a:xfrm>
      </p:grpSpPr>
      <p:sp>
        <p:nvSpPr>
          <p:cNvPr id="2" name="Freeform 2"/>
          <p:cNvSpPr/>
          <p:nvPr/>
        </p:nvSpPr>
        <p:spPr>
          <a:xfrm>
            <a:off x="0" y="0"/>
            <a:ext cx="1352004" cy="723845"/>
          </a:xfrm>
          <a:custGeom>
            <a:avLst/>
            <a:gdLst/>
            <a:ahLst/>
            <a:cxnLst/>
            <a:rect l="l" t="t" r="r" b="b"/>
            <a:pathLst>
              <a:path w="1352004" h="723845">
                <a:moveTo>
                  <a:pt x="1352004" y="0"/>
                </a:moveTo>
                <a:lnTo>
                  <a:pt x="0" y="0"/>
                </a:lnTo>
                <a:lnTo>
                  <a:pt x="0" y="665932"/>
                </a:lnTo>
                <a:cubicBezTo>
                  <a:pt x="112118" y="703563"/>
                  <a:pt x="232852" y="723845"/>
                  <a:pt x="358658" y="723845"/>
                </a:cubicBezTo>
                <a:cubicBezTo>
                  <a:pt x="839042" y="723845"/>
                  <a:pt x="1224599" y="428121"/>
                  <a:pt x="1352004" y="0"/>
                </a:cubicBezTo>
              </a:path>
            </a:pathLst>
          </a:custGeom>
          <a:solidFill>
            <a:srgbClr val="F29D38">
              <a:alpha val="20000"/>
            </a:srgbClr>
          </a:solidFill>
          <a:ln w="25400" cap="flat" cmpd="sng">
            <a:noFill/>
            <a:prstDash val="solid"/>
            <a:round/>
          </a:ln>
        </p:spPr>
        <p:txBody>
          <a:bodyPr vert="horz" wrap="square" lIns="63500" tIns="63500" rIns="63500" bIns="63500" rtlCol="0" anchor="ctr"/>
          <a:lstStyle/>
          <a:p>
            <a:pPr algn="ctr">
              <a:defRPr/>
            </a:pPr>
          </a:p>
        </p:txBody>
      </p:sp>
      <p:sp>
        <p:nvSpPr>
          <p:cNvPr id="3" name="Freeform 3"/>
          <p:cNvSpPr/>
          <p:nvPr/>
        </p:nvSpPr>
        <p:spPr>
          <a:xfrm>
            <a:off x="9664700" y="5321300"/>
            <a:ext cx="2533256" cy="1536700"/>
          </a:xfrm>
          <a:custGeom>
            <a:avLst/>
            <a:gdLst/>
            <a:ahLst/>
            <a:cxnLst/>
            <a:rect l="l" t="t" r="r" b="b"/>
            <a:pathLst>
              <a:path w="2533256" h="1536700">
                <a:moveTo>
                  <a:pt x="2533256" y="11605"/>
                </a:moveTo>
                <a:lnTo>
                  <a:pt x="2533256" y="1536700"/>
                </a:lnTo>
                <a:lnTo>
                  <a:pt x="0" y="1536700"/>
                </a:lnTo>
                <a:cubicBezTo>
                  <a:pt x="370125" y="635006"/>
                  <a:pt x="1256883" y="0"/>
                  <a:pt x="2291956" y="0"/>
                </a:cubicBezTo>
                <a:cubicBezTo>
                  <a:pt x="2373363" y="0"/>
                  <a:pt x="2453856" y="3928"/>
                  <a:pt x="2533256" y="11605"/>
                </a:cubicBezTo>
              </a:path>
            </a:pathLst>
          </a:custGeom>
          <a:solidFill>
            <a:srgbClr val="F29D38">
              <a:alpha val="2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698500" y="381000"/>
            <a:ext cx="10795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1F2329"/>
                </a:solidFill>
                <a:latin typeface="Arial" panose="020B0604020202020204"/>
                <a:ea typeface="Arial" panose="020B0604020202020204"/>
                <a:cs typeface="Arial" panose="020B0604020202020204"/>
                <a:sym typeface="Arial" panose="020B0604020202020204"/>
              </a:rPr>
              <a:t>Future</a:t>
            </a:r>
            <a:r>
              <a:rPr lang="en-US" sz="2400" b="1" i="0" u="none" strike="noStrike">
                <a:solidFill>
                  <a:srgbClr val="57A4B9"/>
                </a:solidFill>
                <a:latin typeface="Noto Sans SC" panose="020B0200000000000000" charset="-122"/>
                <a:ea typeface="Noto Sans SC" panose="020B0200000000000000" charset="-122"/>
                <a:cs typeface="Noto Sans SC" panose="020B0200000000000000" charset="-122"/>
                <a:sym typeface="Noto Sans SC" panose="020B0200000000000000" charset="-122"/>
              </a:rPr>
              <a:t>/ 未来展望</a:t>
            </a:r>
            <a:endParaRPr lang="en-US" sz="1100"/>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524000" y="1778000"/>
            <a:ext cx="508000" cy="508000"/>
          </a:xfrm>
          <a:prstGeom prst="rect">
            <a:avLst/>
          </a:prstGeom>
        </p:spPr>
      </p:pic>
      <p:sp>
        <p:nvSpPr>
          <p:cNvPr id="6" name="AutoShape 6"/>
          <p:cNvSpPr/>
          <p:nvPr/>
        </p:nvSpPr>
        <p:spPr>
          <a:xfrm>
            <a:off x="2286000" y="1714500"/>
            <a:ext cx="8636000" cy="1016000"/>
          </a:xfrm>
          <a:prstGeom prst="roundRect">
            <a:avLst>
              <a:gd name="adj" fmla="val 12500"/>
            </a:avLst>
          </a:prstGeom>
          <a:solidFill>
            <a:srgbClr val="FFFFFF">
              <a:alpha val="80000"/>
            </a:srgbClr>
          </a:solidFill>
          <a:ln w="25400" cap="flat" cmpd="sng">
            <a:noFill/>
            <a:prstDash val="solid"/>
            <a:round/>
          </a:ln>
          <a:effectLst>
            <a:outerShdw blurRad="127000" dist="50800" dir="2700000" algn="tl" rotWithShape="0">
              <a:srgbClr val="000000">
                <a:alpha val="5000"/>
              </a:srgbClr>
            </a:outerShdw>
          </a:effectLst>
        </p:spPr>
        <p:txBody>
          <a:bodyPr vert="horz" wrap="square" lIns="63500" tIns="63500" rIns="63500" bIns="63500" rtlCol="0" anchor="ctr"/>
          <a:lstStyle/>
          <a:p>
            <a:pPr algn="ctr">
              <a:defRPr/>
            </a:pPr>
          </a:p>
        </p:txBody>
      </p:sp>
      <p:sp>
        <p:nvSpPr>
          <p:cNvPr id="7" name="AutoShape 7"/>
          <p:cNvSpPr/>
          <p:nvPr/>
        </p:nvSpPr>
        <p:spPr>
          <a:xfrm>
            <a:off x="2540000" y="1778000"/>
            <a:ext cx="81280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500" b="1" i="0" u="none" strike="noStrike">
                <a:solidFill>
                  <a:srgbClr val="1F2329"/>
                </a:solidFill>
                <a:latin typeface="Arial" panose="020B0604020202020204"/>
                <a:ea typeface="Arial" panose="020B0604020202020204"/>
                <a:cs typeface="Arial" panose="020B0604020202020204"/>
                <a:sym typeface="Arial" panose="020B0604020202020204"/>
              </a:rPr>
              <a:t>AI Summary · Auto-summarize Note Content</a:t>
            </a:r>
            <a:endParaRPr lang="en-US" sz="1100"/>
          </a:p>
          <a:p>
            <a:pPr indent="0" algn="l">
              <a:lnSpc>
                <a:spcPct val="108000"/>
              </a:lnSpc>
            </a:pPr>
            <a:r>
              <a:rPr lang="en-US" sz="1200" b="0" i="0" u="none" strike="noStrike">
                <a:solidFill>
                  <a:srgbClr val="555A64"/>
                </a:solidFill>
                <a:latin typeface="Noto Sans SC" panose="020B0200000000000000" charset="-122"/>
                <a:ea typeface="Noto Sans SC" panose="020B0200000000000000" charset="-122"/>
                <a:cs typeface="Noto Sans SC" panose="020B0200000000000000" charset="-122"/>
                <a:sym typeface="Noto Sans SC" panose="020B0200000000000000" charset="-122"/>
              </a:rPr>
              <a:t>AI 智能摘要：利用算法自动提炼笔记核心观点，大幅提升回顾效率。</a:t>
            </a:r>
            <a:endParaRPr lang="en-US" sz="1200" b="0" i="0" u="none" strike="noStrike">
              <a:solidFill>
                <a:srgbClr val="555A6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24000" y="3048000"/>
            <a:ext cx="508000" cy="508000"/>
          </a:xfrm>
          <a:prstGeom prst="rect">
            <a:avLst/>
          </a:prstGeom>
        </p:spPr>
      </p:pic>
      <p:sp>
        <p:nvSpPr>
          <p:cNvPr id="9" name="AutoShape 9"/>
          <p:cNvSpPr/>
          <p:nvPr/>
        </p:nvSpPr>
        <p:spPr>
          <a:xfrm>
            <a:off x="2286000" y="2984500"/>
            <a:ext cx="8636000" cy="1016000"/>
          </a:xfrm>
          <a:prstGeom prst="roundRect">
            <a:avLst>
              <a:gd name="adj" fmla="val 12500"/>
            </a:avLst>
          </a:prstGeom>
          <a:solidFill>
            <a:srgbClr val="FFFFFF">
              <a:alpha val="80000"/>
            </a:srgbClr>
          </a:solidFill>
          <a:ln w="25400" cap="flat" cmpd="sng">
            <a:noFill/>
            <a:prstDash val="solid"/>
            <a:round/>
          </a:ln>
          <a:effectLst>
            <a:outerShdw blurRad="127000" dist="50800" dir="2700000" algn="tl" rotWithShape="0">
              <a:srgbClr val="000000">
                <a:alpha val="5000"/>
              </a:srgbClr>
            </a:outerShdw>
          </a:effectLst>
        </p:spPr>
        <p:txBody>
          <a:bodyPr vert="horz" wrap="square" lIns="63500" tIns="63500" rIns="63500" bIns="63500" rtlCol="0" anchor="ctr"/>
          <a:lstStyle/>
          <a:p>
            <a:pPr algn="ctr">
              <a:defRPr/>
            </a:pPr>
          </a:p>
        </p:txBody>
      </p:sp>
      <p:sp>
        <p:nvSpPr>
          <p:cNvPr id="10" name="AutoShape 10"/>
          <p:cNvSpPr/>
          <p:nvPr/>
        </p:nvSpPr>
        <p:spPr>
          <a:xfrm>
            <a:off x="2540000" y="3048000"/>
            <a:ext cx="81280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500" b="1" i="0" u="none" strike="noStrike">
                <a:solidFill>
                  <a:srgbClr val="1F2329"/>
                </a:solidFill>
                <a:latin typeface="Arial" panose="020B0604020202020204"/>
                <a:ea typeface="Arial" panose="020B0604020202020204"/>
                <a:cs typeface="Arial" panose="020B0604020202020204"/>
                <a:sym typeface="Arial" panose="020B0604020202020204"/>
              </a:rPr>
              <a:t>Cloud Sync · Google Drive Integration</a:t>
            </a:r>
            <a:endParaRPr lang="en-US" sz="1100"/>
          </a:p>
          <a:p>
            <a:pPr indent="0" algn="l">
              <a:lnSpc>
                <a:spcPct val="108000"/>
              </a:lnSpc>
            </a:pPr>
            <a:r>
              <a:rPr lang="en-US" sz="1200" b="0" i="0" u="none" strike="noStrike">
                <a:solidFill>
                  <a:srgbClr val="555A64"/>
                </a:solidFill>
                <a:latin typeface="Noto Sans SC" panose="020B0200000000000000" charset="-122"/>
                <a:ea typeface="Noto Sans SC" panose="020B0200000000000000" charset="-122"/>
                <a:cs typeface="Noto Sans SC" panose="020B0200000000000000" charset="-122"/>
                <a:sym typeface="Noto Sans SC" panose="020B0200000000000000" charset="-122"/>
              </a:rPr>
              <a:t>无缝云同步：深度对接 Google Drive，实现多设备间数据毫秒级实时流转。</a:t>
            </a:r>
            <a:endParaRPr lang="en-US" sz="1200" b="0" i="0" u="none" strike="noStrike">
              <a:solidFill>
                <a:srgbClr val="555A6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24000" y="4318000"/>
            <a:ext cx="508000" cy="508000"/>
          </a:xfrm>
          <a:prstGeom prst="rect">
            <a:avLst/>
          </a:prstGeom>
        </p:spPr>
      </p:pic>
      <p:sp>
        <p:nvSpPr>
          <p:cNvPr id="12" name="AutoShape 12"/>
          <p:cNvSpPr/>
          <p:nvPr/>
        </p:nvSpPr>
        <p:spPr>
          <a:xfrm>
            <a:off x="2286000" y="4254500"/>
            <a:ext cx="8636000" cy="1016000"/>
          </a:xfrm>
          <a:prstGeom prst="roundRect">
            <a:avLst>
              <a:gd name="adj" fmla="val 12500"/>
            </a:avLst>
          </a:prstGeom>
          <a:solidFill>
            <a:srgbClr val="FFFFFF">
              <a:alpha val="80000"/>
            </a:srgbClr>
          </a:solidFill>
          <a:ln w="25400" cap="flat" cmpd="sng">
            <a:noFill/>
            <a:prstDash val="solid"/>
            <a:round/>
          </a:ln>
          <a:effectLst>
            <a:outerShdw blurRad="127000" dist="50800" dir="2700000" algn="tl" rotWithShape="0">
              <a:srgbClr val="000000">
                <a:alpha val="5000"/>
              </a:srgbClr>
            </a:outerShdw>
          </a:effectLst>
        </p:spPr>
        <p:txBody>
          <a:bodyPr vert="horz" wrap="square" lIns="63500" tIns="63500" rIns="63500" bIns="63500" rtlCol="0" anchor="ctr"/>
          <a:lstStyle/>
          <a:p>
            <a:pPr algn="ctr">
              <a:defRPr/>
            </a:pPr>
          </a:p>
        </p:txBody>
      </p:sp>
      <p:sp>
        <p:nvSpPr>
          <p:cNvPr id="13" name="AutoShape 13"/>
          <p:cNvSpPr/>
          <p:nvPr/>
        </p:nvSpPr>
        <p:spPr>
          <a:xfrm>
            <a:off x="2540000" y="4318000"/>
            <a:ext cx="81280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500" b="1" i="0" u="none" strike="noStrike">
                <a:solidFill>
                  <a:srgbClr val="1F2329"/>
                </a:solidFill>
                <a:latin typeface="Arial" panose="020B0604020202020204"/>
                <a:ea typeface="Arial" panose="020B0604020202020204"/>
                <a:cs typeface="Arial" panose="020B0604020202020204"/>
                <a:sym typeface="Arial" panose="020B0604020202020204"/>
              </a:rPr>
              <a:t>Big Screen Support · Adaptive Layout</a:t>
            </a:r>
            <a:endParaRPr lang="en-US" sz="1100"/>
          </a:p>
          <a:p>
            <a:pPr indent="0" algn="l">
              <a:lnSpc>
                <a:spcPct val="108000"/>
              </a:lnSpc>
            </a:pPr>
            <a:r>
              <a:rPr lang="en-US" sz="1200" b="0" i="0" u="none" strike="noStrike">
                <a:solidFill>
                  <a:srgbClr val="555A64"/>
                </a:solidFill>
                <a:latin typeface="Noto Sans SC" panose="020B0200000000000000" charset="-122"/>
                <a:ea typeface="Noto Sans SC" panose="020B0200000000000000" charset="-122"/>
                <a:cs typeface="Noto Sans SC" panose="020B0200000000000000" charset="-122"/>
                <a:sym typeface="Noto Sans SC" panose="020B0200000000000000" charset="-122"/>
              </a:rPr>
              <a:t>全场景大屏适配：针对平板与折叠屏设备重构交互逻辑，还原最佳书写体验。</a:t>
            </a:r>
            <a:endParaRPr lang="en-US" sz="1200" b="0" i="0" u="none" strike="noStrike">
              <a:solidFill>
                <a:srgbClr val="555A6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4" name="Connector 14"/>
          <p:cNvCxnSpPr/>
          <p:nvPr/>
        </p:nvCxnSpPr>
        <p:spPr>
          <a:xfrm rot="-34376">
            <a:off x="5461032" y="5708650"/>
            <a:ext cx="1270000" cy="12700"/>
          </a:xfrm>
          <a:prstGeom prst="line">
            <a:avLst/>
          </a:prstGeom>
          <a:solidFill>
            <a:srgbClr val="DEE0E3">
              <a:alpha val="100000"/>
            </a:srgbClr>
          </a:solidFill>
          <a:ln w="38100" cap="flat" cmpd="sng">
            <a:solidFill>
              <a:srgbClr val="F29D38">
                <a:alpha val="100000"/>
              </a:srgbClr>
            </a:solidFill>
            <a:prstDash val="solid"/>
            <a:round/>
            <a:headEnd type="none" w="lg" len="lg"/>
            <a:tailEnd type="none" w="lg" len="lg"/>
          </a:ln>
        </p:spPr>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EF5EB">
            <a:alpha val="100000"/>
          </a:srgbClr>
        </a:solidFill>
        <a:effectLst/>
      </p:bgPr>
    </p:bg>
    <p:spTree>
      <p:nvGrpSpPr>
        <p:cNvPr id="1" name=""/>
        <p:cNvGrpSpPr/>
        <p:nvPr/>
      </p:nvGrpSpPr>
      <p:grpSpPr>
        <a:xfrm>
          <a:off x="0" y="0"/>
          <a:ext cx="0" cy="0"/>
          <a:chOff x="0" y="0"/>
          <a:chExt cx="0" cy="0"/>
        </a:xfrm>
      </p:grpSpPr>
      <p:sp>
        <p:nvSpPr>
          <p:cNvPr id="2" name="Freeform 2"/>
          <p:cNvSpPr/>
          <p:nvPr/>
        </p:nvSpPr>
        <p:spPr>
          <a:xfrm>
            <a:off x="0" y="1905000"/>
            <a:ext cx="5207000" cy="4953000"/>
          </a:xfrm>
          <a:custGeom>
            <a:avLst/>
            <a:gdLst/>
            <a:ahLst/>
            <a:cxnLst/>
            <a:rect l="l" t="t" r="r" b="b"/>
            <a:pathLst>
              <a:path w="5207000" h="4953000">
                <a:moveTo>
                  <a:pt x="0" y="4953000"/>
                </a:moveTo>
                <a:cubicBezTo>
                  <a:pt x="0" y="4953000"/>
                  <a:pt x="3759200" y="4952949"/>
                  <a:pt x="4850600" y="4952949"/>
                </a:cubicBezTo>
                <a:cubicBezTo>
                  <a:pt x="5078730" y="4493870"/>
                  <a:pt x="5207000" y="3976421"/>
                  <a:pt x="5207000" y="3429000"/>
                </a:cubicBezTo>
                <a:cubicBezTo>
                  <a:pt x="5207000" y="1535214"/>
                  <a:pt x="3671786" y="0"/>
                  <a:pt x="1778000" y="0"/>
                </a:cubicBezTo>
                <a:cubicBezTo>
                  <a:pt x="1127140" y="0"/>
                  <a:pt x="518387" y="180395"/>
                  <a:pt x="0" y="495300"/>
                </a:cubicBezTo>
                <a:cubicBezTo>
                  <a:pt x="0" y="2972410"/>
                  <a:pt x="0" y="4953000"/>
                  <a:pt x="0" y="4953000"/>
                </a:cubicBezTo>
              </a:path>
            </a:pathLst>
          </a:custGeom>
          <a:solidFill>
            <a:srgbClr val="F29D38">
              <a:alpha val="60000"/>
            </a:srgbClr>
          </a:solidFill>
          <a:ln w="25400" cap="flat" cmpd="sng">
            <a:noFill/>
            <a:prstDash val="solid"/>
            <a:round/>
          </a:ln>
        </p:spPr>
        <p:txBody>
          <a:bodyPr vert="horz" wrap="square" lIns="63500" tIns="63500" rIns="63500" bIns="63500" rtlCol="0" anchor="ctr"/>
          <a:lstStyle/>
          <a:p>
            <a:pPr algn="ctr">
              <a:defRPr/>
            </a:pPr>
          </a:p>
        </p:txBody>
      </p:sp>
      <p:sp>
        <p:nvSpPr>
          <p:cNvPr id="3" name="Freeform 3"/>
          <p:cNvSpPr/>
          <p:nvPr/>
        </p:nvSpPr>
        <p:spPr>
          <a:xfrm>
            <a:off x="4796625" y="5200457"/>
            <a:ext cx="1016286" cy="820798"/>
          </a:xfrm>
          <a:custGeom>
            <a:avLst/>
            <a:gdLst/>
            <a:ahLst/>
            <a:cxnLst/>
            <a:rect l="l" t="t" r="r" b="b"/>
            <a:pathLst>
              <a:path w="1016286" h="820798">
                <a:moveTo>
                  <a:pt x="4679" y="32815"/>
                </a:moveTo>
                <a:lnTo>
                  <a:pt x="203657" y="802851"/>
                </a:lnTo>
                <a:cubicBezTo>
                  <a:pt x="206554" y="814060"/>
                  <a:pt x="217988" y="820798"/>
                  <a:pt x="229197" y="817902"/>
                </a:cubicBezTo>
                <a:lnTo>
                  <a:pt x="994797" y="620070"/>
                </a:lnTo>
                <a:cubicBezTo>
                  <a:pt x="1012852" y="615405"/>
                  <a:pt x="1016286" y="591259"/>
                  <a:pt x="1000248" y="581745"/>
                </a:cubicBezTo>
                <a:lnTo>
                  <a:pt x="35670" y="9543"/>
                </a:lnTo>
                <a:cubicBezTo>
                  <a:pt x="19583" y="0"/>
                  <a:pt x="0" y="14707"/>
                  <a:pt x="4679" y="32815"/>
                </a:cubicBezTo>
                <a:moveTo>
                  <a:pt x="249187" y="327125"/>
                </a:moveTo>
                <a:lnTo>
                  <a:pt x="325177" y="621203"/>
                </a:lnTo>
                <a:lnTo>
                  <a:pt x="619253" y="545212"/>
                </a:lnTo>
                <a:lnTo>
                  <a:pt x="249187" y="327125"/>
                </a:lnTo>
              </a:path>
            </a:pathLst>
          </a:custGeom>
          <a:solidFill>
            <a:srgbClr val="F05F42">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a:off x="4889500" y="5600700"/>
            <a:ext cx="829469" cy="423367"/>
          </a:xfrm>
          <a:custGeom>
            <a:avLst/>
            <a:gdLst/>
            <a:ahLst/>
            <a:cxnLst/>
            <a:rect l="l" t="t" r="r" b="b"/>
            <a:pathLst>
              <a:path w="829469" h="423367">
                <a:moveTo>
                  <a:pt x="102817" y="401545"/>
                </a:moveTo>
                <a:lnTo>
                  <a:pt x="0" y="0"/>
                </a:lnTo>
                <a:lnTo>
                  <a:pt x="181769" y="51991"/>
                </a:lnTo>
                <a:lnTo>
                  <a:pt x="226219" y="223441"/>
                </a:lnTo>
                <a:lnTo>
                  <a:pt x="515156" y="148386"/>
                </a:lnTo>
                <a:lnTo>
                  <a:pt x="829469" y="238919"/>
                </a:lnTo>
                <a:lnTo>
                  <a:pt x="133815" y="419826"/>
                </a:lnTo>
                <a:cubicBezTo>
                  <a:pt x="120203" y="423367"/>
                  <a:pt x="106305" y="415171"/>
                  <a:pt x="102817" y="401545"/>
                </a:cubicBezTo>
              </a:path>
            </a:pathLst>
          </a:custGeom>
          <a:solidFill>
            <a:srgbClr val="000000">
              <a:alpha val="10000"/>
            </a:srgbClr>
          </a:soli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11658600" y="5118100"/>
            <a:ext cx="533400" cy="1397000"/>
          </a:xfrm>
          <a:custGeom>
            <a:avLst/>
            <a:gdLst/>
            <a:ahLst/>
            <a:cxnLst/>
            <a:rect l="l" t="t" r="r" b="b"/>
            <a:pathLst>
              <a:path w="533400" h="1397000">
                <a:moveTo>
                  <a:pt x="533400" y="1397000"/>
                </a:moveTo>
                <a:lnTo>
                  <a:pt x="533400" y="0"/>
                </a:lnTo>
                <a:cubicBezTo>
                  <a:pt x="226930" y="78501"/>
                  <a:pt x="0" y="361465"/>
                  <a:pt x="0" y="698508"/>
                </a:cubicBezTo>
                <a:cubicBezTo>
                  <a:pt x="0" y="1035538"/>
                  <a:pt x="226930" y="1318501"/>
                  <a:pt x="533400" y="1397000"/>
                </a:cubicBezTo>
              </a:path>
            </a:pathLst>
          </a:custGeom>
          <a:solidFill>
            <a:srgbClr val="91C8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Freeform 6"/>
          <p:cNvSpPr/>
          <p:nvPr/>
        </p:nvSpPr>
        <p:spPr>
          <a:xfrm>
            <a:off x="10706100" y="6604000"/>
            <a:ext cx="149648" cy="249401"/>
          </a:xfrm>
          <a:custGeom>
            <a:avLst/>
            <a:gdLst/>
            <a:ahLst/>
            <a:cxnLst/>
            <a:rect l="l" t="t" r="r" b="b"/>
            <a:pathLst>
              <a:path w="149648" h="249401">
                <a:moveTo>
                  <a:pt x="43456" y="135101"/>
                </a:moveTo>
                <a:cubicBezTo>
                  <a:pt x="81553" y="58903"/>
                  <a:pt x="149648" y="0"/>
                  <a:pt x="149648" y="0"/>
                </a:cubicBezTo>
                <a:cubicBezTo>
                  <a:pt x="149648" y="0"/>
                  <a:pt x="110821" y="52553"/>
                  <a:pt x="104471" y="135101"/>
                </a:cubicBezTo>
                <a:cubicBezTo>
                  <a:pt x="98121" y="217651"/>
                  <a:pt x="117171" y="249401"/>
                  <a:pt x="117171" y="249401"/>
                </a:cubicBezTo>
                <a:lnTo>
                  <a:pt x="0" y="249401"/>
                </a:lnTo>
                <a:cubicBezTo>
                  <a:pt x="0" y="249401"/>
                  <a:pt x="5358" y="211301"/>
                  <a:pt x="43456" y="135101"/>
                </a:cubicBezTo>
              </a:path>
            </a:pathLst>
          </a:custGeom>
          <a:solidFill>
            <a:srgbClr val="FFFFFF">
              <a:alpha val="102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1" r:link="rId2"/>
          <a:srcRect l="156" r="156"/>
          <a:stretch>
            <a:fillRect/>
          </a:stretch>
        </p:blipFill>
        <p:spPr>
          <a:xfrm>
            <a:off x="558800" y="723900"/>
            <a:ext cx="4038600" cy="6134100"/>
          </a:xfrm>
          <a:prstGeom prst="rect">
            <a:avLst/>
          </a:prstGeom>
          <a:noFill/>
          <a:ln w="25400" cap="flat" cmpd="sng">
            <a:noFill/>
            <a:prstDash val="solid"/>
            <a:round/>
          </a:ln>
        </p:spPr>
      </p:pic>
      <p:sp>
        <p:nvSpPr>
          <p:cNvPr id="8" name="Freeform 8"/>
          <p:cNvSpPr/>
          <p:nvPr/>
        </p:nvSpPr>
        <p:spPr>
          <a:xfrm>
            <a:off x="527484" y="2663923"/>
            <a:ext cx="3668278" cy="3069949"/>
          </a:xfrm>
          <a:custGeom>
            <a:avLst/>
            <a:gdLst/>
            <a:ahLst/>
            <a:cxnLst/>
            <a:rect l="l" t="t" r="r" b="b"/>
            <a:pathLst>
              <a:path w="3668278" h="3069949">
                <a:moveTo>
                  <a:pt x="1819908" y="16021"/>
                </a:moveTo>
                <a:cubicBezTo>
                  <a:pt x="1819908" y="16021"/>
                  <a:pt x="1909633" y="0"/>
                  <a:pt x="2207664" y="227409"/>
                </a:cubicBezTo>
                <a:cubicBezTo>
                  <a:pt x="2374402" y="346167"/>
                  <a:pt x="2466376" y="473998"/>
                  <a:pt x="2466376" y="473998"/>
                </a:cubicBezTo>
                <a:lnTo>
                  <a:pt x="2336556" y="1243002"/>
                </a:lnTo>
                <a:cubicBezTo>
                  <a:pt x="2336556" y="1243002"/>
                  <a:pt x="2123641" y="1363018"/>
                  <a:pt x="2103384" y="1411405"/>
                </a:cubicBezTo>
                <a:cubicBezTo>
                  <a:pt x="2071469" y="1459780"/>
                  <a:pt x="2016453" y="1626353"/>
                  <a:pt x="1948584" y="1658166"/>
                </a:cubicBezTo>
                <a:cubicBezTo>
                  <a:pt x="1866250" y="1709665"/>
                  <a:pt x="1662961" y="1819444"/>
                  <a:pt x="1662961" y="1819444"/>
                </a:cubicBezTo>
                <a:lnTo>
                  <a:pt x="1649118" y="1780848"/>
                </a:lnTo>
                <a:lnTo>
                  <a:pt x="1423325" y="1884201"/>
                </a:lnTo>
                <a:lnTo>
                  <a:pt x="1430450" y="1961925"/>
                </a:lnTo>
                <a:cubicBezTo>
                  <a:pt x="1430450" y="1961925"/>
                  <a:pt x="1453462" y="2091173"/>
                  <a:pt x="1501036" y="2176314"/>
                </a:cubicBezTo>
                <a:cubicBezTo>
                  <a:pt x="1526525" y="2234200"/>
                  <a:pt x="1640292" y="2364756"/>
                  <a:pt x="1692286" y="2365277"/>
                </a:cubicBezTo>
                <a:cubicBezTo>
                  <a:pt x="1744279" y="2365785"/>
                  <a:pt x="1849194" y="2306285"/>
                  <a:pt x="1858059" y="2300126"/>
                </a:cubicBezTo>
                <a:cubicBezTo>
                  <a:pt x="1866923" y="2293954"/>
                  <a:pt x="1867076" y="2271361"/>
                  <a:pt x="1860370" y="2253479"/>
                </a:cubicBezTo>
                <a:cubicBezTo>
                  <a:pt x="1851112" y="2228803"/>
                  <a:pt x="1827223" y="2209524"/>
                  <a:pt x="1827223" y="2209524"/>
                </a:cubicBezTo>
                <a:cubicBezTo>
                  <a:pt x="1827223" y="2209524"/>
                  <a:pt x="1909316" y="2160261"/>
                  <a:pt x="2012529" y="2097675"/>
                </a:cubicBezTo>
                <a:cubicBezTo>
                  <a:pt x="2098927" y="2045301"/>
                  <a:pt x="2206597" y="1975476"/>
                  <a:pt x="2310636" y="1895733"/>
                </a:cubicBezTo>
                <a:cubicBezTo>
                  <a:pt x="2365157" y="1853950"/>
                  <a:pt x="2417202" y="1813805"/>
                  <a:pt x="2465004" y="1776772"/>
                </a:cubicBezTo>
                <a:cubicBezTo>
                  <a:pt x="2624567" y="1653188"/>
                  <a:pt x="2737000" y="1576531"/>
                  <a:pt x="2737000" y="1576531"/>
                </a:cubicBezTo>
                <a:cubicBezTo>
                  <a:pt x="2737000" y="1576531"/>
                  <a:pt x="2861702" y="1616980"/>
                  <a:pt x="2985260" y="1647473"/>
                </a:cubicBezTo>
                <a:cubicBezTo>
                  <a:pt x="3111041" y="1678499"/>
                  <a:pt x="3243552" y="1701435"/>
                  <a:pt x="3243552" y="1701435"/>
                </a:cubicBezTo>
                <a:lnTo>
                  <a:pt x="3497209" y="1579617"/>
                </a:lnTo>
                <a:cubicBezTo>
                  <a:pt x="3497209" y="1579617"/>
                  <a:pt x="3640084" y="1630861"/>
                  <a:pt x="3657814" y="2000787"/>
                </a:cubicBezTo>
                <a:cubicBezTo>
                  <a:pt x="3668278" y="2507034"/>
                  <a:pt x="3464164" y="2487197"/>
                  <a:pt x="3464164" y="2487197"/>
                </a:cubicBezTo>
                <a:cubicBezTo>
                  <a:pt x="3464164" y="2487197"/>
                  <a:pt x="3286199" y="2529272"/>
                  <a:pt x="3094340" y="2422427"/>
                </a:cubicBezTo>
                <a:cubicBezTo>
                  <a:pt x="2935387" y="2350024"/>
                  <a:pt x="2732288" y="2182791"/>
                  <a:pt x="2732288" y="2182791"/>
                </a:cubicBezTo>
                <a:cubicBezTo>
                  <a:pt x="2732288" y="2182791"/>
                  <a:pt x="2712235" y="2639876"/>
                  <a:pt x="2718687" y="2732663"/>
                </a:cubicBezTo>
                <a:cubicBezTo>
                  <a:pt x="2713150" y="2777252"/>
                  <a:pt x="2284194" y="2957973"/>
                  <a:pt x="1792501" y="2985913"/>
                </a:cubicBezTo>
                <a:cubicBezTo>
                  <a:pt x="1306802" y="3024305"/>
                  <a:pt x="808672" y="2920496"/>
                  <a:pt x="808672" y="2920496"/>
                </a:cubicBezTo>
                <a:cubicBezTo>
                  <a:pt x="808672" y="2920496"/>
                  <a:pt x="555895" y="3069949"/>
                  <a:pt x="290527" y="2894588"/>
                </a:cubicBezTo>
                <a:cubicBezTo>
                  <a:pt x="55134" y="2739025"/>
                  <a:pt x="16425" y="2064160"/>
                  <a:pt x="19008" y="1703505"/>
                </a:cubicBezTo>
                <a:cubicBezTo>
                  <a:pt x="19008" y="1476379"/>
                  <a:pt x="0" y="971890"/>
                  <a:pt x="226377" y="582368"/>
                </a:cubicBezTo>
                <a:cubicBezTo>
                  <a:pt x="500318" y="197208"/>
                  <a:pt x="912805" y="32983"/>
                  <a:pt x="912805" y="32983"/>
                </a:cubicBezTo>
                <a:cubicBezTo>
                  <a:pt x="912805" y="32983"/>
                  <a:pt x="979541" y="221851"/>
                  <a:pt x="1117122" y="460890"/>
                </a:cubicBezTo>
                <a:cubicBezTo>
                  <a:pt x="1244113" y="681524"/>
                  <a:pt x="1387740" y="899593"/>
                  <a:pt x="1387740" y="899593"/>
                </a:cubicBezTo>
                <a:cubicBezTo>
                  <a:pt x="1387740" y="899593"/>
                  <a:pt x="1388514" y="871065"/>
                  <a:pt x="1447112" y="723032"/>
                </a:cubicBezTo>
                <a:cubicBezTo>
                  <a:pt x="1501265" y="582220"/>
                  <a:pt x="1577414" y="400752"/>
                  <a:pt x="1577414" y="400752"/>
                </a:cubicBezTo>
                <a:lnTo>
                  <a:pt x="1599004" y="396898"/>
                </a:lnTo>
                <a:lnTo>
                  <a:pt x="1928213" y="814782"/>
                </a:lnTo>
                <a:cubicBezTo>
                  <a:pt x="1928213" y="814782"/>
                  <a:pt x="1882430" y="500832"/>
                  <a:pt x="1864650" y="310990"/>
                </a:cubicBezTo>
                <a:cubicBezTo>
                  <a:pt x="1833789" y="90809"/>
                  <a:pt x="1819908" y="16021"/>
                  <a:pt x="1819908" y="16021"/>
                </a:cubicBezTo>
              </a:path>
            </a:pathLst>
          </a:custGeom>
          <a:solidFill>
            <a:srgbClr val="57A4B9">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r:link="rId2"/>
          <a:srcRect t="106" b="106"/>
          <a:stretch>
            <a:fillRect/>
          </a:stretch>
        </p:blipFill>
        <p:spPr>
          <a:xfrm>
            <a:off x="812800" y="2705100"/>
            <a:ext cx="2870200" cy="2921000"/>
          </a:xfrm>
          <a:prstGeom prst="rect">
            <a:avLst/>
          </a:prstGeom>
          <a:noFill/>
          <a:ln w="25400" cap="flat" cmpd="sng">
            <a:noFill/>
            <a:prstDash val="solid"/>
            <a:round/>
          </a:ln>
        </p:spPr>
      </p:pic>
      <p:pic>
        <p:nvPicPr>
          <p:cNvPr id="10" name="Picture 10"/>
          <p:cNvPicPr>
            <a:picLocks noChangeAspect="1"/>
          </p:cNvPicPr>
          <p:nvPr/>
        </p:nvPicPr>
        <p:blipFill>
          <a:blip r:embed="rId4" r:link="rId2"/>
          <a:srcRect t="151" b="151"/>
          <a:stretch>
            <a:fillRect/>
          </a:stretch>
        </p:blipFill>
        <p:spPr>
          <a:xfrm>
            <a:off x="571500" y="2679700"/>
            <a:ext cx="2425700" cy="2095500"/>
          </a:xfrm>
          <a:prstGeom prst="rect">
            <a:avLst/>
          </a:prstGeom>
          <a:noFill/>
          <a:ln w="25400" cap="flat" cmpd="sng">
            <a:noFill/>
            <a:prstDash val="solid"/>
            <a:round/>
          </a:ln>
        </p:spPr>
      </p:pic>
      <p:sp>
        <p:nvSpPr>
          <p:cNvPr id="11" name="Freeform 11"/>
          <p:cNvSpPr/>
          <p:nvPr/>
        </p:nvSpPr>
        <p:spPr>
          <a:xfrm>
            <a:off x="3810000" y="0"/>
            <a:ext cx="762000" cy="444500"/>
          </a:xfrm>
          <a:custGeom>
            <a:avLst/>
            <a:gdLst/>
            <a:ahLst/>
            <a:cxnLst/>
            <a:rect l="l" t="t" r="r" b="b"/>
            <a:pathLst>
              <a:path w="762000" h="444500">
                <a:moveTo>
                  <a:pt x="756213" y="0"/>
                </a:moveTo>
                <a:cubicBezTo>
                  <a:pt x="760021" y="22454"/>
                  <a:pt x="762000" y="45582"/>
                  <a:pt x="762000" y="69205"/>
                </a:cubicBezTo>
                <a:cubicBezTo>
                  <a:pt x="762000" y="282781"/>
                  <a:pt x="600281" y="444500"/>
                  <a:pt x="386705" y="444500"/>
                </a:cubicBezTo>
                <a:cubicBezTo>
                  <a:pt x="173130" y="444500"/>
                  <a:pt x="0" y="282781"/>
                  <a:pt x="0" y="69205"/>
                </a:cubicBezTo>
                <a:cubicBezTo>
                  <a:pt x="0" y="45582"/>
                  <a:pt x="2118" y="22454"/>
                  <a:pt x="6175" y="0"/>
                </a:cubicBezTo>
                <a:lnTo>
                  <a:pt x="756213" y="0"/>
                </a:lnTo>
              </a:path>
            </a:pathLst>
          </a:custGeom>
          <a:solidFill>
            <a:srgbClr val="91C8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4025900" y="0"/>
            <a:ext cx="546100" cy="444500"/>
          </a:xfrm>
          <a:custGeom>
            <a:avLst/>
            <a:gdLst/>
            <a:ahLst/>
            <a:cxnLst/>
            <a:rect l="l" t="t" r="r" b="b"/>
            <a:pathLst>
              <a:path w="546100" h="444500">
                <a:moveTo>
                  <a:pt x="534316" y="0"/>
                </a:moveTo>
                <a:cubicBezTo>
                  <a:pt x="541599" y="24277"/>
                  <a:pt x="546100" y="48005"/>
                  <a:pt x="546100" y="69574"/>
                </a:cubicBezTo>
                <a:cubicBezTo>
                  <a:pt x="546100" y="282941"/>
                  <a:pt x="376340" y="444500"/>
                  <a:pt x="166924" y="444500"/>
                </a:cubicBezTo>
                <a:cubicBezTo>
                  <a:pt x="107027" y="444500"/>
                  <a:pt x="0" y="416545"/>
                  <a:pt x="0" y="416545"/>
                </a:cubicBezTo>
                <a:cubicBezTo>
                  <a:pt x="0" y="416545"/>
                  <a:pt x="242585" y="443828"/>
                  <a:pt x="360863" y="265904"/>
                </a:cubicBezTo>
                <a:cubicBezTo>
                  <a:pt x="431189" y="175346"/>
                  <a:pt x="455475" y="80973"/>
                  <a:pt x="459153" y="0"/>
                </a:cubicBezTo>
                <a:lnTo>
                  <a:pt x="534316" y="0"/>
                </a:lnTo>
              </a:path>
            </a:pathLst>
          </a:custGeom>
          <a:solidFill>
            <a:srgbClr val="000000">
              <a:alpha val="1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5219700" y="1778000"/>
            <a:ext cx="6134100" cy="1524000"/>
          </a:xfrm>
          <a:prstGeom prst="rect">
            <a:avLst/>
          </a:prstGeom>
          <a:noFill/>
          <a:ln w="12700" cap="flat" cmpd="sng">
            <a:noFill/>
            <a:prstDash val="solid"/>
            <a:round/>
          </a:ln>
        </p:spPr>
        <p:txBody>
          <a:bodyPr vert="horz" wrap="square" lIns="0" tIns="0" rIns="0" bIns="0" rtlCol="0" anchor="ctr" anchorCtr="0"/>
          <a:lstStyle/>
          <a:p>
            <a:pPr indent="0" algn="r">
              <a:lnSpc>
                <a:spcPct val="125000"/>
              </a:lnSpc>
              <a:defRPr/>
            </a:pPr>
            <a:r>
              <a:rPr lang="en-US" sz="72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THANK YOU</a:t>
            </a:r>
            <a:endParaRPr lang="en-US" sz="1100"/>
          </a:p>
        </p:txBody>
      </p:sp>
      <p:sp>
        <p:nvSpPr>
          <p:cNvPr id="14" name="AutoShape 14"/>
          <p:cNvSpPr/>
          <p:nvPr/>
        </p:nvSpPr>
        <p:spPr>
          <a:xfrm>
            <a:off x="5219700" y="3556000"/>
            <a:ext cx="3656965" cy="889000"/>
          </a:xfrm>
          <a:prstGeom prst="rect">
            <a:avLst/>
          </a:prstGeom>
          <a:noFill/>
          <a:ln w="12700" cap="flat" cmpd="sng">
            <a:noFill/>
            <a:prstDash val="solid"/>
            <a:round/>
          </a:ln>
        </p:spPr>
        <p:txBody>
          <a:bodyPr vert="horz" wrap="square" lIns="0" tIns="0" rIns="0" bIns="0" rtlCol="0" anchor="ctr" anchorCtr="0"/>
          <a:lstStyle/>
          <a:p>
            <a:pPr indent="0" algn="r">
              <a:lnSpc>
                <a:spcPct val="125000"/>
              </a:lnSpc>
              <a:defRPr/>
            </a:pPr>
            <a:r>
              <a:rPr lang="en-US" sz="4800" b="1" i="0" u="none" strike="noStrike" spc="400">
                <a:solidFill>
                  <a:srgbClr val="F05F42"/>
                </a:solidFill>
                <a:latin typeface="微软雅黑" panose="020B0503020204020204" charset="-122"/>
                <a:ea typeface="微软雅黑" panose="020B0503020204020204" charset="-122"/>
                <a:cs typeface="微软雅黑" panose="020B0503020204020204" charset="-122"/>
                <a:sym typeface="微软雅黑" panose="020B0503020204020204" charset="-122"/>
              </a:rPr>
              <a:t>    感谢聆听</a:t>
            </a:r>
            <a:endParaRPr lang="en-US" sz="4800"/>
          </a:p>
        </p:txBody>
      </p:sp>
      <p:sp>
        <p:nvSpPr>
          <p:cNvPr id="15" name="AutoShape 15"/>
          <p:cNvSpPr/>
          <p:nvPr/>
        </p:nvSpPr>
        <p:spPr>
          <a:xfrm>
            <a:off x="5219700" y="4826000"/>
            <a:ext cx="6134100" cy="508000"/>
          </a:xfrm>
          <a:prstGeom prst="rect">
            <a:avLst/>
          </a:prstGeom>
          <a:noFill/>
          <a:ln w="12700" cap="flat" cmpd="sng">
            <a:noFill/>
            <a:prstDash val="solid"/>
            <a:round/>
          </a:ln>
        </p:spPr>
        <p:txBody>
          <a:bodyPr vert="horz" wrap="square" lIns="0" tIns="0" rIns="0" bIns="0" rtlCol="0" anchor="ctr" anchorCtr="0"/>
          <a:lstStyle/>
          <a:p>
            <a:pPr indent="0" algn="r">
              <a:lnSpc>
                <a:spcPct val="125000"/>
              </a:lnSpc>
              <a:defRPr/>
            </a:pPr>
            <a:endParaRPr lang="en-US" sz="1100"/>
          </a:p>
        </p:txBody>
      </p:sp>
    </p:spTree>
  </p:cSld>
  <p:clrMapOvr>
    <a:masterClrMapping/>
  </p:clrMapOvr>
</p:sld>
</file>

<file path=ppt/tags/tag1.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2.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xml><?xml version="1.0" encoding="utf-8"?>
<p:tagLst xmlns:p="http://schemas.openxmlformats.org/presentationml/2006/main">
  <p:tag name="KSO_WM_UNIT_TYPE" val="i"/>
  <p:tag name="KSO_WM_UNIT_INDEX" val="10"/>
  <p:tag name="KSO_WM_BEAUTIFY_FLAG" val="#wm#"/>
  <p:tag name="KSO_WM_TAG_VERSION" val="3.0"/>
  <p:tag name="KSO_WM_UNIT_ID" val="_1*i*1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xml><?xml version="1.0" encoding="utf-8"?>
<p:tagLst xmlns:p="http://schemas.openxmlformats.org/presentationml/2006/main">
  <p:tag name="KSO_WM_UNIT_TYPE" val="i"/>
  <p:tag name="KSO_WM_UNIT_INDEX" val="9"/>
  <p:tag name="KSO_WM_BEAUTIFY_FLAG" val="#wm#"/>
  <p:tag name="KSO_WM_TAG_VERSION" val="3.0"/>
  <p:tag name="KSO_WM_UNIT_ID" val="_1*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xml><?xml version="1.0" encoding="utf-8"?>
<p:tagLst xmlns:p="http://schemas.openxmlformats.org/presentationml/2006/main">
  <p:tag name="KSO_WM_UNIT_TYPE" val="i"/>
  <p:tag name="KSO_WM_UNIT_INDEX" val="7"/>
  <p:tag name="KSO_WM_BEAUTIFY_FLAG" val="#wm#"/>
  <p:tag name="KSO_WM_TAG_VERSION" val="3.0"/>
  <p:tag name="KSO_WM_UNIT_ID" val="_1*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xml><?xml version="1.0" encoding="utf-8"?>
<p:tagLst xmlns:p="http://schemas.openxmlformats.org/presentationml/2006/main">
  <p:tag name="KSO_WM_UNIT_TYPE" val="i"/>
  <p:tag name="KSO_WM_UNIT_INDEX" val="5"/>
  <p:tag name="KSO_WM_BEAUTIFY_FLAG" val="#wm#"/>
  <p:tag name="KSO_WM_TAG_VERSION" val="3.0"/>
  <p:tag name="KSO_WM_UNIT_ID" val="_1*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xml><?xml version="1.0" encoding="utf-8"?>
<p:tagLst xmlns:p="http://schemas.openxmlformats.org/presentationml/2006/main">
  <p:tag name="KSO_WM_UNIT_TYPE" val="i"/>
  <p:tag name="KSO_WM_UNIT_INDEX" val="8"/>
  <p:tag name="KSO_WM_BEAUTIFY_FLAG" val="#wm#"/>
  <p:tag name="KSO_WM_TAG_VERSION" val="3.0"/>
  <p:tag name="KSO_WM_UNIT_ID" val="_1*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xml><?xml version="1.0" encoding="utf-8"?>
<p:tagLst xmlns:p="http://schemas.openxmlformats.org/presentationml/2006/main">
  <p:tag name="KSO_WM_UNIT_TYPE" val="i"/>
  <p:tag name="KSO_WM_UNIT_INDEX" val="3"/>
  <p:tag name="KSO_WM_BEAUTIFY_FLAG" val="#wm#"/>
  <p:tag name="KSO_WM_TAG_VERSION" val="3.0"/>
  <p:tag name="KSO_WM_UNIT_ID" val="_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xml><?xml version="1.0" encoding="utf-8"?>
<p:tagLst xmlns:p="http://schemas.openxmlformats.org/presentationml/2006/main">
  <p:tag name="KSO_WM_UNIT_TYPE" val="i"/>
  <p:tag name="KSO_WM_UNIT_INDEX" val="4"/>
  <p:tag name="KSO_WM_BEAUTIFY_FLAG" val="#wm#"/>
  <p:tag name="KSO_WM_TAG_VERSION" val="3.0"/>
  <p:tag name="KSO_WM_UNIT_ID" val="_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xml><?xml version="1.0" encoding="utf-8"?>
<p:tagLst xmlns:p="http://schemas.openxmlformats.org/presentationml/2006/main">
  <p:tag name="KSO_WM_UNIT_TYPE" val="i"/>
  <p:tag name="KSO_WM_UNIT_INDEX" val="6"/>
  <p:tag name="KSO_WM_BEAUTIFY_FLAG" val="#wm#"/>
  <p:tag name="KSO_WM_TAG_VERSION" val="3.0"/>
  <p:tag name="KSO_WM_UNIT_ID" val="_1*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xml><?xml version="1.0" encoding="utf-8"?>
<p:tagLst xmlns:p="http://schemas.openxmlformats.org/presentationml/2006/main">
  <p:tag name="KSO_WM_UNIT_TYPE" val="i"/>
  <p:tag name="KSO_WM_UNIT_INDEX" val="15"/>
  <p:tag name="KSO_WM_BEAUTIFY_FLAG" val="#wm#"/>
  <p:tag name="KSO_WM_TAG_VERSION" val="3.0"/>
  <p:tag name="KSO_WM_UNIT_ID" val="_1*i*1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xml><?xml version="1.0" encoding="utf-8"?>
<p:tagLst xmlns:p="http://schemas.openxmlformats.org/presentationml/2006/main">
  <p:tag name="KSO_WM_UNIT_TYPE" val="i"/>
  <p:tag name="KSO_WM_UNIT_INDEX" val="16"/>
  <p:tag name="KSO_WM_BEAUTIFY_FLAG" val="#wm#"/>
  <p:tag name="KSO_WM_TAG_VERSION" val="3.0"/>
  <p:tag name="KSO_WM_UNIT_ID" val="_1*i*1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xml><?xml version="1.0" encoding="utf-8"?>
<p:tagLst xmlns:p="http://schemas.openxmlformats.org/presentationml/2006/main">
  <p:tag name="KSO_WM_UNIT_TYPE" val="i"/>
  <p:tag name="KSO_WM_UNIT_INDEX" val="1"/>
  <p:tag name="KSO_WM_BEAUTIFY_FLAG" val="#wm#"/>
  <p:tag name="KSO_WM_TAG_VERSION" val="3.0"/>
  <p:tag name="KSO_WM_UNIT_ID" val="_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xml><?xml version="1.0" encoding="utf-8"?>
<p:tagLst xmlns:p="http://schemas.openxmlformats.org/presentationml/2006/main">
  <p:tag name="KSO_WM_UNIT_TYPE" val="i"/>
  <p:tag name="KSO_WM_UNIT_INDEX" val="2"/>
  <p:tag name="KSO_WM_BEAUTIFY_FLAG" val="#wm#"/>
  <p:tag name="KSO_WM_TAG_VERSION" val="3.0"/>
  <p:tag name="KSO_WM_UNIT_ID" val="_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xml><?xml version="1.0" encoding="utf-8"?>
<p:tagLst xmlns:p="http://schemas.openxmlformats.org/presentationml/2006/main">
  <p:tag name="KSO_WM_UNIT_TYPE" val="i"/>
  <p:tag name="KSO_WM_UNIT_INDEX" val="11"/>
  <p:tag name="KSO_WM_BEAUTIFY_FLAG" val="#wm#"/>
  <p:tag name="KSO_WM_TAG_VERSION" val="3.0"/>
  <p:tag name="KSO_WM_UNIT_ID" val="_1*i*1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xml><?xml version="1.0" encoding="utf-8"?>
<p:tagLst xmlns:p="http://schemas.openxmlformats.org/presentationml/2006/main">
  <p:tag name="KSO_WM_UNIT_TYPE" val="i"/>
  <p:tag name="KSO_WM_UNIT_INDEX" val="12"/>
  <p:tag name="KSO_WM_BEAUTIFY_FLAG" val="#wm#"/>
  <p:tag name="KSO_WM_TAG_VERSION" val="3.0"/>
  <p:tag name="KSO_WM_UNIT_ID" val="_1*i*1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xml><?xml version="1.0" encoding="utf-8"?>
<p:tagLst xmlns:p="http://schemas.openxmlformats.org/presentationml/2006/main">
  <p:tag name="KSO_WM_UNIT_TYPE" val="i"/>
  <p:tag name="KSO_WM_UNIT_INDEX" val="13"/>
  <p:tag name="KSO_WM_BEAUTIFY_FLAG" val="#wm#"/>
  <p:tag name="KSO_WM_TAG_VERSION" val="3.0"/>
  <p:tag name="KSO_WM_UNIT_ID" val="_1*i*1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xml><?xml version="1.0" encoding="utf-8"?>
<p:tagLst xmlns:p="http://schemas.openxmlformats.org/presentationml/2006/main">
  <p:tag name="KSO_WM_UNIT_TYPE" val="i"/>
  <p:tag name="KSO_WM_UNIT_INDEX" val="14"/>
  <p:tag name="KSO_WM_BEAUTIFY_FLAG" val="#wm#"/>
  <p:tag name="KSO_WM_TAG_VERSION" val="3.0"/>
  <p:tag name="KSO_WM_UNIT_ID" val="_1*i*1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22.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4.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5.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PRESET_TEXT" val="署名"/>
  <p:tag name="KSO_WM_UNIT_ID" val="_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6.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2*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27.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3;第二级&#13;第三级&#13;第四级&#13;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8.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9.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0.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1.xml><?xml version="1.0" encoding="utf-8"?>
<p:tagLst xmlns:p="http://schemas.openxmlformats.org/presentationml/2006/main">
  <p:tag name="KSO_WM_UNIT_TYPE" val="i"/>
  <p:tag name="KSO_WM_UNIT_INDEX" val="1"/>
  <p:tag name="KSO_WM_BEAUTIFY_FLAG" val="#wm#"/>
  <p:tag name="KSO_WM_TAG_VERSION" val="3.0"/>
  <p:tag name="KSO_WM_UNIT_ID" val="_3*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2.xml><?xml version="1.0" encoding="utf-8"?>
<p:tagLst xmlns:p="http://schemas.openxmlformats.org/presentationml/2006/main">
  <p:tag name="KSO_WM_UNIT_TYPE" val="i"/>
  <p:tag name="KSO_WM_UNIT_INDEX" val="2"/>
  <p:tag name="KSO_WM_BEAUTIFY_FLAG" val="#wm#"/>
  <p:tag name="KSO_WM_TAG_VERSION" val="3.0"/>
  <p:tag name="KSO_WM_UNIT_ID" val="_3*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3.xml><?xml version="1.0" encoding="utf-8"?>
<p:tagLst xmlns:p="http://schemas.openxmlformats.org/presentationml/2006/main">
  <p:tag name="KSO_WM_UNIT_TYPE" val="i"/>
  <p:tag name="KSO_WM_UNIT_INDEX" val="3"/>
  <p:tag name="KSO_WM_BEAUTIFY_FLAG" val="#wm#"/>
  <p:tag name="KSO_WM_TAG_VERSION" val="3.0"/>
  <p:tag name="KSO_WM_UNIT_ID" val="_3*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4.xml><?xml version="1.0" encoding="utf-8"?>
<p:tagLst xmlns:p="http://schemas.openxmlformats.org/presentationml/2006/main">
  <p:tag name="KSO_WM_UNIT_TYPE" val="i"/>
  <p:tag name="KSO_WM_UNIT_INDEX" val="8"/>
  <p:tag name="KSO_WM_BEAUTIFY_FLAG" val="#wm#"/>
  <p:tag name="KSO_WM_TAG_VERSION" val="3.0"/>
  <p:tag name="KSO_WM_UNIT_ID" val="_3*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5.xml><?xml version="1.0" encoding="utf-8"?>
<p:tagLst xmlns:p="http://schemas.openxmlformats.org/presentationml/2006/main">
  <p:tag name="KSO_WM_UNIT_TYPE" val="i"/>
  <p:tag name="KSO_WM_UNIT_INDEX" val="4"/>
  <p:tag name="KSO_WM_BEAUTIFY_FLAG" val="#wm#"/>
  <p:tag name="KSO_WM_TAG_VERSION" val="3.0"/>
  <p:tag name="KSO_WM_UNIT_ID" val="_3*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6.xml><?xml version="1.0" encoding="utf-8"?>
<p:tagLst xmlns:p="http://schemas.openxmlformats.org/presentationml/2006/main">
  <p:tag name="KSO_WM_UNIT_TYPE" val="i"/>
  <p:tag name="KSO_WM_UNIT_INDEX" val="9"/>
  <p:tag name="KSO_WM_BEAUTIFY_FLAG" val="#wm#"/>
  <p:tag name="KSO_WM_TAG_VERSION" val="3.0"/>
  <p:tag name="KSO_WM_UNIT_ID" val="_3*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7.xml><?xml version="1.0" encoding="utf-8"?>
<p:tagLst xmlns:p="http://schemas.openxmlformats.org/presentationml/2006/main">
  <p:tag name="KSO_WM_UNIT_TYPE" val="i"/>
  <p:tag name="KSO_WM_UNIT_INDEX" val="10"/>
  <p:tag name="KSO_WM_BEAUTIFY_FLAG" val="#wm#"/>
  <p:tag name="KSO_WM_TAG_VERSION" val="3.0"/>
  <p:tag name="KSO_WM_UNIT_ID" val="_3*i*1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8.xml><?xml version="1.0" encoding="utf-8"?>
<p:tagLst xmlns:p="http://schemas.openxmlformats.org/presentationml/2006/main">
  <p:tag name="KSO_WM_UNIT_TYPE" val="i"/>
  <p:tag name="KSO_WM_UNIT_INDEX" val="5"/>
  <p:tag name="KSO_WM_BEAUTIFY_FLAG" val="#wm#"/>
  <p:tag name="KSO_WM_TAG_VERSION" val="3.0"/>
  <p:tag name="KSO_WM_UNIT_ID" val="_3*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9.xml><?xml version="1.0" encoding="utf-8"?>
<p:tagLst xmlns:p="http://schemas.openxmlformats.org/presentationml/2006/main">
  <p:tag name="KSO_WM_UNIT_TYPE" val="i"/>
  <p:tag name="KSO_WM_UNIT_INDEX" val="6"/>
  <p:tag name="KSO_WM_BEAUTIFY_FLAG" val="#wm#"/>
  <p:tag name="KSO_WM_TAG_VERSION" val="3.0"/>
  <p:tag name="KSO_WM_UNIT_ID" val="_3*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0.xml><?xml version="1.0" encoding="utf-8"?>
<p:tagLst xmlns:p="http://schemas.openxmlformats.org/presentationml/2006/main">
  <p:tag name="KSO_WM_UNIT_TYPE" val="i"/>
  <p:tag name="KSO_WM_UNIT_INDEX" val="7"/>
  <p:tag name="KSO_WM_BEAUTIFY_FLAG" val="#wm#"/>
  <p:tag name="KSO_WM_TAG_VERSION" val="3.0"/>
  <p:tag name="KSO_WM_UNIT_ID" val="_3*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1.xml><?xml version="1.0" encoding="utf-8"?>
<p:tagLst xmlns:p="http://schemas.openxmlformats.org/presentationml/2006/main">
  <p:tag name="KSO_WM_UNIT_TYPE" val="a"/>
  <p:tag name="KSO_WM_UNIT_INDEX" val="1"/>
  <p:tag name="KSO_WM_BEAUTIFY_FLAG" val="#wm#"/>
  <p:tag name="KSO_WM_TAG_VERSION" val="3.0"/>
  <p:tag name="KSO_WM_UNIT_PRESET_TEXT" val="标题"/>
  <p:tag name="KSO_WM_UNIT_ID" val="_3*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1"/>
  <p:tag name="KSO_WM_UNIT_VALUE" val="17"/>
</p:tagLst>
</file>

<file path=ppt/tags/tag42.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3.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4.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5.xml><?xml version="1.0" encoding="utf-8"?>
<p:tagLst xmlns:p="http://schemas.openxmlformats.org/presentationml/2006/main">
  <p:tag name="KSO_WM_UNIT_TYPE" val="i"/>
  <p:tag name="KSO_WM_UNIT_INDEX" val="1"/>
  <p:tag name="KSO_WM_BEAUTIFY_FLAG" val="#wm#"/>
  <p:tag name="KSO_WM_TAG_VERSION" val="3.0"/>
  <p:tag name="KSO_WM_UNIT_ID" val="_4*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6.xml><?xml version="1.0" encoding="utf-8"?>
<p:tagLst xmlns:p="http://schemas.openxmlformats.org/presentationml/2006/main">
  <p:tag name="KSO_WM_UNIT_TYPE" val="i"/>
  <p:tag name="KSO_WM_UNIT_INDEX" val="5"/>
  <p:tag name="KSO_WM_BEAUTIFY_FLAG" val="#wm#"/>
  <p:tag name="KSO_WM_TAG_VERSION" val="3.0"/>
  <p:tag name="KSO_WM_UNIT_ID" val="_4*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7.xml><?xml version="1.0" encoding="utf-8"?>
<p:tagLst xmlns:p="http://schemas.openxmlformats.org/presentationml/2006/main">
  <p:tag name="KSO_WM_UNIT_TYPE" val="i"/>
  <p:tag name="KSO_WM_UNIT_INDEX" val="4"/>
  <p:tag name="KSO_WM_BEAUTIFY_FLAG" val="#wm#"/>
  <p:tag name="KSO_WM_TAG_VERSION" val="3.0"/>
  <p:tag name="KSO_WM_UNIT_ID" val="_4*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8.xml><?xml version="1.0" encoding="utf-8"?>
<p:tagLst xmlns:p="http://schemas.openxmlformats.org/presentationml/2006/main">
  <p:tag name="KSO_WM_UNIT_TYPE" val="i"/>
  <p:tag name="KSO_WM_UNIT_INDEX" val="6"/>
  <p:tag name="KSO_WM_BEAUTIFY_FLAG" val="#wm#"/>
  <p:tag name="KSO_WM_TAG_VERSION" val="3.0"/>
  <p:tag name="KSO_WM_UNIT_ID" val="_4*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9.xml><?xml version="1.0" encoding="utf-8"?>
<p:tagLst xmlns:p="http://schemas.openxmlformats.org/presentationml/2006/main">
  <p:tag name="KSO_WM_UNIT_TYPE" val="i"/>
  <p:tag name="KSO_WM_UNIT_INDEX" val="2"/>
  <p:tag name="KSO_WM_BEAUTIFY_FLAG" val="#wm#"/>
  <p:tag name="KSO_WM_TAG_VERSION" val="3.0"/>
  <p:tag name="KSO_WM_UNIT_ID" val="_4*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0.xml><?xml version="1.0" encoding="utf-8"?>
<p:tagLst xmlns:p="http://schemas.openxmlformats.org/presentationml/2006/main">
  <p:tag name="KSO_WM_UNIT_TYPE" val="i"/>
  <p:tag name="KSO_WM_UNIT_INDEX" val="3"/>
  <p:tag name="KSO_WM_BEAUTIFY_FLAG" val="#wm#"/>
  <p:tag name="KSO_WM_TAG_VERSION" val="3.0"/>
  <p:tag name="KSO_WM_UNIT_ID" val="_4*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1.xml><?xml version="1.0" encoding="utf-8"?>
<p:tagLst xmlns:p="http://schemas.openxmlformats.org/presentationml/2006/main">
  <p:tag name="KSO_WM_UNIT_TYPE" val="e"/>
  <p:tag name="KSO_WM_UNIT_INDEX" val="2"/>
  <p:tag name="KSO_WM_BEAUTIFY_FLAG" val="#wm#"/>
  <p:tag name="KSO_WM_TAG_VERSION" val="3.0"/>
  <p:tag name="KSO_WM_UNIT_ID" val="_4*e*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PRESET_TEXT_INDEX" val="0"/>
  <p:tag name="KSO_WM_UNIT_PRESET_TEXT_LEN" val="0"/>
</p:tagLst>
</file>

<file path=ppt/tags/tag52.xml><?xml version="1.0" encoding="utf-8"?>
<p:tagLst xmlns:p="http://schemas.openxmlformats.org/presentationml/2006/main">
  <p:tag name="KSO_WM_UNIT_TYPE" val="i"/>
  <p:tag name="KSO_WM_UNIT_INDEX" val="10"/>
  <p:tag name="KSO_WM_BEAUTIFY_FLAG" val="#wm#"/>
  <p:tag name="KSO_WM_TAG_VERSION" val="3.0"/>
  <p:tag name="KSO_WM_UNIT_ID" val="_4*i*1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3.xml><?xml version="1.0" encoding="utf-8"?>
<p:tagLst xmlns:p="http://schemas.openxmlformats.org/presentationml/2006/main">
  <p:tag name="KSO_WM_UNIT_TYPE" val="i"/>
  <p:tag name="KSO_WM_UNIT_INDEX" val="8"/>
  <p:tag name="KSO_WM_BEAUTIFY_FLAG" val="#wm#"/>
  <p:tag name="KSO_WM_TAG_VERSION" val="3.0"/>
  <p:tag name="KSO_WM_UNIT_ID" val="_4*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4.xml><?xml version="1.0" encoding="utf-8"?>
<p:tagLst xmlns:p="http://schemas.openxmlformats.org/presentationml/2006/main">
  <p:tag name="KSO_WM_UNIT_TYPE" val="i"/>
  <p:tag name="KSO_WM_UNIT_INDEX" val="7"/>
  <p:tag name="KSO_WM_BEAUTIFY_FLAG" val="#wm#"/>
  <p:tag name="KSO_WM_TAG_VERSION" val="3.0"/>
  <p:tag name="KSO_WM_UNIT_ID" val="_4*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5.xml><?xml version="1.0" encoding="utf-8"?>
<p:tagLst xmlns:p="http://schemas.openxmlformats.org/presentationml/2006/main">
  <p:tag name="KSO_WM_UNIT_TYPE" val="i"/>
  <p:tag name="KSO_WM_UNIT_INDEX" val="9"/>
  <p:tag name="KSO_WM_BEAUTIFY_FLAG" val="#wm#"/>
  <p:tag name="KSO_WM_TAG_VERSION" val="3.0"/>
  <p:tag name="KSO_WM_UNIT_ID" val="_4*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6.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57.xml><?xml version="1.0" encoding="utf-8"?>
<p:tagLst xmlns:p="http://schemas.openxmlformats.org/presentationml/2006/main">
  <p:tag name="KSO_WM_UNIT_TYPE" val="e"/>
  <p:tag name="KSO_WM_UNIT_INDEX" val="1"/>
  <p:tag name="KSO_WM_BEAUTIFY_FLAG" val="#wm#"/>
  <p:tag name="KSO_WM_TAG_VERSION" val="3.0"/>
  <p:tag name="KSO_WM_UNIT_PRESET_TEXT" val="节编号"/>
  <p:tag name="KSO_WM_UNIT_ID" val="_4*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8.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9.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0.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1.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5*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62.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3;第二级&#13;第三级&#13;第四级&#13;第五级"/>
  <p:tag name="KSO_WM_UNIT_ID" val="_5*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3.xml><?xml version="1.0" encoding="utf-8"?>
<p:tagLst xmlns:p="http://schemas.openxmlformats.org/presentationml/2006/main">
  <p:tag name="KSO_WM_UNIT_TYPE" val="f"/>
  <p:tag name="KSO_WM_UNIT_SUBTYPE" val="a"/>
  <p:tag name="KSO_WM_UNIT_INDEX" val="2"/>
  <p:tag name="KSO_WM_BEAUTIFY_FLAG" val="#wm#"/>
  <p:tag name="KSO_WM_TAG_VERSION" val="3.0"/>
  <p:tag name="KSO_WM_UNIT_PRESET_TEXT" val="单击此处编辑母版文本样式&#13;第二级&#13;第三级&#13;第四级&#13;第五级"/>
  <p:tag name="KSO_WM_UNIT_ID" val="_5*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4.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5.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6.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7.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6*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68.xml><?xml version="1.0" encoding="utf-8"?>
<p:tagLst xmlns:p="http://schemas.openxmlformats.org/presentationml/2006/main">
  <p:tag name="KSO_WM_UNIT_TYPE" val="h_a"/>
  <p:tag name="KSO_WM_UNIT_INDEX" val="1_1"/>
  <p:tag name="KSO_WM_BEAUTIFY_FLAG" val="#wm#"/>
  <p:tag name="KSO_WM_TAG_VERSION" val="3.0"/>
  <p:tag name="KSO_WM_UNIT_PRESET_TEXT" val="单击此处编辑母版文本样式"/>
  <p:tag name="KSO_WM_UNIT_ID" val="_6*h_a*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Lst>
</file>

<file path=ppt/tags/tag69.xml><?xml version="1.0" encoding="utf-8"?>
<p:tagLst xmlns:p="http://schemas.openxmlformats.org/presentationml/2006/main">
  <p:tag name="KSO_WM_UNIT_TYPE" val="h_f"/>
  <p:tag name="KSO_WM_UNIT_SUBTYPE" val="a"/>
  <p:tag name="KSO_WM_UNIT_INDEX" val="1_1"/>
  <p:tag name="KSO_WM_BEAUTIFY_FLAG" val="#wm#"/>
  <p:tag name="KSO_WM_TAG_VERSION" val="3.0"/>
  <p:tag name="KSO_WM_UNIT_PRESET_TEXT" val="单击此处编辑母版文本样式&#13;第二级&#13;第三级&#13;第四级&#13;第五级"/>
  <p:tag name="KSO_WM_UNIT_ID" val="_6*h_f*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Lst>
</file>

<file path=ppt/tags/tag70.xml><?xml version="1.0" encoding="utf-8"?>
<p:tagLst xmlns:p="http://schemas.openxmlformats.org/presentationml/2006/main">
  <p:tag name="KSO_WM_UNIT_TYPE" val="h_a"/>
  <p:tag name="KSO_WM_UNIT_INDEX" val="2_1"/>
  <p:tag name="KSO_WM_BEAUTIFY_FLAG" val="#wm#"/>
  <p:tag name="KSO_WM_TAG_VERSION" val="3.0"/>
  <p:tag name="KSO_WM_UNIT_PRESET_TEXT" val="单击此处编辑母版文本样式"/>
  <p:tag name="KSO_WM_UNIT_ID" val="_6*h_a*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Lst>
</file>

<file path=ppt/tags/tag71.xml><?xml version="1.0" encoding="utf-8"?>
<p:tagLst xmlns:p="http://schemas.openxmlformats.org/presentationml/2006/main">
  <p:tag name="KSO_WM_UNIT_TYPE" val="h_f"/>
  <p:tag name="KSO_WM_UNIT_SUBTYPE" val="a"/>
  <p:tag name="KSO_WM_UNIT_INDEX" val="2_1"/>
  <p:tag name="KSO_WM_BEAUTIFY_FLAG" val="#wm#"/>
  <p:tag name="KSO_WM_TAG_VERSION" val="3.0"/>
  <p:tag name="KSO_WM_UNIT_PRESET_TEXT" val="单击此处编辑母版文本样式&#13;第二级&#13;第三级&#13;第四级&#13;第五级"/>
  <p:tag name="KSO_WM_UNIT_ID" val="_6*h_f*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Lst>
</file>

<file path=ppt/tags/tag72.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3.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4.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5.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76.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7.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8.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9.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0.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1.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2.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3;第二级&#13;第三级&#13;第四级&#13;第五级"/>
  <p:tag name="KSO_WM_UNIT_ID" val="_9*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3.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4.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5.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6.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1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87.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10*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88.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9.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0.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1.xml><?xml version="1.0" encoding="utf-8"?>
<p:tagLst xmlns:p="http://schemas.openxmlformats.org/presentationml/2006/main">
  <p:tag name="KSO_WM_UNIT_TYPE" val="i"/>
  <p:tag name="KSO_WM_UNIT_INDEX" val="1"/>
  <p:tag name="KSO_WM_BEAUTIFY_FLAG" val="#wm#"/>
  <p:tag name="KSO_WM_TAG_VERSION" val="3.0"/>
  <p:tag name="KSO_WM_UNIT_ID" val="_1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2.xml><?xml version="1.0" encoding="utf-8"?>
<p:tagLst xmlns:p="http://schemas.openxmlformats.org/presentationml/2006/main">
  <p:tag name="KSO_WM_UNIT_TYPE" val="i"/>
  <p:tag name="KSO_WM_UNIT_INDEX" val="8"/>
  <p:tag name="KSO_WM_BEAUTIFY_FLAG" val="#wm#"/>
  <p:tag name="KSO_WM_TAG_VERSION" val="3.0"/>
  <p:tag name="KSO_WM_UNIT_ID" val="_11*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3.xml><?xml version="1.0" encoding="utf-8"?>
<p:tagLst xmlns:p="http://schemas.openxmlformats.org/presentationml/2006/main">
  <p:tag name="KSO_WM_UNIT_TYPE" val="i"/>
  <p:tag name="KSO_WM_UNIT_INDEX" val="9"/>
  <p:tag name="KSO_WM_BEAUTIFY_FLAG" val="#wm#"/>
  <p:tag name="KSO_WM_TAG_VERSION" val="3.0"/>
  <p:tag name="KSO_WM_UNIT_ID" val="_11*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4.xml><?xml version="1.0" encoding="utf-8"?>
<p:tagLst xmlns:p="http://schemas.openxmlformats.org/presentationml/2006/main">
  <p:tag name="KSO_WM_UNIT_TYPE" val="i"/>
  <p:tag name="KSO_WM_UNIT_INDEX" val="11"/>
  <p:tag name="KSO_WM_BEAUTIFY_FLAG" val="#wm#"/>
  <p:tag name="KSO_WM_TAG_VERSION" val="3.0"/>
  <p:tag name="KSO_WM_UNIT_ID" val="_11*i*1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5.xml><?xml version="1.0" encoding="utf-8"?>
<p:tagLst xmlns:p="http://schemas.openxmlformats.org/presentationml/2006/main">
  <p:tag name="KSO_WM_UNIT_TYPE" val="i"/>
  <p:tag name="KSO_WM_UNIT_INDEX" val="10"/>
  <p:tag name="KSO_WM_BEAUTIFY_FLAG" val="#wm#"/>
  <p:tag name="KSO_WM_TAG_VERSION" val="3.0"/>
  <p:tag name="KSO_WM_UNIT_ID" val="_11*i*1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6.xml><?xml version="1.0" encoding="utf-8"?>
<p:tagLst xmlns:p="http://schemas.openxmlformats.org/presentationml/2006/main">
  <p:tag name="KSO_WM_UNIT_TYPE" val="i"/>
  <p:tag name="KSO_WM_UNIT_INDEX" val="3"/>
  <p:tag name="KSO_WM_BEAUTIFY_FLAG" val="#wm#"/>
  <p:tag name="KSO_WM_TAG_VERSION" val="3.0"/>
  <p:tag name="KSO_WM_UNIT_ID" val="_1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7.xml><?xml version="1.0" encoding="utf-8"?>
<p:tagLst xmlns:p="http://schemas.openxmlformats.org/presentationml/2006/main">
  <p:tag name="KSO_WM_UNIT_TYPE" val="i"/>
  <p:tag name="KSO_WM_UNIT_INDEX" val="2"/>
  <p:tag name="KSO_WM_BEAUTIFY_FLAG" val="#wm#"/>
  <p:tag name="KSO_WM_TAG_VERSION" val="3.0"/>
  <p:tag name="KSO_WM_UNIT_ID" val="_1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8.xml><?xml version="1.0" encoding="utf-8"?>
<p:tagLst xmlns:p="http://schemas.openxmlformats.org/presentationml/2006/main">
  <p:tag name="KSO_WM_UNIT_TYPE" val="i"/>
  <p:tag name="KSO_WM_UNIT_INDEX" val="5"/>
  <p:tag name="KSO_WM_BEAUTIFY_FLAG" val="#wm#"/>
  <p:tag name="KSO_WM_TAG_VERSION" val="3.0"/>
  <p:tag name="KSO_WM_UNIT_ID" val="_11*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9.xml><?xml version="1.0" encoding="utf-8"?>
<p:tagLst xmlns:p="http://schemas.openxmlformats.org/presentationml/2006/main">
  <p:tag name="KSO_WM_UNIT_TYPE" val="i"/>
  <p:tag name="KSO_WM_UNIT_INDEX" val="4"/>
  <p:tag name="KSO_WM_BEAUTIFY_FLAG" val="#wm#"/>
  <p:tag name="KSO_WM_TAG_VERSION" val="3.0"/>
  <p:tag name="KSO_WM_UNIT_ID" val="_1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0.xml><?xml version="1.0" encoding="utf-8"?>
<p:tagLst xmlns:p="http://schemas.openxmlformats.org/presentationml/2006/main">
  <p:tag name="KSO_WM_UNIT_TYPE" val="i"/>
  <p:tag name="KSO_WM_UNIT_INDEX" val="6"/>
  <p:tag name="KSO_WM_BEAUTIFY_FLAG" val="#wm#"/>
  <p:tag name="KSO_WM_TAG_VERSION" val="3.0"/>
  <p:tag name="KSO_WM_UNIT_ID" val="_11*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1.xml><?xml version="1.0" encoding="utf-8"?>
<p:tagLst xmlns:p="http://schemas.openxmlformats.org/presentationml/2006/main">
  <p:tag name="KSO_WM_UNIT_TYPE" val="i"/>
  <p:tag name="KSO_WM_UNIT_INDEX" val="7"/>
  <p:tag name="KSO_WM_BEAUTIFY_FLAG" val="#wm#"/>
  <p:tag name="KSO_WM_TAG_VERSION" val="3.0"/>
  <p:tag name="KSO_WM_UNIT_ID" val="_11*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2.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1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1"/>
</p:tagLst>
</file>

<file path=ppt/tags/tag103.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4.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5.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6.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PRESET_TEXT" val="署名"/>
  <p:tag name="KSO_WM_UNIT_ID" val="_1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63"/>
</p:tagLst>
</file>

<file path=ppt/tags/tag107.xml><?xml version="1.0" encoding="utf-8"?>
<p:tagLst xmlns:p="http://schemas.openxmlformats.org/presentationml/2006/main">
  <p:tag name="KSO_WM_UNIT_TYPE" val="i"/>
  <p:tag name="KSO_WM_UNIT_INDEX" val="1"/>
  <p:tag name="KSO_WM_BEAUTIFY_FLAG" val="#wm#"/>
  <p:tag name="KSO_WM_TAG_VERSION" val="3.0"/>
  <p:tag name="KSO_WM_UNIT_ID" val="_0*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8.xml><?xml version="1.0" encoding="utf-8"?>
<p:tagLst xmlns:p="http://schemas.openxmlformats.org/presentationml/2006/main">
  <p:tag name="KSO_WM_UNIT_TYPE" val="i"/>
  <p:tag name="KSO_WM_UNIT_INDEX" val="2"/>
  <p:tag name="KSO_WM_BEAUTIFY_FLAG" val="#wm#"/>
  <p:tag name="KSO_WM_TAG_VERSION" val="3.0"/>
  <p:tag name="KSO_WM_UNIT_ID" val="_0*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9.xml><?xml version="1.0" encoding="utf-8"?>
<p:tagLst xmlns:p="http://schemas.openxmlformats.org/presentationml/2006/main">
  <p:tag name="KSO_WM_UNIT_TYPE" val="a"/>
  <p:tag name="KSO_WM_UNIT_INDEX" val="1"/>
  <p:tag name="KSO_WM_BEAUTIFY_FLAG" val="#wm#"/>
  <p:tag name="KSO_WM_TAG_VERSION" val="1.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CATEGORY" val="custom"/>
  <p:tag name="KSO_WM_TEMPLATE_INDEX" val="20233370"/>
</p:tagLst>
</file>

<file path=ppt/tags/tag110.xml><?xml version="1.0" encoding="utf-8"?>
<p:tagLst xmlns:p="http://schemas.openxmlformats.org/presentationml/2006/main">
  <p:tag name="KSO_WM_UNIT_TYPE" val="f"/>
  <p:tag name="KSO_WM_UNIT_SUBTYPE" val="a"/>
  <p:tag name="KSO_WM_UNIT_INDEX" val="1"/>
  <p:tag name="KSO_WM_BEAUTIFY_FLAG" val="#wm#"/>
  <p:tag name="KSO_WM_TAG_VERSION" val="1.0"/>
  <p:tag name="KSO_WM_UNIT_PRESET_TEXT" val="单击此处编辑母版文本样式&#13;第二级&#13;第三级&#13;第四级&#13;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CATEGORY" val="custom"/>
  <p:tag name="KSO_WM_TEMPLATE_INDEX" val="20233370"/>
</p:tagLst>
</file>

<file path=ppt/tags/tag111.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2.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3.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4.xml><?xml version="1.0" encoding="utf-8"?>
<p:tagLst xmlns:p="http://schemas.openxmlformats.org/presentationml/2006/main">
  <p:tag name="KSO_WM_TEMPLATE_SUBCATEGORY" val="29"/>
  <p:tag name="KSO_WM_TEMPLATE_COLOR_TYPE" val="0"/>
  <p:tag name="KSO_WM_TAG_VERSION" val="3.0"/>
  <p:tag name="KSO_WM_TEMPLATE_THUMBS_INDEX" val="1、9"/>
  <p:tag name="KSO_WM_BEAUTIFY_FLAG" val="#wm#"/>
  <p:tag name="KSO_WM_TEMPLATE_INDEX" val="20233370"/>
  <p:tag name="KSO_WM_TEMPLATE_CATEGORY" val="custom"/>
  <p:tag name="KSO_WM_TEMPLATE_MASTER_TYPE" val="0"/>
</p:tagLst>
</file>

<file path=ppt/tags/tag115.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116.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7.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8.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9.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120.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1.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2.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3.xml><?xml version="1.0" encoding="utf-8"?>
<p:tagLst xmlns:p="http://schemas.openxmlformats.org/presentationml/2006/main">
  <p:tag name="KSO_WM_UNIT_INDEX" val="4"/>
  <p:tag name="KSO_WM_UNIT_TYPE" val="j"/>
  <p:tag name="KSO_WM_BEAUTIFY_FLAG" val="#wm#"/>
</p:tagLst>
</file>

<file path=ppt/tags/tag124.xml><?xml version="1.0" encoding="utf-8"?>
<p:tagLst xmlns:p="http://schemas.openxmlformats.org/presentationml/2006/main">
  <p:tag name="KSO_WM_UNIT_INDEX" val="1_1_1"/>
  <p:tag name="KSO_WM_UNIT_TYPE" val="l_h_a"/>
  <p:tag name="KSO_WM_TEMPLATE_CATEGORY" val="diagram"/>
  <p:tag name="KSO_WM_TEMPLATE_INDEX" val="19882022"/>
  <p:tag name="KSO_WM_DIAGRAM_GROUP_CODE" val="l1-1"/>
  <p:tag name="KSO_WM_TAG_VERSION" val="2.0"/>
  <p:tag name="KSO_WM_BEAUTIFY_FLAG" val="#wm#"/>
  <p:tag name="KSO_WM_DIAGRAM_VIRTUALLY_FRAME" val="{&quot;height&quot;:219.5,&quot;left&quot;:89.8,&quot;top&quot;:94.5,&quot;width&quot;:810.2}"/>
</p:tagLst>
</file>

<file path=ppt/tags/tag125.xml><?xml version="1.0" encoding="utf-8"?>
<p:tagLst xmlns:p="http://schemas.openxmlformats.org/presentationml/2006/main">
  <p:tag name="KSO_WM_UNIT_INDEX" val="1_1_2"/>
  <p:tag name="KSO_WM_UNIT_TYPE" val="l_h_f"/>
  <p:tag name="KSO_WM_UNIT_SUBTYPE" val="a"/>
  <p:tag name="KSO_WM_TEMPLATE_CATEGORY" val="diagram"/>
  <p:tag name="KSO_WM_TEMPLATE_INDEX" val="19882022"/>
  <p:tag name="KSO_WM_DIAGRAM_GROUP_CODE" val="l1-1"/>
  <p:tag name="KSO_WM_TAG_VERSION" val="2.0"/>
  <p:tag name="KSO_WM_BEAUTIFY_FLAG" val="#wm#"/>
  <p:tag name="KSO_WM_DIAGRAM_VIRTUALLY_FRAME" val="{&quot;height&quot;:219.5,&quot;left&quot;:89.8,&quot;top&quot;:94.5,&quot;width&quot;:810.2}"/>
</p:tagLst>
</file>

<file path=ppt/tags/tag126.xml><?xml version="1.0" encoding="utf-8"?>
<p:tagLst xmlns:p="http://schemas.openxmlformats.org/presentationml/2006/main">
  <p:tag name="KSO_WM_UNIT_INDEX" val="1_2_1"/>
  <p:tag name="KSO_WM_UNIT_TYPE" val="l_h_a"/>
  <p:tag name="KSO_WM_TEMPLATE_CATEGORY" val="diagram"/>
  <p:tag name="KSO_WM_TEMPLATE_INDEX" val="19882022"/>
  <p:tag name="KSO_WM_DIAGRAM_GROUP_CODE" val="l1-1"/>
  <p:tag name="KSO_WM_TAG_VERSION" val="2.0"/>
  <p:tag name="KSO_WM_BEAUTIFY_FLAG" val="#wm#"/>
  <p:tag name="KSO_WM_DIAGRAM_VIRTUALLY_FRAME" val="{&quot;height&quot;:219.5,&quot;left&quot;:89.8,&quot;top&quot;:94.5,&quot;width&quot;:810.2}"/>
</p:tagLst>
</file>

<file path=ppt/tags/tag127.xml><?xml version="1.0" encoding="utf-8"?>
<p:tagLst xmlns:p="http://schemas.openxmlformats.org/presentationml/2006/main">
  <p:tag name="KSO_WM_UNIT_INDEX" val="1_2_2"/>
  <p:tag name="KSO_WM_UNIT_TYPE" val="l_h_f"/>
  <p:tag name="KSO_WM_UNIT_SUBTYPE" val="a"/>
  <p:tag name="KSO_WM_TEMPLATE_CATEGORY" val="diagram"/>
  <p:tag name="KSO_WM_TEMPLATE_INDEX" val="19882022"/>
  <p:tag name="KSO_WM_DIAGRAM_GROUP_CODE" val="l1-1"/>
  <p:tag name="KSO_WM_TAG_VERSION" val="2.0"/>
  <p:tag name="KSO_WM_BEAUTIFY_FLAG" val="#wm#"/>
  <p:tag name="KSO_WM_DIAGRAM_VIRTUALLY_FRAME" val="{&quot;height&quot;:219.5,&quot;left&quot;:89.8,&quot;top&quot;:94.5,&quot;width&quot;:810.2}"/>
</p:tagLst>
</file>

<file path=ppt/tags/tag128.xml><?xml version="1.0" encoding="utf-8"?>
<p:tagLst xmlns:p="http://schemas.openxmlformats.org/presentationml/2006/main">
  <p:tag name="KSO_WM_UNIT_INDEX" val="1_3_1"/>
  <p:tag name="KSO_WM_UNIT_TYPE" val="l_h_a"/>
  <p:tag name="KSO_WM_TEMPLATE_CATEGORY" val="diagram"/>
  <p:tag name="KSO_WM_TEMPLATE_INDEX" val="19882022"/>
  <p:tag name="KSO_WM_DIAGRAM_GROUP_CODE" val="l1-1"/>
  <p:tag name="KSO_WM_TAG_VERSION" val="2.0"/>
  <p:tag name="KSO_WM_BEAUTIFY_FLAG" val="#wm#"/>
  <p:tag name="KSO_WM_DIAGRAM_VIRTUALLY_FRAME" val="{&quot;height&quot;:219.5,&quot;left&quot;:89.8,&quot;top&quot;:94.5,&quot;width&quot;:810.2}"/>
</p:tagLst>
</file>

<file path=ppt/tags/tag129.xml><?xml version="1.0" encoding="utf-8"?>
<p:tagLst xmlns:p="http://schemas.openxmlformats.org/presentationml/2006/main">
  <p:tag name="KSO_WM_UNIT_INDEX" val="1_3_2"/>
  <p:tag name="KSO_WM_UNIT_TYPE" val="l_h_f"/>
  <p:tag name="KSO_WM_UNIT_SUBTYPE" val="a"/>
  <p:tag name="KSO_WM_TEMPLATE_CATEGORY" val="diagram"/>
  <p:tag name="KSO_WM_TEMPLATE_INDEX" val="19882022"/>
  <p:tag name="KSO_WM_DIAGRAM_GROUP_CODE" val="l1-1"/>
  <p:tag name="KSO_WM_TAG_VERSION" val="2.0"/>
  <p:tag name="KSO_WM_BEAUTIFY_FLAG" val="#wm#"/>
  <p:tag name="KSO_WM_DIAGRAM_VIRTUALLY_FRAME" val="{&quot;height&quot;:219.5,&quot;left&quot;:89.8,&quot;top&quot;:94.5,&quot;width&quot;:810.2}"/>
</p:tagLst>
</file>

<file path=ppt/tags/tag130.xml><?xml version="1.0" encoding="utf-8"?>
<p:tagLst xmlns:p="http://schemas.openxmlformats.org/presentationml/2006/main">
  <p:tag name="KSO_WM_UNIT_INDEX" val="1_4_1"/>
  <p:tag name="KSO_WM_UNIT_TYPE" val="l_h_a"/>
  <p:tag name="KSO_WM_TEMPLATE_CATEGORY" val="diagram"/>
  <p:tag name="KSO_WM_TEMPLATE_INDEX" val="19882022"/>
  <p:tag name="KSO_WM_DIAGRAM_GROUP_CODE" val="l1-1"/>
  <p:tag name="KSO_WM_TAG_VERSION" val="2.0"/>
  <p:tag name="KSO_WM_BEAUTIFY_FLAG" val="#wm#"/>
  <p:tag name="KSO_WM_DIAGRAM_VIRTUALLY_FRAME" val="{&quot;height&quot;:219.5,&quot;left&quot;:89.8,&quot;top&quot;:94.5,&quot;width&quot;:810.2}"/>
</p:tagLst>
</file>

<file path=ppt/tags/tag131.xml><?xml version="1.0" encoding="utf-8"?>
<p:tagLst xmlns:p="http://schemas.openxmlformats.org/presentationml/2006/main">
  <p:tag name="KSO_WM_UNIT_INDEX" val="1_4_2"/>
  <p:tag name="KSO_WM_UNIT_TYPE" val="l_h_f"/>
  <p:tag name="KSO_WM_UNIT_SUBTYPE" val="a"/>
  <p:tag name="KSO_WM_TEMPLATE_CATEGORY" val="diagram"/>
  <p:tag name="KSO_WM_TEMPLATE_INDEX" val="19882022"/>
  <p:tag name="KSO_WM_DIAGRAM_GROUP_CODE" val="l1-1"/>
  <p:tag name="KSO_WM_TAG_VERSION" val="2.0"/>
  <p:tag name="KSO_WM_BEAUTIFY_FLAG" val="#wm#"/>
  <p:tag name="KSO_WM_DIAGRAM_VIRTUALLY_FRAME" val="{&quot;height&quot;:219.5,&quot;left&quot;:89.8,&quot;top&quot;:94.5,&quot;width&quot;:810.2}"/>
</p:tagLst>
</file>

<file path=ppt/tags/tag132.xml><?xml version="1.0" encoding="utf-8"?>
<p:tagLst xmlns:p="http://schemas.openxmlformats.org/presentationml/2006/main">
  <p:tag name="KSO_WM_UNIT_INDEX" val="1_5_1"/>
  <p:tag name="KSO_WM_UNIT_TYPE" val="l_h_a"/>
  <p:tag name="KSO_WM_TEMPLATE_CATEGORY" val="diagram"/>
  <p:tag name="KSO_WM_TEMPLATE_INDEX" val="19882022"/>
  <p:tag name="KSO_WM_DIAGRAM_GROUP_CODE" val="l1-1"/>
  <p:tag name="KSO_WM_TAG_VERSION" val="2.0"/>
  <p:tag name="KSO_WM_BEAUTIFY_FLAG" val="#wm#"/>
  <p:tag name="KSO_WM_DIAGRAM_VIRTUALLY_FRAME" val="{&quot;height&quot;:219.5,&quot;left&quot;:89.8,&quot;top&quot;:94.5,&quot;width&quot;:810.2}"/>
</p:tagLst>
</file>

<file path=ppt/tags/tag133.xml><?xml version="1.0" encoding="utf-8"?>
<p:tagLst xmlns:p="http://schemas.openxmlformats.org/presentationml/2006/main">
  <p:tag name="KSO_WM_UNIT_INDEX" val="1_5_2"/>
  <p:tag name="KSO_WM_UNIT_TYPE" val="l_h_f"/>
  <p:tag name="KSO_WM_UNIT_SUBTYPE" val="a"/>
  <p:tag name="KSO_WM_TEMPLATE_CATEGORY" val="diagram"/>
  <p:tag name="KSO_WM_TEMPLATE_INDEX" val="19882022"/>
  <p:tag name="KSO_WM_DIAGRAM_GROUP_CODE" val="l1-1"/>
  <p:tag name="KSO_WM_TAG_VERSION" val="2.0"/>
  <p:tag name="KSO_WM_BEAUTIFY_FLAG" val="#wm#"/>
  <p:tag name="KSO_WM_DIAGRAM_VIRTUALLY_FRAME" val="{&quot;height&quot;:219.5,&quot;left&quot;:89.8,&quot;top&quot;:94.5,&quot;width&quot;:810.2}"/>
</p:tagLst>
</file>

<file path=ppt/tags/tag134.xml><?xml version="1.0" encoding="utf-8"?>
<p:tagLst xmlns:p="http://schemas.openxmlformats.org/presentationml/2006/main">
  <p:tag name="KSO_WM_UNIT_INDEX" val="1_6_1"/>
  <p:tag name="KSO_WM_UNIT_TYPE" val="l_h_a"/>
  <p:tag name="KSO_WM_TEMPLATE_CATEGORY" val="diagram"/>
  <p:tag name="KSO_WM_TEMPLATE_INDEX" val="19882022"/>
  <p:tag name="KSO_WM_DIAGRAM_GROUP_CODE" val="l1-1"/>
  <p:tag name="KSO_WM_TAG_VERSION" val="2.0"/>
  <p:tag name="KSO_WM_BEAUTIFY_FLAG" val="#wm#"/>
  <p:tag name="KSO_WM_DIAGRAM_VIRTUALLY_FRAME" val="{&quot;height&quot;:219.5,&quot;left&quot;:89.8,&quot;top&quot;:94.5,&quot;width&quot;:810.2}"/>
</p:tagLst>
</file>

<file path=ppt/tags/tag135.xml><?xml version="1.0" encoding="utf-8"?>
<p:tagLst xmlns:p="http://schemas.openxmlformats.org/presentationml/2006/main">
  <p:tag name="KSO_WM_UNIT_INDEX" val="1_6_2"/>
  <p:tag name="KSO_WM_UNIT_TYPE" val="l_h_f"/>
  <p:tag name="KSO_WM_UNIT_SUBTYPE" val="a"/>
  <p:tag name="KSO_WM_TEMPLATE_CATEGORY" val="diagram"/>
  <p:tag name="KSO_WM_TEMPLATE_INDEX" val="19882022"/>
  <p:tag name="KSO_WM_DIAGRAM_GROUP_CODE" val="l1-1"/>
  <p:tag name="KSO_WM_TAG_VERSION" val="2.0"/>
  <p:tag name="KSO_WM_BEAUTIFY_FLAG" val="#wm#"/>
  <p:tag name="KSO_WM_DIAGRAM_VIRTUALLY_FRAME" val="{&quot;height&quot;:219.5,&quot;left&quot;:89.8,&quot;top&quot;:94.5,&quot;width&quot;:810.2}"/>
</p:tagLst>
</file>

<file path=ppt/tags/tag136.xml><?xml version="1.0" encoding="utf-8"?>
<p:tagLst xmlns:p="http://schemas.openxmlformats.org/presentationml/2006/main">
  <p:tag name="KSO_WM_UNIT_INDEX" val="3"/>
  <p:tag name="KSO_WM_UNIT_TYPE" val="i"/>
  <p:tag name="KSO_WM_BEAUTIFY_FLAG" val="#wm#"/>
</p:tagLst>
</file>

<file path=ppt/tags/tag137.xml><?xml version="1.0" encoding="utf-8"?>
<p:tagLst xmlns:p="http://schemas.openxmlformats.org/presentationml/2006/main">
  <p:tag name="KSO_WM_UNIT_TEXT" val="Team Member Roles"/>
  <p:tag name="KSO_WM_UNIT_INDEX" val="1"/>
  <p:tag name="KSO_WM_UNIT_TYPE" val="a"/>
  <p:tag name="KSO_WM_BEAUTIFY_FLAG" val="#wm#"/>
  <p:tag name="KSO_WM_TAG_VERSION" val="3.0"/>
  <p:tag name="KSO_WM_UNIT_PRESET_TEXT" val="单击此处编辑母版标题样式"/>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ID" val="_7*a*1"/>
</p:tagLst>
</file>

<file path=ppt/tags/tag138.xml><?xml version="1.0" encoding="utf-8"?>
<p:tagLst xmlns:p="http://schemas.openxmlformats.org/presentationml/2006/main">
  <p:tag name="KSO_WM_SLIDE_TYPE" val="text"/>
  <p:tag name="KSO_WM_BEAUTIFY_FLAG" val="#wm#"/>
  <p:tag name="KSO_WM_TEMPLATE_SUBCATEGORY" val="29"/>
  <p:tag name="KSO_WM_TEMPLATE_COLOR_TYPE" val="0"/>
  <p:tag name="KSO_WM_TAG_VERSION" val="3.0"/>
  <p:tag name="KSO_WM_SLIDE_SUBTYPE" val="pureTxt"/>
  <p:tag name="KSO_WM_SLIDE_ITEM_CNT" val="0"/>
  <p:tag name="KSO_WM_TEMPLATE_INDEX" val="20233370"/>
  <p:tag name="KSO_WM_TEMPLATE_CATEGORY" val="custom"/>
  <p:tag name="KSO_WM_SLIDE_INDEX" val="8"/>
  <p:tag name="KSO_WM_SLIDE_ID" val="custom20233370_8"/>
  <p:tag name="KSO_WM_TEMPLATE_MASTER_TYPE" val="0"/>
  <p:tag name="KSO_WM_SLIDE_LAYOUT" val="a_f"/>
  <p:tag name="KSO_WM_SLIDE_LAYOUT_CNT" val="1_1"/>
  <p:tag name="KSO_WM_SLIDE_SIZE" val="850*457"/>
  <p:tag name="KSO_WM_SLIDE_POSITION" val="54*28"/>
</p:tagLst>
</file>

<file path=ppt/tags/tag139.xml><?xml version="1.0" encoding="utf-8"?>
<p:tagLst xmlns:p="http://schemas.openxmlformats.org/presentationml/2006/main">
  <p:tag name="KSO_WM_UNIT_INDEX" val="1_1_1"/>
  <p:tag name="KSO_WM_UNIT_TYPE" val="l_h_a"/>
  <p:tag name="KSO_WM_TEMPLATE_CATEGORY" val="diagram"/>
  <p:tag name="KSO_WM_TEMPLATE_INDEX" val="19882022"/>
  <p:tag name="KSO_WM_DIAGRAM_GROUP_CODE" val="l1-1"/>
  <p:tag name="KSO_WM_TAG_VERSION" val="2.0"/>
  <p:tag name="KSO_WM_BEAUTIFY_FLAG" val="#wm#"/>
  <p:tag name="KSO_WM_DIAGRAM_VIRTUALLY_FRAME" val="{&quot;height&quot;:219.5,&quot;left&quot;:89.8,&quot;top&quot;:94.5,&quot;width&quot;:810.2}"/>
</p:tagLst>
</file>

<file path=ppt/tags/tag140.xml><?xml version="1.0" encoding="utf-8"?>
<p:tagLst xmlns:p="http://schemas.openxmlformats.org/presentationml/2006/main">
  <p:tag name="KSO_WM_UNIT_INDEX" val="1_1_2"/>
  <p:tag name="KSO_WM_UNIT_TYPE" val="l_h_f"/>
  <p:tag name="KSO_WM_UNIT_SUBTYPE" val="a"/>
  <p:tag name="KSO_WM_TEMPLATE_CATEGORY" val="diagram"/>
  <p:tag name="KSO_WM_TEMPLATE_INDEX" val="19882022"/>
  <p:tag name="KSO_WM_DIAGRAM_GROUP_CODE" val="l1-1"/>
  <p:tag name="KSO_WM_TAG_VERSION" val="2.0"/>
  <p:tag name="KSO_WM_BEAUTIFY_FLAG" val="#wm#"/>
  <p:tag name="KSO_WM_DIAGRAM_VIRTUALLY_FRAME" val="{&quot;height&quot;:219.5,&quot;left&quot;:89.8,&quot;top&quot;:94.5,&quot;width&quot;:810.2}"/>
</p:tagLst>
</file>

<file path=ppt/tags/tag141.xml><?xml version="1.0" encoding="utf-8"?>
<p:tagLst xmlns:p="http://schemas.openxmlformats.org/presentationml/2006/main">
  <p:tag name="KSO_WM_UNIT_INDEX" val="1_2_1"/>
  <p:tag name="KSO_WM_UNIT_TYPE" val="l_h_a"/>
  <p:tag name="KSO_WM_TEMPLATE_CATEGORY" val="diagram"/>
  <p:tag name="KSO_WM_TEMPLATE_INDEX" val="19882022"/>
  <p:tag name="KSO_WM_DIAGRAM_GROUP_CODE" val="l1-1"/>
  <p:tag name="KSO_WM_TAG_VERSION" val="2.0"/>
  <p:tag name="KSO_WM_BEAUTIFY_FLAG" val="#wm#"/>
  <p:tag name="KSO_WM_DIAGRAM_VIRTUALLY_FRAME" val="{&quot;height&quot;:219.5,&quot;left&quot;:89.8,&quot;top&quot;:94.5,&quot;width&quot;:810.2}"/>
</p:tagLst>
</file>

<file path=ppt/tags/tag142.xml><?xml version="1.0" encoding="utf-8"?>
<p:tagLst xmlns:p="http://schemas.openxmlformats.org/presentationml/2006/main">
  <p:tag name="KSO_WM_UNIT_INDEX" val="1_2_2"/>
  <p:tag name="KSO_WM_UNIT_TYPE" val="l_h_f"/>
  <p:tag name="KSO_WM_UNIT_SUBTYPE" val="a"/>
  <p:tag name="KSO_WM_TEMPLATE_CATEGORY" val="diagram"/>
  <p:tag name="KSO_WM_TEMPLATE_INDEX" val="19882022"/>
  <p:tag name="KSO_WM_DIAGRAM_GROUP_CODE" val="l1-1"/>
  <p:tag name="KSO_WM_TAG_VERSION" val="2.0"/>
  <p:tag name="KSO_WM_BEAUTIFY_FLAG" val="#wm#"/>
  <p:tag name="KSO_WM_DIAGRAM_VIRTUALLY_FRAME" val="{&quot;height&quot;:219.5,&quot;left&quot;:89.8,&quot;top&quot;:94.5,&quot;width&quot;:810.2}"/>
</p:tagLst>
</file>

<file path=ppt/tags/tag143.xml><?xml version="1.0" encoding="utf-8"?>
<p:tagLst xmlns:p="http://schemas.openxmlformats.org/presentationml/2006/main">
  <p:tag name="KSO_WM_UNIT_INDEX" val="1_3_1"/>
  <p:tag name="KSO_WM_UNIT_TYPE" val="l_h_a"/>
  <p:tag name="KSO_WM_TEMPLATE_CATEGORY" val="diagram"/>
  <p:tag name="KSO_WM_TEMPLATE_INDEX" val="19882022"/>
  <p:tag name="KSO_WM_DIAGRAM_GROUP_CODE" val="l1-1"/>
  <p:tag name="KSO_WM_TAG_VERSION" val="2.0"/>
  <p:tag name="KSO_WM_BEAUTIFY_FLAG" val="#wm#"/>
  <p:tag name="KSO_WM_DIAGRAM_VIRTUALLY_FRAME" val="{&quot;height&quot;:219.5,&quot;left&quot;:89.8,&quot;top&quot;:94.5,&quot;width&quot;:810.2}"/>
</p:tagLst>
</file>

<file path=ppt/tags/tag144.xml><?xml version="1.0" encoding="utf-8"?>
<p:tagLst xmlns:p="http://schemas.openxmlformats.org/presentationml/2006/main">
  <p:tag name="KSO_WM_UNIT_INDEX" val="1_3_2"/>
  <p:tag name="KSO_WM_UNIT_TYPE" val="l_h_f"/>
  <p:tag name="KSO_WM_UNIT_SUBTYPE" val="a"/>
  <p:tag name="KSO_WM_TEMPLATE_CATEGORY" val="diagram"/>
  <p:tag name="KSO_WM_TEMPLATE_INDEX" val="19882022"/>
  <p:tag name="KSO_WM_DIAGRAM_GROUP_CODE" val="l1-1"/>
  <p:tag name="KSO_WM_TAG_VERSION" val="2.0"/>
  <p:tag name="KSO_WM_BEAUTIFY_FLAG" val="#wm#"/>
  <p:tag name="KSO_WM_DIAGRAM_VIRTUALLY_FRAME" val="{&quot;height&quot;:219.5,&quot;left&quot;:89.8,&quot;top&quot;:94.5,&quot;width&quot;:810.2}"/>
</p:tagLst>
</file>

<file path=ppt/tags/tag145.xml><?xml version="1.0" encoding="utf-8"?>
<p:tagLst xmlns:p="http://schemas.openxmlformats.org/presentationml/2006/main">
  <p:tag name="KSO_WM_UNIT_INDEX" val="1_4_1"/>
  <p:tag name="KSO_WM_UNIT_TYPE" val="l_h_a"/>
  <p:tag name="KSO_WM_TEMPLATE_CATEGORY" val="diagram"/>
  <p:tag name="KSO_WM_TEMPLATE_INDEX" val="19882022"/>
  <p:tag name="KSO_WM_DIAGRAM_GROUP_CODE" val="l1-1"/>
  <p:tag name="KSO_WM_TAG_VERSION" val="2.0"/>
  <p:tag name="KSO_WM_BEAUTIFY_FLAG" val="#wm#"/>
  <p:tag name="KSO_WM_DIAGRAM_VIRTUALLY_FRAME" val="{&quot;height&quot;:219.5,&quot;left&quot;:89.8,&quot;top&quot;:94.5,&quot;width&quot;:810.2}"/>
</p:tagLst>
</file>

<file path=ppt/tags/tag146.xml><?xml version="1.0" encoding="utf-8"?>
<p:tagLst xmlns:p="http://schemas.openxmlformats.org/presentationml/2006/main">
  <p:tag name="KSO_WM_UNIT_INDEX" val="1_4_2"/>
  <p:tag name="KSO_WM_UNIT_TYPE" val="l_h_f"/>
  <p:tag name="KSO_WM_UNIT_SUBTYPE" val="a"/>
  <p:tag name="KSO_WM_TEMPLATE_CATEGORY" val="diagram"/>
  <p:tag name="KSO_WM_TEMPLATE_INDEX" val="19882022"/>
  <p:tag name="KSO_WM_DIAGRAM_GROUP_CODE" val="l1-1"/>
  <p:tag name="KSO_WM_TAG_VERSION" val="2.0"/>
  <p:tag name="KSO_WM_BEAUTIFY_FLAG" val="#wm#"/>
  <p:tag name="KSO_WM_DIAGRAM_VIRTUALLY_FRAME" val="{&quot;height&quot;:219.5,&quot;left&quot;:89.8,&quot;top&quot;:94.5,&quot;width&quot;:810.2}"/>
</p:tagLst>
</file>

<file path=ppt/tags/tag147.xml><?xml version="1.0" encoding="utf-8"?>
<p:tagLst xmlns:p="http://schemas.openxmlformats.org/presentationml/2006/main">
  <p:tag name="KSO_WM_UNIT_INDEX" val="1_5_1"/>
  <p:tag name="KSO_WM_UNIT_TYPE" val="l_h_a"/>
  <p:tag name="KSO_WM_TEMPLATE_CATEGORY" val="diagram"/>
  <p:tag name="KSO_WM_TEMPLATE_INDEX" val="19882022"/>
  <p:tag name="KSO_WM_DIAGRAM_GROUP_CODE" val="l1-1"/>
  <p:tag name="KSO_WM_TAG_VERSION" val="2.0"/>
  <p:tag name="KSO_WM_BEAUTIFY_FLAG" val="#wm#"/>
  <p:tag name="KSO_WM_DIAGRAM_VIRTUALLY_FRAME" val="{&quot;height&quot;:219.5,&quot;left&quot;:89.8,&quot;top&quot;:94.5,&quot;width&quot;:810.2}"/>
</p:tagLst>
</file>

<file path=ppt/tags/tag148.xml><?xml version="1.0" encoding="utf-8"?>
<p:tagLst xmlns:p="http://schemas.openxmlformats.org/presentationml/2006/main">
  <p:tag name="KSO_WM_UNIT_INDEX" val="1_5_2"/>
  <p:tag name="KSO_WM_UNIT_TYPE" val="l_h_f"/>
  <p:tag name="KSO_WM_UNIT_SUBTYPE" val="a"/>
  <p:tag name="KSO_WM_TEMPLATE_CATEGORY" val="diagram"/>
  <p:tag name="KSO_WM_TEMPLATE_INDEX" val="19882022"/>
  <p:tag name="KSO_WM_DIAGRAM_GROUP_CODE" val="l1-1"/>
  <p:tag name="KSO_WM_TAG_VERSION" val="2.0"/>
  <p:tag name="KSO_WM_BEAUTIFY_FLAG" val="#wm#"/>
  <p:tag name="KSO_WM_DIAGRAM_VIRTUALLY_FRAME" val="{&quot;height&quot;:219.5,&quot;left&quot;:89.8,&quot;top&quot;:94.5,&quot;width&quot;:810.2}"/>
</p:tagLst>
</file>

<file path=ppt/tags/tag149.xml><?xml version="1.0" encoding="utf-8"?>
<p:tagLst xmlns:p="http://schemas.openxmlformats.org/presentationml/2006/main">
  <p:tag name="KSO_WM_UNIT_INDEX" val="1_6_1"/>
  <p:tag name="KSO_WM_UNIT_TYPE" val="l_h_a"/>
  <p:tag name="KSO_WM_TEMPLATE_CATEGORY" val="diagram"/>
  <p:tag name="KSO_WM_TEMPLATE_INDEX" val="19882022"/>
  <p:tag name="KSO_WM_DIAGRAM_GROUP_CODE" val="l1-1"/>
  <p:tag name="KSO_WM_TAG_VERSION" val="2.0"/>
  <p:tag name="KSO_WM_BEAUTIFY_FLAG" val="#wm#"/>
  <p:tag name="KSO_WM_DIAGRAM_VIRTUALLY_FRAME" val="{&quot;height&quot;:219.5,&quot;left&quot;:89.8,&quot;top&quot;:94.5,&quot;width&quot;:810.2}"/>
</p:tagLst>
</file>

<file path=ppt/tags/tag150.xml><?xml version="1.0" encoding="utf-8"?>
<p:tagLst xmlns:p="http://schemas.openxmlformats.org/presentationml/2006/main">
  <p:tag name="KSO_WM_UNIT_INDEX" val="1_6_2"/>
  <p:tag name="KSO_WM_UNIT_TYPE" val="l_h_f"/>
  <p:tag name="KSO_WM_UNIT_SUBTYPE" val="a"/>
  <p:tag name="KSO_WM_TEMPLATE_CATEGORY" val="diagram"/>
  <p:tag name="KSO_WM_TEMPLATE_INDEX" val="19882022"/>
  <p:tag name="KSO_WM_DIAGRAM_GROUP_CODE" val="l1-1"/>
  <p:tag name="KSO_WM_TAG_VERSION" val="2.0"/>
  <p:tag name="KSO_WM_BEAUTIFY_FLAG" val="#wm#"/>
  <p:tag name="KSO_WM_DIAGRAM_VIRTUALLY_FRAME" val="{&quot;height&quot;:219.5,&quot;left&quot;:89.8,&quot;top&quot;:94.5,&quot;width&quot;:810.2}"/>
</p:tagLst>
</file>

<file path=ppt/tags/tag151.xml><?xml version="1.0" encoding="utf-8"?>
<p:tagLst xmlns:p="http://schemas.openxmlformats.org/presentationml/2006/main">
  <p:tag name="KSO_WM_UNIT_INDEX" val="3"/>
  <p:tag name="KSO_WM_UNIT_TYPE" val="i"/>
  <p:tag name="KSO_WM_BEAUTIFY_FLAG" val="#wm#"/>
</p:tagLst>
</file>

<file path=ppt/tags/tag152.xml><?xml version="1.0" encoding="utf-8"?>
<p:tagLst xmlns:p="http://schemas.openxmlformats.org/presentationml/2006/main">
  <p:tag name="KSO_WM_UNIT_TEXT" val="Team Member Roles"/>
  <p:tag name="KSO_WM_UNIT_INDEX" val="1"/>
  <p:tag name="KSO_WM_UNIT_TYPE" val="a"/>
  <p:tag name="KSO_WM_BEAUTIFY_FLAG" val="#wm#"/>
  <p:tag name="KSO_WM_TAG_VERSION" val="3.0"/>
  <p:tag name="KSO_WM_UNIT_PRESET_TEXT" val="单击此处编辑母版标题样式"/>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ID" val="_7*a*1"/>
</p:tagLst>
</file>

<file path=ppt/tags/tag153.xml><?xml version="1.0" encoding="utf-8"?>
<p:tagLst xmlns:p="http://schemas.openxmlformats.org/presentationml/2006/main">
  <p:tag name="KSO_WM_SLIDE_TYPE" val="text"/>
  <p:tag name="KSO_WM_BEAUTIFY_FLAG" val="#wm#"/>
  <p:tag name="KSO_WM_TEMPLATE_SUBCATEGORY" val="29"/>
  <p:tag name="KSO_WM_TEMPLATE_COLOR_TYPE" val="0"/>
  <p:tag name="KSO_WM_TAG_VERSION" val="3.0"/>
  <p:tag name="KSO_WM_SLIDE_SUBTYPE" val="pureTxt"/>
  <p:tag name="KSO_WM_SLIDE_ITEM_CNT" val="0"/>
  <p:tag name="KSO_WM_TEMPLATE_INDEX" val="20233370"/>
  <p:tag name="KSO_WM_TEMPLATE_CATEGORY" val="custom"/>
  <p:tag name="KSO_WM_SLIDE_INDEX" val="8"/>
  <p:tag name="KSO_WM_SLIDE_ID" val="custom20233370_8"/>
  <p:tag name="KSO_WM_TEMPLATE_MASTER_TYPE" val="0"/>
  <p:tag name="KSO_WM_SLIDE_LAYOUT" val="a_f"/>
  <p:tag name="KSO_WM_SLIDE_LAYOUT_CNT" val="1_1"/>
  <p:tag name="KSO_WM_SLIDE_SIZE" val="850*457"/>
  <p:tag name="KSO_WM_SLIDE_POSITION" val="54*28"/>
</p:tagLst>
</file>

<file path=ppt/tags/tag154.xml><?xml version="1.0" encoding="utf-8"?>
<p:tagLst xmlns:p="http://schemas.openxmlformats.org/presentationml/2006/main">
  <p:tag name="KSO_WM_DIAGRAM_VIRTUALLY_FRAME" val="{&quot;height&quot;:370,&quot;left&quot;:60,&quot;top&quot;:110,&quot;width&quot;:820}"/>
</p:tagLst>
</file>

<file path=ppt/tags/tag155.xml><?xml version="1.0" encoding="utf-8"?>
<p:tagLst xmlns:p="http://schemas.openxmlformats.org/presentationml/2006/main">
  <p:tag name="KSO_WM_DIAGRAM_VIRTUALLY_FRAME" val="{&quot;height&quot;:370,&quot;left&quot;:60,&quot;top&quot;:110,&quot;width&quot;:820}"/>
</p:tagLst>
</file>

<file path=ppt/tags/tag156.xml><?xml version="1.0" encoding="utf-8"?>
<p:tagLst xmlns:p="http://schemas.openxmlformats.org/presentationml/2006/main">
  <p:tag name="KSO_WM_DIAGRAM_VIRTUALLY_FRAME" val="{&quot;height&quot;:370,&quot;left&quot;:60,&quot;top&quot;:110,&quot;width&quot;:820}"/>
</p:tagLst>
</file>

<file path=ppt/tags/tag157.xml><?xml version="1.0" encoding="utf-8"?>
<p:tagLst xmlns:p="http://schemas.openxmlformats.org/presentationml/2006/main">
  <p:tag name="KSO_WM_DIAGRAM_VIRTUALLY_FRAME" val="{&quot;height&quot;:370,&quot;left&quot;:60,&quot;top&quot;:110,&quot;width&quot;:820}"/>
</p:tagLst>
</file>

<file path=ppt/tags/tag158.xml><?xml version="1.0" encoding="utf-8"?>
<p:tagLst xmlns:p="http://schemas.openxmlformats.org/presentationml/2006/main">
  <p:tag name="KSO_WM_DIAGRAM_VIRTUALLY_FRAME" val="{&quot;height&quot;:370,&quot;left&quot;:60,&quot;top&quot;:110,&quot;width&quot;:820}"/>
</p:tagLst>
</file>

<file path=ppt/tags/tag159.xml><?xml version="1.0" encoding="utf-8"?>
<p:tagLst xmlns:p="http://schemas.openxmlformats.org/presentationml/2006/main">
  <p:tag name="KSO_WM_DIAGRAM_VIRTUALLY_FRAME" val="{&quot;height&quot;:370,&quot;left&quot;:60,&quot;top&quot;:110,&quot;width&quot;:820}"/>
</p:tagLst>
</file>

<file path=ppt/tags/tag160.xml><?xml version="1.0" encoding="utf-8"?>
<p:tagLst xmlns:p="http://schemas.openxmlformats.org/presentationml/2006/main">
  <p:tag name="KSO_WM_DIAGRAM_VIRTUALLY_FRAME" val="{&quot;height&quot;:370,&quot;left&quot;:60,&quot;top&quot;:110,&quot;width&quot;:820}"/>
</p:tagLst>
</file>

<file path=ppt/tags/tag161.xml><?xml version="1.0" encoding="utf-8"?>
<p:tagLst xmlns:p="http://schemas.openxmlformats.org/presentationml/2006/main">
  <p:tag name="KSO_WM_DIAGRAM_VIRTUALLY_FRAME" val="{&quot;height&quot;:320,&quot;left&quot;:60,&quot;top&quot;:130,&quot;width&quot;:840}"/>
</p:tagLst>
</file>

<file path=ppt/tags/tag162.xml><?xml version="1.0" encoding="utf-8"?>
<p:tagLst xmlns:p="http://schemas.openxmlformats.org/presentationml/2006/main">
  <p:tag name="KSO_WM_DIAGRAM_VIRTUALLY_FRAME" val="{&quot;height&quot;:320,&quot;left&quot;:60,&quot;top&quot;:130,&quot;width&quot;:840}"/>
</p:tagLst>
</file>

<file path=ppt/tags/tag163.xml><?xml version="1.0" encoding="utf-8"?>
<p:tagLst xmlns:p="http://schemas.openxmlformats.org/presentationml/2006/main">
  <p:tag name="KSO_WM_DIAGRAM_VIRTUALLY_FRAME" val="{&quot;height&quot;:320,&quot;left&quot;:60,&quot;top&quot;:130,&quot;width&quot;:840}"/>
</p:tagLst>
</file>

<file path=ppt/tags/tag164.xml><?xml version="1.0" encoding="utf-8"?>
<p:tagLst xmlns:p="http://schemas.openxmlformats.org/presentationml/2006/main">
  <p:tag name="KSO_WM_DIAGRAM_VIRTUALLY_FRAME" val="{&quot;height&quot;:320,&quot;left&quot;:60,&quot;top&quot;:130,&quot;width&quot;:840}"/>
</p:tagLst>
</file>

<file path=ppt/tags/tag165.xml><?xml version="1.0" encoding="utf-8"?>
<p:tagLst xmlns:p="http://schemas.openxmlformats.org/presentationml/2006/main">
  <p:tag name="KSO_WM_DIAGRAM_VIRTUALLY_FRAME" val="{&quot;height&quot;:320,&quot;left&quot;:60,&quot;top&quot;:130,&quot;width&quot;:840}"/>
</p:tagLst>
</file>

<file path=ppt/tags/tag166.xml><?xml version="1.0" encoding="utf-8"?>
<p:tagLst xmlns:p="http://schemas.openxmlformats.org/presentationml/2006/main">
  <p:tag name="KSO_WM_DIAGRAM_VIRTUALLY_FRAME" val="{&quot;height&quot;:320,&quot;left&quot;:60,&quot;top&quot;:130,&quot;width&quot;:840}"/>
</p:tagLst>
</file>

<file path=ppt/tags/tag167.xml><?xml version="1.0" encoding="utf-8"?>
<p:tagLst xmlns:p="http://schemas.openxmlformats.org/presentationml/2006/main">
  <p:tag name="KSO_WM_DIAGRAM_VIRTUALLY_FRAME" val="{&quot;height&quot;:320,&quot;left&quot;:60,&quot;top&quot;:130,&quot;width&quot;:840}"/>
</p:tagLst>
</file>

<file path=ppt/tags/tag168.xml><?xml version="1.0" encoding="utf-8"?>
<p:tagLst xmlns:p="http://schemas.openxmlformats.org/presentationml/2006/main">
  <p:tag name="KSO_WM_DIAGRAM_VIRTUALLY_FRAME" val="{&quot;height&quot;:320,&quot;left&quot;:60,&quot;top&quot;:130,&quot;width&quot;:840}"/>
</p:tagLst>
</file>

<file path=ppt/tags/tag169.xml><?xml version="1.0" encoding="utf-8"?>
<p:tagLst xmlns:p="http://schemas.openxmlformats.org/presentationml/2006/main">
  <p:tag name="KSO_WM_DIAGRAM_VIRTUALLY_FRAME" val="{&quot;height&quot;:320,&quot;left&quot;:60,&quot;top&quot;:130,&quot;width&quot;:840}"/>
</p:tagLst>
</file>

<file path=ppt/tags/tag170.xml><?xml version="1.0" encoding="utf-8"?>
<p:tagLst xmlns:p="http://schemas.openxmlformats.org/presentationml/2006/main">
  <p:tag name="KSO_WM_DIAGRAM_VIRTUALLY_FRAME" val="{&quot;height&quot;:320,&quot;left&quot;:60,&quot;top&quot;:130,&quot;width&quot;:840}"/>
</p:tagLst>
</file>

<file path=ppt/tags/tag171.xml><?xml version="1.0" encoding="utf-8"?>
<p:tagLst xmlns:p="http://schemas.openxmlformats.org/presentationml/2006/main">
  <p:tag name="KSO_WM_DIAGRAM_VIRTUALLY_FRAME" val="{&quot;height&quot;:320,&quot;left&quot;:60,&quot;top&quot;:130,&quot;width&quot;:840}"/>
</p:tagLst>
</file>

<file path=ppt/tags/tag172.xml><?xml version="1.0" encoding="utf-8"?>
<p:tagLst xmlns:p="http://schemas.openxmlformats.org/presentationml/2006/main">
  <p:tag name="KSO_WM_DIAGRAM_VIRTUALLY_FRAME" val="{&quot;height&quot;:320,&quot;left&quot;:60,&quot;top&quot;:130,&quot;width&quot;:840}"/>
</p:tagLst>
</file>

<file path=ppt/tags/tag173.xml><?xml version="1.0" encoding="utf-8"?>
<p:tagLst xmlns:p="http://schemas.openxmlformats.org/presentationml/2006/main">
  <p:tag name="KSO_WM_DIAGRAM_VIRTUALLY_FRAME" val="{&quot;height&quot;:320,&quot;left&quot;:60,&quot;top&quot;:130,&quot;width&quot;:840}"/>
</p:tagLst>
</file>

<file path=ppt/tags/tag174.xml><?xml version="1.0" encoding="utf-8"?>
<p:tagLst xmlns:p="http://schemas.openxmlformats.org/presentationml/2006/main">
  <p:tag name="KSO_WM_DIAGRAM_VIRTUALLY_FRAME" val="{&quot;height&quot;:320,&quot;left&quot;:60,&quot;top&quot;:130,&quot;width&quot;:840}"/>
</p:tagLst>
</file>

<file path=ppt/tags/tag175.xml><?xml version="1.0" encoding="utf-8"?>
<p:tagLst xmlns:p="http://schemas.openxmlformats.org/presentationml/2006/main">
  <p:tag name="KSO_WM_DIAGRAM_VIRTUALLY_FRAME" val="{&quot;height&quot;:320,&quot;left&quot;:60,&quot;top&quot;:130,&quot;width&quot;:840}"/>
</p:tagLst>
</file>

<file path=ppt/tags/tag176.xml><?xml version="1.0" encoding="utf-8"?>
<p:tagLst xmlns:p="http://schemas.openxmlformats.org/presentationml/2006/main">
  <p:tag name="KSO_WM_DIAGRAM_VIRTUALLY_FRAME" val="{&quot;height&quot;:320,&quot;left&quot;:60,&quot;top&quot;:130,&quot;width&quot;:840}"/>
</p:tagLst>
</file>

<file path=ppt/tags/tag177.xml><?xml version="1.0" encoding="utf-8"?>
<p:tagLst xmlns:p="http://schemas.openxmlformats.org/presentationml/2006/main">
  <p:tag name="KSO_WM_DIAGRAM_VIRTUALLY_FRAME" val="{&quot;height&quot;:320,&quot;left&quot;:60,&quot;top&quot;:130,&quot;width&quot;:840}"/>
</p:tagLst>
</file>

<file path=ppt/tags/tag178.xml><?xml version="1.0" encoding="utf-8"?>
<p:tagLst xmlns:p="http://schemas.openxmlformats.org/presentationml/2006/main">
  <p:tag name="KSO_WM_DIAGRAM_VIRTUALLY_FRAME" val="{&quot;height&quot;:320,&quot;left&quot;:60,&quot;top&quot;:130,&quot;width&quot;:840}"/>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主题​​">
  <a:themeElements>
    <a:clrScheme name="自定义 117">
      <a:dk1>
        <a:srgbClr val="000000"/>
      </a:dk1>
      <a:lt1>
        <a:srgbClr val="FFFFFF"/>
      </a:lt1>
      <a:dk2>
        <a:srgbClr val="F29D38"/>
      </a:dk2>
      <a:lt2>
        <a:srgbClr val="FEF5EB"/>
      </a:lt2>
      <a:accent1>
        <a:srgbClr val="57A4B9"/>
      </a:accent1>
      <a:accent2>
        <a:srgbClr val="F05F42"/>
      </a:accent2>
      <a:accent3>
        <a:srgbClr val="4E9C98"/>
      </a:accent3>
      <a:accent4>
        <a:srgbClr val="F8C774"/>
      </a:accent4>
      <a:accent5>
        <a:srgbClr val="3BB5AB"/>
      </a:accent5>
      <a:accent6>
        <a:srgbClr val="7A69E0"/>
      </a:accent6>
      <a:hlink>
        <a:srgbClr val="658BD5"/>
      </a:hlink>
      <a:folHlink>
        <a:srgbClr val="A16AA5"/>
      </a:folHlink>
    </a:clrScheme>
    <a:fontScheme name="主题字体">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dirty="0"/>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6063</Words>
  <Application>WPS 演示</Application>
  <PresentationFormat/>
  <Paragraphs>332</Paragraphs>
  <Slides>17</Slides>
  <Notes>0</Notes>
  <HiddenSlides>0</HiddenSlides>
  <MMClips>0</MMClips>
  <ScaleCrop>false</ScaleCrop>
  <HeadingPairs>
    <vt:vector size="6" baseType="variant">
      <vt:variant>
        <vt:lpstr>已用的字体</vt:lpstr>
      </vt:variant>
      <vt:variant>
        <vt:i4>11</vt:i4>
      </vt:variant>
      <vt:variant>
        <vt:lpstr>主题</vt:lpstr>
      </vt:variant>
      <vt:variant>
        <vt:i4>5</vt:i4>
      </vt:variant>
      <vt:variant>
        <vt:lpstr>幻灯片标题</vt:lpstr>
      </vt:variant>
      <vt:variant>
        <vt:i4>17</vt:i4>
      </vt:variant>
    </vt:vector>
  </HeadingPairs>
  <TitlesOfParts>
    <vt:vector size="33" baseType="lpstr">
      <vt:lpstr>Arial</vt:lpstr>
      <vt:lpstr>宋体</vt:lpstr>
      <vt:lpstr>Wingdings</vt:lpstr>
      <vt:lpstr>Arial</vt:lpstr>
      <vt:lpstr>微软雅黑</vt:lpstr>
      <vt:lpstr>Noto Sans SC</vt:lpstr>
      <vt:lpstr>Poppins</vt:lpstr>
      <vt:lpstr>ksdb</vt:lpstr>
      <vt:lpstr>Arial Unicode MS</vt:lpstr>
      <vt:lpstr>Poppins</vt:lpstr>
      <vt:lpstr>A new day begins</vt:lpstr>
      <vt:lpstr>Office 主题​​</vt:lpstr>
      <vt:lpstr>默认主题</vt:lpstr>
      <vt:lpstr>1_Office 主题​​</vt:lpstr>
      <vt:lpstr>1_默认主题</vt:lpstr>
      <vt:lpstr>2_默认主题</vt:lpstr>
      <vt:lpstr>PowerPoint 演示文稿</vt:lpstr>
      <vt:lpstr>PowerPoint 演示文稿</vt:lpstr>
      <vt:lpstr>PowerPoint 演示文稿</vt:lpstr>
      <vt:lpstr>PowerPoint 演示文稿</vt:lpstr>
      <vt:lpstr>PowerPoint 演示文稿</vt:lpstr>
      <vt:lpstr>PowerPoint 演示文稿</vt:lpstr>
      <vt:lpstr>Feature Showcase/特征展示</vt:lpstr>
      <vt:lpstr>Feature Showcase/功能展示</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小黄鸭</cp:lastModifiedBy>
  <cp:revision>4</cp:revision>
  <dcterms:created xsi:type="dcterms:W3CDTF">2026-04-19T15:39:00Z</dcterms:created>
  <dcterms:modified xsi:type="dcterms:W3CDTF">2026-04-23T11:17:44Z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0A07D32B8ECE45F88E483AA7AA24B995_12</vt:lpwstr>
  </property>
</Properties>
</file>